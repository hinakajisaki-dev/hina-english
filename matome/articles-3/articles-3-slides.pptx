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presProps" Target="presProps.xml"/><Relationship Id="rId6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952500" y="224790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232410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562100" y="2295525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952500" y="38671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33450" y="394335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562100" y="39147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53000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52500" y="54768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933450" y="55626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562100" y="5524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7" name=""/>
          <p:cNvSpPr/>
          <p:nvPr/>
        </p:nvSpPr>
        <p:spPr>
          <a:xfrm>
            <a:off x="6467475" y="1724025"/>
            <a:ext cx="503872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6753225" y="3162300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19" name=""/>
          <p:cNvSpPr/>
          <p:nvPr/>
        </p:nvSpPr>
        <p:spPr>
          <a:xfrm>
            <a:off x="6753225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972300" y="39433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1" name=""/>
          <p:cNvSpPr txBox="1"/>
          <p:nvPr/>
        </p:nvSpPr>
        <p:spPr>
          <a:xfrm>
            <a:off x="6981825" y="4762500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2" name=""/>
          <p:cNvSpPr/>
          <p:nvPr/>
        </p:nvSpPr>
        <p:spPr>
          <a:xfrm>
            <a:off x="7905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81950" y="3943350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4" name=""/>
          <p:cNvSpPr txBox="1"/>
          <p:nvPr/>
        </p:nvSpPr>
        <p:spPr>
          <a:xfrm>
            <a:off x="7934325" y="47625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5" name=""/>
          <p:cNvSpPr/>
          <p:nvPr/>
        </p:nvSpPr>
        <p:spPr>
          <a:xfrm>
            <a:off x="9048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029700" y="39433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7" name=""/>
          <p:cNvSpPr txBox="1"/>
          <p:nvPr/>
        </p:nvSpPr>
        <p:spPr>
          <a:xfrm>
            <a:off x="9153525" y="47625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8" name=""/>
          <p:cNvSpPr/>
          <p:nvPr/>
        </p:nvSpPr>
        <p:spPr>
          <a:xfrm>
            <a:off x="10191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0229850" y="400050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0" name=""/>
          <p:cNvSpPr txBox="1"/>
          <p:nvPr/>
        </p:nvSpPr>
        <p:spPr>
          <a:xfrm>
            <a:off x="10382250" y="47625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718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11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4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5問</a:t>
            </a:r>
          </a:p>
        </p:txBody>
      </p:sp>
      <p:sp>
        <p:nvSpPr>
          <p:cNvPr id="17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0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23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6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100679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8問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29150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21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English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は「イ」の音（母音）で始まるので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7200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48325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0072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53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その場にいる人が、どのドアか分かるので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5問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mo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8" name="Image 3" descr="/home/user/hina-english/matome/img/chick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482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1975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07695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876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11811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1" name=""/>
          <p:cNvSpPr/>
          <p:nvPr/>
        </p:nvSpPr>
        <p:spPr>
          <a:xfrm>
            <a:off x="2419350" y="3219450"/>
            <a:ext cx="12477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2609850" y="3324225"/>
            <a:ext cx="1343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3" name=""/>
          <p:cNvSpPr/>
          <p:nvPr/>
        </p:nvSpPr>
        <p:spPr>
          <a:xfrm>
            <a:off x="3762375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952875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7419975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610475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17" name=""/>
          <p:cNvSpPr/>
          <p:nvPr/>
        </p:nvSpPr>
        <p:spPr>
          <a:xfrm>
            <a:off x="8296275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486775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pic>
        <p:nvPicPr>
          <p:cNvPr id="19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20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1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2" name="Image 3" descr="/home/user/hina-english/matome/img/lu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4552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dogs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は複数名詞なので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43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は家具をまとめて指す、数えられない名詞なので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721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18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国の名前（固有名詞）なので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29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9053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63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）は基本、無冠詞なので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8問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1" name=""/>
          <p:cNvSpPr/>
          <p:nvPr/>
        </p:nvSpPr>
        <p:spPr>
          <a:xfrm>
            <a:off x="5610225" y="3219450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800725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193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1623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3717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9813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6385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5" name=""/>
          <p:cNvSpPr txBox="1"/>
          <p:nvPr/>
        </p:nvSpPr>
        <p:spPr>
          <a:xfrm>
            <a:off x="2152650" y="53435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