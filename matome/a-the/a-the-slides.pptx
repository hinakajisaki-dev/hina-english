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presProps" Target="presProps.xml"/><Relationship Id="rId2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1.png"/><Relationship Id="rId7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image" Target="../media/image-17-4.png"/><Relationship Id="rId6" Type="http://schemas.openxmlformats.org/officeDocument/2006/relationships/image" Target="../media/image-17-4.png"/><Relationship Id="rId7" Type="http://schemas.openxmlformats.org/officeDocument/2006/relationships/image" Target="../media/image-17-7.png"/><Relationship Id="rId8" Type="http://schemas.openxmlformats.org/officeDocument/2006/relationships/image" Target="../media/image-17-7.png"/><Relationship Id="rId9" Type="http://schemas.openxmlformats.org/officeDocument/2006/relationships/image" Target="../media/image-17-7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0.png"/><Relationship Id="rId12" Type="http://schemas.openxmlformats.org/officeDocument/2006/relationships/image" Target="../media/image-17-10.png"/><Relationship Id="rId13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95262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66925"/>
            <a:ext cx="40195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00525"/>
            <a:ext cx="52768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7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pic>
        <p:nvPicPr>
          <p:cNvPr id="6" name="Image 0" descr="/home/user/hina-english/matome/a-th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52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BASICS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2752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冠詞とは？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10820400" cy="3552825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3438525" y="2247900"/>
            <a:ext cx="6467475" cy="504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名詞の前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に置く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のこと</a:t>
            </a:r>
          </a:p>
        </p:txBody>
      </p:sp>
      <p:sp>
        <p:nvSpPr>
          <p:cNvPr id="8" name=""/>
          <p:cNvSpPr/>
          <p:nvPr/>
        </p:nvSpPr>
        <p:spPr>
          <a:xfrm>
            <a:off x="1066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FFE8DC"/>
          </a:solidFill>
          <a:ln/>
        </p:spPr>
      </p:sp>
      <p:pic>
        <p:nvPicPr>
          <p:cNvPr id="9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625" y="3124200"/>
            <a:ext cx="1428750" cy="14287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076450" y="4629150"/>
            <a:ext cx="1704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1" name=""/>
          <p:cNvSpPr/>
          <p:nvPr/>
        </p:nvSpPr>
        <p:spPr>
          <a:xfrm>
            <a:off x="4495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FFF2C9"/>
          </a:solidFill>
          <a:ln/>
        </p:spPr>
      </p:sp>
      <p:pic>
        <p:nvPicPr>
          <p:cNvPr id="12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25" y="3124200"/>
            <a:ext cx="1428750" cy="1428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5343525" y="4629150"/>
            <a:ext cx="2085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14" name=""/>
          <p:cNvSpPr/>
          <p:nvPr/>
        </p:nvSpPr>
        <p:spPr>
          <a:xfrm>
            <a:off x="7924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DDEFFC"/>
          </a:solidFill>
          <a:ln/>
        </p:spPr>
      </p:sp>
      <p:pic>
        <p:nvPicPr>
          <p:cNvPr id="15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625" y="312420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8877300" y="4629150"/>
            <a:ext cx="18478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sun</a:t>
            </a:r>
          </a:p>
        </p:txBody>
      </p:sp>
      <p:sp>
        <p:nvSpPr>
          <p:cNvPr id="1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役割</a:t>
            </a:r>
          </a:p>
        </p:txBody>
      </p:sp>
      <p:sp>
        <p:nvSpPr>
          <p:cNvPr id="20" name=""/>
          <p:cNvSpPr txBox="1"/>
          <p:nvPr/>
        </p:nvSpPr>
        <p:spPr>
          <a:xfrm>
            <a:off x="1771650" y="5934075"/>
            <a:ext cx="752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名詞を「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どんな名詞として話しているか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」を、小さく示してくれる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428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ROADMAP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048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まずは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の2つ</a:t>
            </a:r>
          </a:p>
        </p:txBody>
      </p:sp>
      <p:sp>
        <p:nvSpPr>
          <p:cNvPr id="6" name=""/>
          <p:cNvSpPr/>
          <p:nvPr/>
        </p:nvSpPr>
        <p:spPr>
          <a:xfrm>
            <a:off x="685800" y="2552700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1104900" y="3095625"/>
            <a:ext cx="952500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1257300" y="3152775"/>
            <a:ext cx="10858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9" name=""/>
          <p:cNvSpPr txBox="1"/>
          <p:nvPr/>
        </p:nvSpPr>
        <p:spPr>
          <a:xfrm>
            <a:off x="2343150" y="3000375"/>
            <a:ext cx="27432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8210550" y="3105150"/>
            <a:ext cx="36480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まずはこの2つを理解しよう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5924550" y="3981450"/>
            <a:ext cx="7334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>
                <a:solidFill>
                  <a:srgbClr val="E8461E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2" name=""/>
          <p:cNvSpPr/>
          <p:nvPr/>
        </p:nvSpPr>
        <p:spPr>
          <a:xfrm>
            <a:off x="685800" y="4476750"/>
            <a:ext cx="10820400" cy="1428750"/>
          </a:xfrm>
          <a:prstGeom prst="rect">
            <a:avLst/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13" name=""/>
          <p:cNvSpPr/>
          <p:nvPr/>
        </p:nvSpPr>
        <p:spPr>
          <a:xfrm>
            <a:off x="1123950" y="5019675"/>
            <a:ext cx="990600" cy="352425"/>
          </a:xfrm>
          <a:prstGeom prst="roundRect">
            <a:avLst>
              <a:gd name="adj" fmla="val 50000"/>
            </a:avLst>
          </a:prstGeom>
          <a:solidFill>
            <a:srgbClr val="8A90A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76350" y="5076825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5" name=""/>
          <p:cNvSpPr txBox="1"/>
          <p:nvPr/>
        </p:nvSpPr>
        <p:spPr>
          <a:xfrm>
            <a:off x="2400300" y="493395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4A5270"/>
                </a:solidFill>
                <a:latin typeface="Noto Sans JP"/>
                <a:ea typeface="Noto Sans JP"/>
              </a:rPr>
              <a:t>冠詞がつかないパターン</a:t>
            </a:r>
          </a:p>
        </p:txBody>
      </p:sp>
      <p:sp>
        <p:nvSpPr>
          <p:cNvPr id="16" name=""/>
          <p:cNvSpPr txBox="1"/>
          <p:nvPr/>
        </p:nvSpPr>
        <p:spPr>
          <a:xfrm>
            <a:off x="8791575" y="5029200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そのあとで説明します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/ AN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MENTAL IMAGE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676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5286375" cy="4410075"/>
          </a:xfrm>
          <a:prstGeom prst="roundRect">
            <a:avLst>
              <a:gd name="adj" fmla="val 6048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1066800" y="2971800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667125"/>
            <a:ext cx="43719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たくさんある中の</a:t>
            </a:r>
          </a:p>
        </p:txBody>
      </p:sp>
      <p:sp>
        <p:nvSpPr>
          <p:cNvPr id="9" name=""/>
          <p:cNvSpPr txBox="1"/>
          <p:nvPr/>
        </p:nvSpPr>
        <p:spPr>
          <a:xfrm>
            <a:off x="1066800" y="4257675"/>
            <a:ext cx="21621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「1つ」</a:t>
            </a:r>
          </a:p>
        </p:txBody>
      </p:sp>
      <p:sp>
        <p:nvSpPr>
          <p:cNvPr id="10" name=""/>
          <p:cNvSpPr/>
          <p:nvPr/>
        </p:nvSpPr>
        <p:spPr>
          <a:xfrm>
            <a:off x="1066800" y="5076825"/>
            <a:ext cx="1095375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238250" y="5133975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12" name=""/>
          <p:cNvSpPr/>
          <p:nvPr/>
        </p:nvSpPr>
        <p:spPr>
          <a:xfrm>
            <a:off x="2276475" y="5076825"/>
            <a:ext cx="971550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2447925" y="513397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ある〜</a:t>
            </a:r>
          </a:p>
        </p:txBody>
      </p:sp>
      <p:sp>
        <p:nvSpPr>
          <p:cNvPr id="14" name=""/>
          <p:cNvSpPr txBox="1"/>
          <p:nvPr/>
        </p:nvSpPr>
        <p:spPr>
          <a:xfrm>
            <a:off x="3362325" y="513397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という感覚</a:t>
            </a:r>
          </a:p>
        </p:txBody>
      </p:sp>
      <p:sp>
        <p:nvSpPr>
          <p:cNvPr id="15" name=""/>
          <p:cNvSpPr/>
          <p:nvPr/>
        </p:nvSpPr>
        <p:spPr>
          <a:xfrm>
            <a:off x="6219825" y="2028825"/>
            <a:ext cx="5286375" cy="4410075"/>
          </a:xfrm>
          <a:prstGeom prst="roundRect">
            <a:avLst>
              <a:gd name="adj" fmla="val 6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6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705100"/>
            <a:ext cx="1066800" cy="1066800"/>
          </a:xfrm>
          <a:prstGeom prst="rect">
            <a:avLst/>
          </a:prstGeom>
        </p:spPr>
      </p:pic>
      <p:pic>
        <p:nvPicPr>
          <p:cNvPr id="17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705100"/>
            <a:ext cx="1066800" cy="1066800"/>
          </a:xfrm>
          <a:prstGeom prst="rect">
            <a:avLst/>
          </a:prstGeom>
        </p:spPr>
      </p:pic>
      <p:pic>
        <p:nvPicPr>
          <p:cNvPr id="18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705100"/>
            <a:ext cx="1066800" cy="1066800"/>
          </a:xfrm>
          <a:prstGeom prst="rect">
            <a:avLst/>
          </a:prstGeom>
        </p:spPr>
      </p:pic>
      <p:pic>
        <p:nvPicPr>
          <p:cNvPr id="19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4695825"/>
            <a:ext cx="1066800" cy="10668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8153400" y="4514850"/>
            <a:ext cx="1428750" cy="1428750"/>
          </a:xfrm>
          <a:prstGeom prst="ellipse">
            <a:avLst/>
          </a:prstGeom>
          <a:solidFill>
            <a:srgbClr val="FFE8DC"/>
          </a:solidFill>
          <a:ln w="38100">
            <a:solidFill>
              <a:srgbClr val="E8461E"/>
            </a:solidFill>
            <a:prstDash val="solid"/>
          </a:ln>
        </p:spPr>
      </p:sp>
      <p:pic>
        <p:nvPicPr>
          <p:cNvPr id="21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4695825"/>
            <a:ext cx="1066800" cy="1066800"/>
          </a:xfrm>
          <a:prstGeom prst="rect">
            <a:avLst/>
          </a:prstGeom>
        </p:spPr>
      </p:pic>
      <p:sp>
        <p:nvSpPr>
          <p:cNvPr id="22" name=""/>
          <p:cNvSpPr/>
          <p:nvPr/>
        </p:nvSpPr>
        <p:spPr>
          <a:xfrm>
            <a:off x="8505825" y="57150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524875" y="5743575"/>
            <a:ext cx="676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24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4695825"/>
            <a:ext cx="1066800" cy="1066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590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/ AN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190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5305425" cy="1638300"/>
          </a:xfrm>
          <a:prstGeom prst="roundRect">
            <a:avLst>
              <a:gd name="adj" fmla="val 15116"/>
            </a:avLst>
          </a:prstGeom>
          <a:solidFill>
            <a:srgbClr val="FFE8DC"/>
          </a:solidFill>
          <a:ln/>
        </p:spPr>
      </p:sp>
      <p:pic>
        <p:nvPicPr>
          <p:cNvPr id="7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200275"/>
            <a:ext cx="1295400" cy="12954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00300" y="2476500"/>
            <a:ext cx="27432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bag.</a:t>
            </a:r>
          </a:p>
        </p:txBody>
      </p:sp>
      <p:sp>
        <p:nvSpPr>
          <p:cNvPr id="9" name=""/>
          <p:cNvSpPr txBox="1"/>
          <p:nvPr/>
        </p:nvSpPr>
        <p:spPr>
          <a:xfrm>
            <a:off x="2400300" y="294322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私はバッグを1つ買いました。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200775" y="2028825"/>
            <a:ext cx="5305425" cy="1638300"/>
          </a:xfrm>
          <a:prstGeom prst="roundRect">
            <a:avLst>
              <a:gd name="adj" fmla="val 15116"/>
            </a:avLst>
          </a:prstGeom>
          <a:solidFill>
            <a:srgbClr val="FFF2C9"/>
          </a:solidFill>
          <a:ln/>
        </p:spPr>
      </p:sp>
      <p:pic>
        <p:nvPicPr>
          <p:cNvPr id="11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2200275"/>
            <a:ext cx="1295400" cy="12954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7915275" y="2295525"/>
            <a:ext cx="211455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3" name=""/>
          <p:cNvSpPr txBox="1"/>
          <p:nvPr/>
        </p:nvSpPr>
        <p:spPr>
          <a:xfrm>
            <a:off x="7915275" y="2667000"/>
            <a:ext cx="218122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in the park.</a:t>
            </a:r>
          </a:p>
        </p:txBody>
      </p:sp>
      <p:sp>
        <p:nvSpPr>
          <p:cNvPr id="14" name=""/>
          <p:cNvSpPr txBox="1"/>
          <p:nvPr/>
        </p:nvSpPr>
        <p:spPr>
          <a:xfrm>
            <a:off x="7915275" y="312420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私は公園で犬を1匹見ました。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3876675"/>
            <a:ext cx="5305425" cy="1638300"/>
          </a:xfrm>
          <a:prstGeom prst="roundRect">
            <a:avLst>
              <a:gd name="adj" fmla="val 15116"/>
            </a:avLst>
          </a:prstGeom>
          <a:solidFill>
            <a:srgbClr val="FFE4EC"/>
          </a:solidFill>
          <a:ln/>
        </p:spPr>
      </p:sp>
      <p:pic>
        <p:nvPicPr>
          <p:cNvPr id="16" name="Image 2" descr="先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048125"/>
            <a:ext cx="1295400" cy="12954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2400300" y="4324350"/>
            <a:ext cx="303847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teacher.</a:t>
            </a:r>
          </a:p>
        </p:txBody>
      </p:sp>
      <p:sp>
        <p:nvSpPr>
          <p:cNvPr id="18" name=""/>
          <p:cNvSpPr txBox="1"/>
          <p:nvPr/>
        </p:nvSpPr>
        <p:spPr>
          <a:xfrm>
            <a:off x="2400300" y="4791075"/>
            <a:ext cx="1990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彼女は先生です。</a:t>
            </a:r>
          </a:p>
        </p:txBody>
      </p:sp>
      <p:sp>
        <p:nvSpPr>
          <p:cNvPr id="19" name=""/>
          <p:cNvSpPr/>
          <p:nvPr/>
        </p:nvSpPr>
        <p:spPr>
          <a:xfrm>
            <a:off x="6200775" y="3876675"/>
            <a:ext cx="5305425" cy="1638300"/>
          </a:xfrm>
          <a:prstGeom prst="roundRect">
            <a:avLst>
              <a:gd name="adj" fmla="val 15116"/>
            </a:avLst>
          </a:prstGeom>
          <a:solidFill>
            <a:srgbClr val="DDEFFC"/>
          </a:solidFill>
          <a:ln/>
        </p:spPr>
      </p:sp>
      <p:pic>
        <p:nvPicPr>
          <p:cNvPr id="20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4048125"/>
            <a:ext cx="1295400" cy="129540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915275" y="4324350"/>
            <a:ext cx="26289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ate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apple.</a:t>
            </a:r>
          </a:p>
        </p:txBody>
      </p:sp>
      <p:sp>
        <p:nvSpPr>
          <p:cNvPr id="22" name=""/>
          <p:cNvSpPr txBox="1"/>
          <p:nvPr/>
        </p:nvSpPr>
        <p:spPr>
          <a:xfrm>
            <a:off x="7915275" y="479107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私はリンゴを1個食べました。</a:t>
            </a:r>
          </a:p>
        </p:txBody>
      </p:sp>
      <p:sp>
        <p:nvSpPr>
          <p:cNvPr id="2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33450" y="5895975"/>
            <a:ext cx="13716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04900" y="59531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よく使う場面</a:t>
            </a:r>
          </a:p>
        </p:txBody>
      </p:sp>
      <p:sp>
        <p:nvSpPr>
          <p:cNvPr id="26" name=""/>
          <p:cNvSpPr txBox="1"/>
          <p:nvPr/>
        </p:nvSpPr>
        <p:spPr>
          <a:xfrm>
            <a:off x="2457450" y="5934075"/>
            <a:ext cx="85248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まだ相手が「どれのことか」分かっていないものを、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初めて会話に出す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0010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職業を言うときも、基本的に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2362200"/>
            <a:ext cx="36480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8" name=""/>
          <p:cNvSpPr txBox="1"/>
          <p:nvPr/>
        </p:nvSpPr>
        <p:spPr>
          <a:xfrm>
            <a:off x="1104900" y="30003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pic>
        <p:nvPicPr>
          <p:cNvPr id="9" name="Image 0" descr="看護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925" y="3962400"/>
            <a:ext cx="2476500" cy="247650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638925" y="2362200"/>
            <a:ext cx="4419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3000375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pic>
        <p:nvPicPr>
          <p:cNvPr id="13" name="Image 1" descr="エンジニ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950" y="3962400"/>
            <a:ext cx="2476500" cy="2476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390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or AN ?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3467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431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20002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1952625"/>
            <a:ext cx="4333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次に来る単語の</a:t>
            </a:r>
            <a:pPr/>
            <a:r>
              <a:rPr sz="19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で決まる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2524125"/>
            <a:ext cx="5286375" cy="3914775"/>
          </a:xfrm>
          <a:prstGeom prst="roundRect">
            <a:avLst>
              <a:gd name="adj" fmla="val 6813"/>
            </a:avLst>
          </a:prstGeom>
          <a:solidFill>
            <a:srgbClr val="FFE8DC"/>
          </a:solidFill>
          <a:ln/>
        </p:spPr>
      </p:sp>
      <p:sp>
        <p:nvSpPr>
          <p:cNvPr id="10" name=""/>
          <p:cNvSpPr/>
          <p:nvPr/>
        </p:nvSpPr>
        <p:spPr>
          <a:xfrm>
            <a:off x="1009650" y="2771775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85850" y="2914650"/>
            <a:ext cx="5619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2838450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子音の音から始まる</a:t>
            </a:r>
          </a:p>
        </p:txBody>
      </p:sp>
      <p:sp>
        <p:nvSpPr>
          <p:cNvPr id="13" name=""/>
          <p:cNvSpPr txBox="1"/>
          <p:nvPr/>
        </p:nvSpPr>
        <p:spPr>
          <a:xfrm>
            <a:off x="1885950" y="3162300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（母音以外の音）</a:t>
            </a:r>
          </a:p>
        </p:txBody>
      </p:sp>
      <p:sp>
        <p:nvSpPr>
          <p:cNvPr id="14" name=""/>
          <p:cNvSpPr/>
          <p:nvPr/>
        </p:nvSpPr>
        <p:spPr>
          <a:xfrm>
            <a:off x="1009650" y="3609975"/>
            <a:ext cx="4638675" cy="2581275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/>
        </p:spPr>
      </p:sp>
      <p:pic>
        <p:nvPicPr>
          <p:cNvPr id="15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3724275"/>
            <a:ext cx="704850" cy="7048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133600" y="3876675"/>
            <a:ext cx="14859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7" name=""/>
          <p:cNvSpPr/>
          <p:nvPr/>
        </p:nvSpPr>
        <p:spPr>
          <a:xfrm>
            <a:off x="1238250" y="454342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18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4552950"/>
            <a:ext cx="704850" cy="7048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2133600" y="4705350"/>
            <a:ext cx="1266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0" name=""/>
          <p:cNvSpPr/>
          <p:nvPr/>
        </p:nvSpPr>
        <p:spPr>
          <a:xfrm>
            <a:off x="1238250" y="53721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21" name="Image 2" descr="大学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5381625"/>
            <a:ext cx="704850" cy="7048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133600" y="5534025"/>
            <a:ext cx="2343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university</a:t>
            </a:r>
          </a:p>
        </p:txBody>
      </p:sp>
      <p:sp>
        <p:nvSpPr>
          <p:cNvPr id="23" name=""/>
          <p:cNvSpPr/>
          <p:nvPr/>
        </p:nvSpPr>
        <p:spPr>
          <a:xfrm>
            <a:off x="6219825" y="2524125"/>
            <a:ext cx="5286375" cy="3914775"/>
          </a:xfrm>
          <a:prstGeom prst="roundRect">
            <a:avLst>
              <a:gd name="adj" fmla="val 6813"/>
            </a:avLst>
          </a:prstGeom>
          <a:solidFill>
            <a:srgbClr val="FFF2C9"/>
          </a:solidFill>
          <a:ln/>
        </p:spPr>
      </p:sp>
      <p:sp>
        <p:nvSpPr>
          <p:cNvPr id="24" name=""/>
          <p:cNvSpPr/>
          <p:nvPr/>
        </p:nvSpPr>
        <p:spPr>
          <a:xfrm>
            <a:off x="6543675" y="2771775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6496050" y="2914650"/>
            <a:ext cx="7905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6" name=""/>
          <p:cNvSpPr txBox="1"/>
          <p:nvPr/>
        </p:nvSpPr>
        <p:spPr>
          <a:xfrm>
            <a:off x="7419975" y="2838450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母音の音から始まる</a:t>
            </a:r>
          </a:p>
        </p:txBody>
      </p:sp>
      <p:sp>
        <p:nvSpPr>
          <p:cNvPr id="27" name=""/>
          <p:cNvSpPr txBox="1"/>
          <p:nvPr/>
        </p:nvSpPr>
        <p:spPr>
          <a:xfrm>
            <a:off x="7419975" y="3162300"/>
            <a:ext cx="3181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（ア・イ・ウ・エ・オ に近い音）</a:t>
            </a:r>
          </a:p>
        </p:txBody>
      </p:sp>
      <p:sp>
        <p:nvSpPr>
          <p:cNvPr id="28" name=""/>
          <p:cNvSpPr/>
          <p:nvPr/>
        </p:nvSpPr>
        <p:spPr>
          <a:xfrm>
            <a:off x="6543675" y="3609975"/>
            <a:ext cx="4638675" cy="2581275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/>
        </p:spPr>
      </p:sp>
      <p:pic>
        <p:nvPicPr>
          <p:cNvPr id="29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275" y="3724275"/>
            <a:ext cx="704850" cy="70485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667625" y="3876675"/>
            <a:ext cx="18097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31" name=""/>
          <p:cNvSpPr/>
          <p:nvPr/>
        </p:nvSpPr>
        <p:spPr>
          <a:xfrm>
            <a:off x="6772275" y="454342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2" name="Image 4" descr="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275" y="4552950"/>
            <a:ext cx="704850" cy="70485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7667625" y="4705350"/>
            <a:ext cx="1466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egg</a:t>
            </a:r>
          </a:p>
        </p:txBody>
      </p:sp>
      <p:sp>
        <p:nvSpPr>
          <p:cNvPr id="34" name=""/>
          <p:cNvSpPr/>
          <p:nvPr/>
        </p:nvSpPr>
        <p:spPr>
          <a:xfrm>
            <a:off x="6772275" y="53721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5" name="Image 5" descr="時計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5381625"/>
            <a:ext cx="704850" cy="70485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7667625" y="5534025"/>
            <a:ext cx="1638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438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スペルではなく</a:t>
            </a:r>
            <a:pPr/>
            <a:r>
              <a:rPr sz="33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で判断する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大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50" y="2209800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552700" y="2343150"/>
            <a:ext cx="3305175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E8461E"/>
                </a:solidFill>
                <a:latin typeface="DM Sans"/>
                <a:ea typeface="DM Sans"/>
              </a:rPr>
              <a:t>u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niversity</a:t>
            </a:r>
          </a:p>
        </p:txBody>
      </p:sp>
      <p:sp>
        <p:nvSpPr>
          <p:cNvPr id="9" name=""/>
          <p:cNvSpPr txBox="1"/>
          <p:nvPr/>
        </p:nvSpPr>
        <p:spPr>
          <a:xfrm>
            <a:off x="2552700" y="307657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ユ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ニバーシティ」</a:t>
            </a:r>
          </a:p>
        </p:txBody>
      </p:sp>
      <p:sp>
        <p:nvSpPr>
          <p:cNvPr id="10" name=""/>
          <p:cNvSpPr/>
          <p:nvPr/>
        </p:nvSpPr>
        <p:spPr>
          <a:xfrm>
            <a:off x="1009650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1009650" y="3867150"/>
            <a:ext cx="3848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u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で始まるけど、音は「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ユ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9650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子音の音</a:t>
            </a:r>
          </a:p>
        </p:txBody>
      </p:sp>
      <p:sp>
        <p:nvSpPr>
          <p:cNvPr id="13" name=""/>
          <p:cNvSpPr/>
          <p:nvPr/>
        </p:nvSpPr>
        <p:spPr>
          <a:xfrm>
            <a:off x="1009650" y="5238750"/>
            <a:ext cx="4638675" cy="952500"/>
          </a:xfrm>
          <a:prstGeom prst="roundRect">
            <a:avLst>
              <a:gd name="adj" fmla="val 18000"/>
            </a:avLst>
          </a:prstGeom>
          <a:solidFill>
            <a:srgbClr val="FFE8D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38250" y="5391150"/>
            <a:ext cx="4400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21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 university student.</a:t>
            </a:r>
          </a:p>
        </p:txBody>
      </p:sp>
      <p:sp>
        <p:nvSpPr>
          <p:cNvPr id="15" name=""/>
          <p:cNvSpPr txBox="1"/>
          <p:nvPr/>
        </p:nvSpPr>
        <p:spPr>
          <a:xfrm>
            <a:off x="1238250" y="5781675"/>
            <a:ext cx="21907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彼女は大学生です。</a:t>
            </a:r>
          </a:p>
        </p:txBody>
      </p:sp>
      <p:sp>
        <p:nvSpPr>
          <p:cNvPr id="16" name=""/>
          <p:cNvSpPr/>
          <p:nvPr/>
        </p:nvSpPr>
        <p:spPr>
          <a:xfrm>
            <a:off x="6219825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7" name="Image 1" descr="時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675" y="2209800"/>
            <a:ext cx="1333500" cy="13335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8086725" y="2343150"/>
            <a:ext cx="1714500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C3C8D6"/>
                </a:solidFill>
                <a:latin typeface="DM Sans"/>
                <a:ea typeface="DM Sans"/>
              </a:rPr>
              <a:t>h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our</a:t>
            </a:r>
          </a:p>
        </p:txBody>
      </p:sp>
      <p:sp>
        <p:nvSpPr>
          <p:cNvPr id="19" name=""/>
          <p:cNvSpPr txBox="1"/>
          <p:nvPr/>
        </p:nvSpPr>
        <p:spPr>
          <a:xfrm>
            <a:off x="8086725" y="307657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ア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ワー」</a:t>
            </a:r>
          </a:p>
        </p:txBody>
      </p:sp>
      <p:sp>
        <p:nvSpPr>
          <p:cNvPr id="20" name=""/>
          <p:cNvSpPr/>
          <p:nvPr/>
        </p:nvSpPr>
        <p:spPr>
          <a:xfrm>
            <a:off x="6543675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1" name=""/>
          <p:cNvSpPr txBox="1"/>
          <p:nvPr/>
        </p:nvSpPr>
        <p:spPr>
          <a:xfrm>
            <a:off x="6543675" y="3867150"/>
            <a:ext cx="4400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h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は発音しないので、音は「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ア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22" name=""/>
          <p:cNvSpPr txBox="1"/>
          <p:nvPr/>
        </p:nvSpPr>
        <p:spPr>
          <a:xfrm>
            <a:off x="6543675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母音の音</a:t>
            </a:r>
          </a:p>
        </p:txBody>
      </p:sp>
      <p:sp>
        <p:nvSpPr>
          <p:cNvPr id="23" name=""/>
          <p:cNvSpPr/>
          <p:nvPr/>
        </p:nvSpPr>
        <p:spPr>
          <a:xfrm>
            <a:off x="6543675" y="5238750"/>
            <a:ext cx="4638675" cy="952500"/>
          </a:xfrm>
          <a:prstGeom prst="roundRect">
            <a:avLst>
              <a:gd name="adj" fmla="val 18000"/>
            </a:avLst>
          </a:prstGeom>
          <a:solidFill>
            <a:srgbClr val="FFE8DC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772275" y="5391150"/>
            <a:ext cx="3267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I waited for </a:t>
            </a:r>
            <a:pPr/>
            <a:r>
              <a:rPr sz="21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 hour.</a:t>
            </a:r>
          </a:p>
        </p:txBody>
      </p:sp>
      <p:sp>
        <p:nvSpPr>
          <p:cNvPr id="25" name=""/>
          <p:cNvSpPr txBox="1"/>
          <p:nvPr/>
        </p:nvSpPr>
        <p:spPr>
          <a:xfrm>
            <a:off x="6772275" y="5781675"/>
            <a:ext cx="25431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私は1時間待ちました。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7813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THE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MENTAL IMAGE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181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5286375" cy="3514725"/>
          </a:xfrm>
          <a:prstGeom prst="roundRect">
            <a:avLst>
              <a:gd name="adj" fmla="val 7588"/>
            </a:avLst>
          </a:prstGeom>
          <a:solidFill>
            <a:srgbClr val="DDEFF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1066800" y="2838450"/>
            <a:ext cx="1676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53377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2F86CF"/>
                </a:solidFill>
                <a:latin typeface="Noto Sans JP"/>
                <a:ea typeface="Noto Sans JP"/>
              </a:rPr>
              <a:t>それ！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」と</a:t>
            </a:r>
          </a:p>
        </p:txBody>
      </p:sp>
      <p:sp>
        <p:nvSpPr>
          <p:cNvPr id="9" name=""/>
          <p:cNvSpPr txBox="1"/>
          <p:nvPr/>
        </p:nvSpPr>
        <p:spPr>
          <a:xfrm>
            <a:off x="1066800" y="412432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指させるもの</a:t>
            </a:r>
          </a:p>
        </p:txBody>
      </p:sp>
      <p:sp>
        <p:nvSpPr>
          <p:cNvPr id="10" name=""/>
          <p:cNvSpPr/>
          <p:nvPr/>
        </p:nvSpPr>
        <p:spPr>
          <a:xfrm>
            <a:off x="6219825" y="2028825"/>
            <a:ext cx="5286375" cy="3514725"/>
          </a:xfrm>
          <a:prstGeom prst="roundRect">
            <a:avLst>
              <a:gd name="adj" fmla="val 75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476500"/>
            <a:ext cx="1066800" cy="1066800"/>
          </a:xfrm>
          <a:prstGeom prst="rect">
            <a:avLst/>
          </a:prstGeom>
        </p:spPr>
      </p:pic>
      <p:sp>
        <p:nvSpPr>
          <p:cNvPr id="12" name=""/>
          <p:cNvSpPr/>
          <p:nvPr/>
        </p:nvSpPr>
        <p:spPr>
          <a:xfrm>
            <a:off x="8153400" y="2295525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3" name="Image 1" descr="青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476500"/>
            <a:ext cx="1066800" cy="10668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8505825" y="3495675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0" y="35242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pic>
        <p:nvPicPr>
          <p:cNvPr id="16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476500"/>
            <a:ext cx="1066800" cy="1066800"/>
          </a:xfrm>
          <a:prstGeom prst="rect">
            <a:avLst/>
          </a:prstGeom>
        </p:spPr>
      </p:pic>
      <p:pic>
        <p:nvPicPr>
          <p:cNvPr id="17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4029075"/>
            <a:ext cx="1066800" cy="1066800"/>
          </a:xfrm>
          <a:prstGeom prst="rect">
            <a:avLst/>
          </a:prstGeom>
        </p:spPr>
      </p:pic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4029075"/>
            <a:ext cx="1066800" cy="1066800"/>
          </a:xfrm>
          <a:prstGeom prst="rect">
            <a:avLst/>
          </a:prstGeom>
        </p:spPr>
      </p:pic>
      <p:pic>
        <p:nvPicPr>
          <p:cNvPr id="19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4029075"/>
            <a:ext cx="1066800" cy="10668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685800" y="5734050"/>
            <a:ext cx="5314950" cy="704850"/>
          </a:xfrm>
          <a:prstGeom prst="roundRect">
            <a:avLst>
              <a:gd name="adj" fmla="val 378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/>
          <p:nvPr/>
        </p:nvSpPr>
        <p:spPr>
          <a:xfrm>
            <a:off x="914400" y="59055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85825" y="59721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1409700" y="5934075"/>
            <a:ext cx="46767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どの人・どの物のことか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特定できる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  <p:sp>
        <p:nvSpPr>
          <p:cNvPr id="24" name=""/>
          <p:cNvSpPr/>
          <p:nvPr/>
        </p:nvSpPr>
        <p:spPr>
          <a:xfrm>
            <a:off x="6191250" y="5734050"/>
            <a:ext cx="5314950" cy="704850"/>
          </a:xfrm>
          <a:prstGeom prst="roundRect">
            <a:avLst>
              <a:gd name="adj" fmla="val 378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6419850" y="59055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6372225" y="59721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7" name=""/>
          <p:cNvSpPr txBox="1"/>
          <p:nvPr/>
        </p:nvSpPr>
        <p:spPr>
          <a:xfrm>
            <a:off x="6915150" y="5934075"/>
            <a:ext cx="4200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話し手と聞き手の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両方が分かる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2860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THE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2695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1371600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ド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124075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324100"/>
            <a:ext cx="4552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Please close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door.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828925"/>
            <a:ext cx="3181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0" name=""/>
          <p:cNvSpPr/>
          <p:nvPr/>
        </p:nvSpPr>
        <p:spPr>
          <a:xfrm>
            <a:off x="7981950" y="23050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172450" y="2447925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その場にいる人たちが</a:t>
            </a:r>
          </a:p>
        </p:txBody>
      </p:sp>
      <p:sp>
        <p:nvSpPr>
          <p:cNvPr id="12" name=""/>
          <p:cNvSpPr txBox="1"/>
          <p:nvPr/>
        </p:nvSpPr>
        <p:spPr>
          <a:xfrm>
            <a:off x="8172450" y="27241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どのドアか分かっている</a:t>
            </a:r>
          </a:p>
        </p:txBody>
      </p:sp>
      <p:sp>
        <p:nvSpPr>
          <p:cNvPr id="13" name=""/>
          <p:cNvSpPr/>
          <p:nvPr/>
        </p:nvSpPr>
        <p:spPr>
          <a:xfrm>
            <a:off x="685800" y="3552825"/>
            <a:ext cx="10820400" cy="1371600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4" name="Image 1" descr="トイ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4807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3848100"/>
            <a:ext cx="49625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Where is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bathroom?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4352925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トイレはどこですか？</a:t>
            </a:r>
          </a:p>
        </p:txBody>
      </p:sp>
      <p:sp>
        <p:nvSpPr>
          <p:cNvPr id="17" name=""/>
          <p:cNvSpPr/>
          <p:nvPr/>
        </p:nvSpPr>
        <p:spPr>
          <a:xfrm>
            <a:off x="7981950" y="38195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172450" y="396240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その場所にあるトイレを</a:t>
            </a:r>
          </a:p>
        </p:txBody>
      </p:sp>
      <p:sp>
        <p:nvSpPr>
          <p:cNvPr id="19" name=""/>
          <p:cNvSpPr txBox="1"/>
          <p:nvPr/>
        </p:nvSpPr>
        <p:spPr>
          <a:xfrm>
            <a:off x="8172450" y="42481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指している</a:t>
            </a:r>
          </a:p>
        </p:txBody>
      </p:sp>
      <p:sp>
        <p:nvSpPr>
          <p:cNvPr id="20" name=""/>
          <p:cNvSpPr/>
          <p:nvPr/>
        </p:nvSpPr>
        <p:spPr>
          <a:xfrm>
            <a:off x="685800" y="5067300"/>
            <a:ext cx="10820400" cy="1371600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1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62550"/>
            <a:ext cx="1181100" cy="11811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324100" y="5362575"/>
            <a:ext cx="4772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sun is bright today.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24100" y="5867400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今日は太陽がまぶしいです。</a:t>
            </a:r>
          </a:p>
        </p:txBody>
      </p:sp>
      <p:sp>
        <p:nvSpPr>
          <p:cNvPr id="24" name=""/>
          <p:cNvSpPr/>
          <p:nvPr/>
        </p:nvSpPr>
        <p:spPr>
          <a:xfrm>
            <a:off x="7981950" y="53435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172450" y="54864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太陽は、どれのことか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57626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553200" y="266700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4648200" y="367665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5530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 txBox="1"/>
          <p:nvPr/>
        </p:nvSpPr>
        <p:spPr>
          <a:xfrm>
            <a:off x="1771650" y="56673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6" name=""/>
          <p:cNvSpPr/>
          <p:nvPr/>
        </p:nvSpPr>
        <p:spPr>
          <a:xfrm>
            <a:off x="2162175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066925" y="55530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 txBox="1"/>
          <p:nvPr/>
        </p:nvSpPr>
        <p:spPr>
          <a:xfrm>
            <a:off x="3381375" y="56197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466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419725" y="267652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6553200" y="266700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219450" y="368617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4" name=""/>
          <p:cNvSpPr txBox="1"/>
          <p:nvPr/>
        </p:nvSpPr>
        <p:spPr>
          <a:xfrm>
            <a:off x="4648200" y="367665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958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90600" y="5210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267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8" name=""/>
          <p:cNvSpPr txBox="1"/>
          <p:nvPr/>
        </p:nvSpPr>
        <p:spPr>
          <a:xfrm>
            <a:off x="1914525" y="5229225"/>
            <a:ext cx="2981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19" name=""/>
          <p:cNvSpPr/>
          <p:nvPr/>
        </p:nvSpPr>
        <p:spPr>
          <a:xfrm>
            <a:off x="990600" y="56769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7340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1" name=""/>
          <p:cNvSpPr txBox="1"/>
          <p:nvPr/>
        </p:nvSpPr>
        <p:spPr>
          <a:xfrm>
            <a:off x="1914525" y="5695950"/>
            <a:ext cx="5629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22" name=""/>
          <p:cNvSpPr txBox="1"/>
          <p:nvPr/>
        </p:nvSpPr>
        <p:spPr>
          <a:xfrm>
            <a:off x="990600" y="6162675"/>
            <a:ext cx="55245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419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COMPARE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4695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6" name=""/>
          <p:cNvSpPr/>
          <p:nvPr/>
        </p:nvSpPr>
        <p:spPr>
          <a:xfrm>
            <a:off x="2057400" y="1981200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FFE8DC"/>
          </a:solidFill>
          <a:ln/>
        </p:spPr>
      </p:sp>
      <p:sp>
        <p:nvSpPr>
          <p:cNvPr id="7" name=""/>
          <p:cNvSpPr txBox="1"/>
          <p:nvPr/>
        </p:nvSpPr>
        <p:spPr>
          <a:xfrm>
            <a:off x="2266950" y="213360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8" name=""/>
          <p:cNvSpPr txBox="1"/>
          <p:nvPr/>
        </p:nvSpPr>
        <p:spPr>
          <a:xfrm>
            <a:off x="3219450" y="2190750"/>
            <a:ext cx="34575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まだ特定されていない「1つ」</a:t>
            </a:r>
          </a:p>
        </p:txBody>
      </p:sp>
      <p:sp>
        <p:nvSpPr>
          <p:cNvPr id="9" name=""/>
          <p:cNvSpPr/>
          <p:nvPr/>
        </p:nvSpPr>
        <p:spPr>
          <a:xfrm>
            <a:off x="6848475" y="1981200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DDEFFC"/>
          </a:solidFill>
          <a:ln/>
        </p:spPr>
      </p:sp>
      <p:sp>
        <p:nvSpPr>
          <p:cNvPr id="10" name=""/>
          <p:cNvSpPr txBox="1"/>
          <p:nvPr/>
        </p:nvSpPr>
        <p:spPr>
          <a:xfrm>
            <a:off x="7058025" y="2133600"/>
            <a:ext cx="923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7696200" y="21907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どれのことか特定できる</a:t>
            </a:r>
          </a:p>
        </p:txBody>
      </p:sp>
      <p:pic>
        <p:nvPicPr>
          <p:cNvPr id="12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25" y="3124200"/>
            <a:ext cx="1143000" cy="11430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2057400" y="2819400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2305050" y="3352800"/>
            <a:ext cx="2152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dog.</a:t>
            </a:r>
          </a:p>
        </p:txBody>
      </p:sp>
      <p:sp>
        <p:nvSpPr>
          <p:cNvPr id="15" name=""/>
          <p:cNvSpPr txBox="1"/>
          <p:nvPr/>
        </p:nvSpPr>
        <p:spPr>
          <a:xfrm>
            <a:off x="2305050" y="3781425"/>
            <a:ext cx="21240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犬を1匹見ました。</a:t>
            </a:r>
          </a:p>
        </p:txBody>
      </p:sp>
      <p:sp>
        <p:nvSpPr>
          <p:cNvPr id="16" name=""/>
          <p:cNvSpPr/>
          <p:nvPr/>
        </p:nvSpPr>
        <p:spPr>
          <a:xfrm>
            <a:off x="6848475" y="2819400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7096125" y="3352800"/>
            <a:ext cx="3190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 was cute.</a:t>
            </a:r>
          </a:p>
        </p:txBody>
      </p:sp>
      <p:sp>
        <p:nvSpPr>
          <p:cNvPr id="18" name=""/>
          <p:cNvSpPr txBox="1"/>
          <p:nvPr/>
        </p:nvSpPr>
        <p:spPr>
          <a:xfrm>
            <a:off x="7096125" y="3781425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その犬はかわいかったです。</a:t>
            </a:r>
          </a:p>
        </p:txBody>
      </p:sp>
      <p:pic>
        <p:nvPicPr>
          <p:cNvPr id="19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5000625"/>
            <a:ext cx="1143000" cy="11430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2057400" y="4695825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2305050" y="5057775"/>
            <a:ext cx="3609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2" name=""/>
          <p:cNvSpPr txBox="1"/>
          <p:nvPr/>
        </p:nvSpPr>
        <p:spPr>
          <a:xfrm>
            <a:off x="2305050" y="5486400"/>
            <a:ext cx="2514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本を1冊買いたいです。</a:t>
            </a:r>
          </a:p>
        </p:txBody>
      </p:sp>
      <p:sp>
        <p:nvSpPr>
          <p:cNvPr id="23" name=""/>
          <p:cNvSpPr txBox="1"/>
          <p:nvPr/>
        </p:nvSpPr>
        <p:spPr>
          <a:xfrm>
            <a:off x="2305050" y="5838825"/>
            <a:ext cx="3505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どの本かは、まだ決まっていない</a:t>
            </a:r>
          </a:p>
        </p:txBody>
      </p:sp>
      <p:sp>
        <p:nvSpPr>
          <p:cNvPr id="24" name=""/>
          <p:cNvSpPr/>
          <p:nvPr/>
        </p:nvSpPr>
        <p:spPr>
          <a:xfrm>
            <a:off x="6848475" y="4695825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 txBox="1"/>
          <p:nvPr/>
        </p:nvSpPr>
        <p:spPr>
          <a:xfrm>
            <a:off x="7096125" y="5057775"/>
            <a:ext cx="39624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6" name=""/>
          <p:cNvSpPr txBox="1"/>
          <p:nvPr/>
        </p:nvSpPr>
        <p:spPr>
          <a:xfrm>
            <a:off x="7096125" y="5486400"/>
            <a:ext cx="2600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その本を買いたいです。</a:t>
            </a:r>
          </a:p>
        </p:txBody>
      </p:sp>
      <p:sp>
        <p:nvSpPr>
          <p:cNvPr id="27" name=""/>
          <p:cNvSpPr txBox="1"/>
          <p:nvPr/>
        </p:nvSpPr>
        <p:spPr>
          <a:xfrm>
            <a:off x="7096125" y="5838825"/>
            <a:ext cx="431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話し手と聞き手が、どの本か分かっている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362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9" name=""/>
          <p:cNvSpPr/>
          <p:nvPr/>
        </p:nvSpPr>
        <p:spPr>
          <a:xfrm>
            <a:off x="5153025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638925" y="266700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4648200" y="367665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5530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 txBox="1"/>
          <p:nvPr/>
        </p:nvSpPr>
        <p:spPr>
          <a:xfrm>
            <a:off x="1771650" y="56673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6" name=""/>
          <p:cNvSpPr/>
          <p:nvPr/>
        </p:nvSpPr>
        <p:spPr>
          <a:xfrm>
            <a:off x="2162175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066925" y="55530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 txBox="1"/>
          <p:nvPr/>
        </p:nvSpPr>
        <p:spPr>
          <a:xfrm>
            <a:off x="3381375" y="56197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505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6700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9" name=""/>
          <p:cNvSpPr/>
          <p:nvPr/>
        </p:nvSpPr>
        <p:spPr>
          <a:xfrm>
            <a:off x="5153025" y="25908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505450" y="267652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6638925" y="266700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6004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219450" y="368617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4" name=""/>
          <p:cNvSpPr txBox="1"/>
          <p:nvPr/>
        </p:nvSpPr>
        <p:spPr>
          <a:xfrm>
            <a:off x="4648200" y="367665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958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6" name=""/>
          <p:cNvSpPr/>
          <p:nvPr/>
        </p:nvSpPr>
        <p:spPr>
          <a:xfrm>
            <a:off x="990600" y="5210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267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8" name=""/>
          <p:cNvSpPr txBox="1"/>
          <p:nvPr/>
        </p:nvSpPr>
        <p:spPr>
          <a:xfrm>
            <a:off x="1914525" y="5229225"/>
            <a:ext cx="3086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6769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7340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1" name=""/>
          <p:cNvSpPr txBox="1"/>
          <p:nvPr/>
        </p:nvSpPr>
        <p:spPr>
          <a:xfrm>
            <a:off x="1914525" y="5695950"/>
            <a:ext cx="573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22" name=""/>
          <p:cNvSpPr txBox="1"/>
          <p:nvPr/>
        </p:nvSpPr>
        <p:spPr>
          <a:xfrm>
            <a:off x="990600" y="6162675"/>
            <a:ext cx="656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52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そこで大切なのが…</a:t>
            </a:r>
          </a:p>
        </p:txBody>
      </p:sp>
      <p:sp>
        <p:nvSpPr>
          <p:cNvPr id="7" name=""/>
          <p:cNvSpPr/>
          <p:nvPr/>
        </p:nvSpPr>
        <p:spPr>
          <a:xfrm>
            <a:off x="685800" y="2466975"/>
            <a:ext cx="5286375" cy="3971925"/>
          </a:xfrm>
          <a:prstGeom prst="roundRect">
            <a:avLst>
              <a:gd name="adj" fmla="val 6715"/>
            </a:avLst>
          </a:prstGeom>
          <a:solidFill>
            <a:srgbClr val="FFE8D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28700" y="27336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1028700" y="33147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10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1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2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3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6219825" y="2466975"/>
            <a:ext cx="5286375" cy="3971925"/>
          </a:xfrm>
          <a:prstGeom prst="roundRect">
            <a:avLst>
              <a:gd name="adj" fmla="val 6715"/>
            </a:avLst>
          </a:prstGeom>
          <a:solidFill>
            <a:srgbClr val="DD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562725" y="27336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6562725" y="33147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7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8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9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20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145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7" name=""/>
          <p:cNvSpPr/>
          <p:nvPr/>
        </p:nvSpPr>
        <p:spPr>
          <a:xfrm>
            <a:off x="685800" y="2428875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933450" y="2962275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9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686050"/>
            <a:ext cx="647700" cy="647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562225" y="3352800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1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686050"/>
            <a:ext cx="647700" cy="647700"/>
          </a:xfrm>
          <a:prstGeom prst="rect">
            <a:avLst/>
          </a:prstGeom>
        </p:spPr>
      </p:pic>
      <p:pic>
        <p:nvPicPr>
          <p:cNvPr id="12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686050"/>
            <a:ext cx="647700" cy="6477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4371975" y="3352800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4" name=""/>
          <p:cNvSpPr/>
          <p:nvPr/>
        </p:nvSpPr>
        <p:spPr>
          <a:xfrm>
            <a:off x="6200775" y="2428875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6448425" y="2962275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6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686050"/>
            <a:ext cx="647700" cy="6477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48625" y="3352800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686050"/>
            <a:ext cx="647700" cy="647700"/>
          </a:xfrm>
          <a:prstGeom prst="rect">
            <a:avLst/>
          </a:prstGeom>
        </p:spPr>
      </p:pic>
      <p:pic>
        <p:nvPicPr>
          <p:cNvPr id="19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686050"/>
            <a:ext cx="647700" cy="6477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9848850" y="3352800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1" name=""/>
          <p:cNvSpPr/>
          <p:nvPr/>
        </p:nvSpPr>
        <p:spPr>
          <a:xfrm>
            <a:off x="685800" y="4076700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3450" y="4610100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3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333875"/>
            <a:ext cx="647700" cy="6477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628900" y="5000625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5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333875"/>
            <a:ext cx="647700" cy="647700"/>
          </a:xfrm>
          <a:prstGeom prst="rect">
            <a:avLst/>
          </a:prstGeom>
        </p:spPr>
      </p:pic>
      <p:pic>
        <p:nvPicPr>
          <p:cNvPr id="26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333875"/>
            <a:ext cx="647700" cy="6477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4429125" y="5000625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8" name=""/>
          <p:cNvSpPr/>
          <p:nvPr/>
        </p:nvSpPr>
        <p:spPr>
          <a:xfrm>
            <a:off x="6200775" y="4076700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 txBox="1"/>
          <p:nvPr/>
        </p:nvSpPr>
        <p:spPr>
          <a:xfrm>
            <a:off x="6448425" y="4610100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30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333875"/>
            <a:ext cx="647700" cy="6477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7934325" y="5000625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2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333875"/>
            <a:ext cx="647700" cy="647700"/>
          </a:xfrm>
          <a:prstGeom prst="rect">
            <a:avLst/>
          </a:prstGeom>
        </p:spPr>
      </p:pic>
      <p:pic>
        <p:nvPicPr>
          <p:cNvPr id="33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333875"/>
            <a:ext cx="647700" cy="6477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9734550" y="500062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7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8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335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90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1943100"/>
            <a:ext cx="80200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は使えない</a:t>
            </a:r>
          </a:p>
        </p:txBody>
      </p:sp>
      <p:sp>
        <p:nvSpPr>
          <p:cNvPr id="9" name=""/>
          <p:cNvSpPr/>
          <p:nvPr/>
        </p:nvSpPr>
        <p:spPr>
          <a:xfrm>
            <a:off x="685800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933450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DDEFFC"/>
          </a:solidFill>
          <a:ln/>
        </p:spPr>
      </p:sp>
      <p:pic>
        <p:nvPicPr>
          <p:cNvPr id="11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800350"/>
            <a:ext cx="1619250" cy="16192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819275" y="4629150"/>
            <a:ext cx="17049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3" name=""/>
          <p:cNvSpPr txBox="1"/>
          <p:nvPr/>
        </p:nvSpPr>
        <p:spPr>
          <a:xfrm>
            <a:off x="2314575" y="52197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4" name=""/>
          <p:cNvSpPr/>
          <p:nvPr/>
        </p:nvSpPr>
        <p:spPr>
          <a:xfrm>
            <a:off x="1676400" y="5753100"/>
            <a:ext cx="14668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866900" y="5810250"/>
            <a:ext cx="1590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water</a:t>
            </a:r>
          </a:p>
        </p:txBody>
      </p:sp>
      <p:sp>
        <p:nvSpPr>
          <p:cNvPr id="16" name=""/>
          <p:cNvSpPr/>
          <p:nvPr/>
        </p:nvSpPr>
        <p:spPr>
          <a:xfrm>
            <a:off x="4371975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4619625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E4EC"/>
          </a:solidFill>
          <a:ln/>
        </p:spPr>
      </p:sp>
      <p:pic>
        <p:nvPicPr>
          <p:cNvPr id="18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75" y="2800350"/>
            <a:ext cx="1619250" cy="16192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5667375" y="4629150"/>
            <a:ext cx="13144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20" name=""/>
          <p:cNvSpPr txBox="1"/>
          <p:nvPr/>
        </p:nvSpPr>
        <p:spPr>
          <a:xfrm>
            <a:off x="6000750" y="52197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21" name=""/>
          <p:cNvSpPr/>
          <p:nvPr/>
        </p:nvSpPr>
        <p:spPr>
          <a:xfrm>
            <a:off x="5457825" y="5753100"/>
            <a:ext cx="1276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2" name=""/>
          <p:cNvSpPr txBox="1"/>
          <p:nvPr/>
        </p:nvSpPr>
        <p:spPr>
          <a:xfrm>
            <a:off x="5648325" y="5810250"/>
            <a:ext cx="13716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love</a:t>
            </a:r>
          </a:p>
        </p:txBody>
      </p:sp>
      <p:sp>
        <p:nvSpPr>
          <p:cNvPr id="23" name=""/>
          <p:cNvSpPr/>
          <p:nvPr/>
        </p:nvSpPr>
        <p:spPr>
          <a:xfrm>
            <a:off x="8048625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8296275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F2C9"/>
          </a:solidFill>
          <a:ln/>
        </p:spPr>
      </p:sp>
      <p:pic>
        <p:nvPicPr>
          <p:cNvPr id="25" name="Image 2" descr="幸せ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550" y="2800350"/>
            <a:ext cx="1619250" cy="16192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8715375" y="4629150"/>
            <a:ext cx="27813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27" name=""/>
          <p:cNvSpPr txBox="1"/>
          <p:nvPr/>
        </p:nvSpPr>
        <p:spPr>
          <a:xfrm>
            <a:off x="9591675" y="5219700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  <p:sp>
        <p:nvSpPr>
          <p:cNvPr id="28" name=""/>
          <p:cNvSpPr/>
          <p:nvPr/>
        </p:nvSpPr>
        <p:spPr>
          <a:xfrm>
            <a:off x="8763000" y="5753100"/>
            <a:ext cx="2038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953500" y="5810250"/>
            <a:ext cx="22479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happiness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