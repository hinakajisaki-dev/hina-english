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9" Type="http://schemas.openxmlformats.org/officeDocument/2006/relationships/presProps" Target="presProps.xml"/><Relationship Id="rId5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838200" y="1457325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モヤモヤ文法スッキリ解説 ①</a:t>
            </a:r>
          </a:p>
        </p:txBody>
      </p:sp>
      <p:sp>
        <p:nvSpPr>
          <p:cNvPr id="5" name=""/>
          <p:cNvSpPr txBox="1"/>
          <p:nvPr/>
        </p:nvSpPr>
        <p:spPr>
          <a:xfrm>
            <a:off x="838200" y="1962150"/>
            <a:ext cx="3867150" cy="1238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700" b="1">
                <a:solidFill>
                  <a:srgbClr val="1E1A1C"/>
                </a:solidFill>
                <a:latin typeface="Arial"/>
                <a:ea typeface="Arial"/>
              </a:rPr>
              <a:t>a</a:t>
            </a:r>
            <a:pPr/>
            <a:r>
              <a:rPr sz="4800" b="1">
                <a:solidFill>
                  <a:srgbClr val="1E1A1C"/>
                </a:solidFill>
                <a:latin typeface="Noto Sans JP"/>
                <a:ea typeface="Noto Sans JP"/>
              </a:rPr>
              <a:t> と </a:t>
            </a:r>
            <a:pPr/>
            <a:r>
              <a:rPr sz="87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6" name=""/>
          <p:cNvSpPr txBox="1"/>
          <p:nvPr/>
        </p:nvSpPr>
        <p:spPr>
          <a:xfrm>
            <a:off x="838200" y="3219450"/>
            <a:ext cx="2447925" cy="876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800" b="1">
                <a:solidFill>
                  <a:srgbClr val="1E1A1C"/>
                </a:solidFill>
                <a:latin typeface="Noto Sans JP"/>
                <a:ea typeface="Noto Sans JP"/>
              </a:rPr>
              <a:t>の違い</a:t>
            </a:r>
          </a:p>
        </p:txBody>
      </p:sp>
      <p:sp>
        <p:nvSpPr>
          <p:cNvPr id="7" name=""/>
          <p:cNvSpPr/>
          <p:nvPr/>
        </p:nvSpPr>
        <p:spPr>
          <a:xfrm>
            <a:off x="838200" y="43243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8" name=""/>
          <p:cNvSpPr txBox="1"/>
          <p:nvPr/>
        </p:nvSpPr>
        <p:spPr>
          <a:xfrm>
            <a:off x="838200" y="4648200"/>
            <a:ext cx="28670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たった1つのルールで</a:t>
            </a:r>
          </a:p>
        </p:txBody>
      </p:sp>
      <p:sp>
        <p:nvSpPr>
          <p:cNvPr id="9" name=""/>
          <p:cNvSpPr txBox="1"/>
          <p:nvPr/>
        </p:nvSpPr>
        <p:spPr>
          <a:xfrm>
            <a:off x="838200" y="5038725"/>
            <a:ext cx="21717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もう迷わない！</a:t>
            </a:r>
          </a:p>
        </p:txBody>
      </p:sp>
      <p:sp>
        <p:nvSpPr>
          <p:cNvPr id="10" name=""/>
          <p:cNvSpPr/>
          <p:nvPr/>
        </p:nvSpPr>
        <p:spPr>
          <a:xfrm>
            <a:off x="7715250" y="1600200"/>
            <a:ext cx="3638550" cy="78105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1" name=""/>
          <p:cNvSpPr txBox="1"/>
          <p:nvPr/>
        </p:nvSpPr>
        <p:spPr>
          <a:xfrm>
            <a:off x="7981950" y="1790700"/>
            <a:ext cx="23622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27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270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12" name=""/>
          <p:cNvSpPr/>
          <p:nvPr/>
        </p:nvSpPr>
        <p:spPr>
          <a:xfrm>
            <a:off x="7715250" y="2533650"/>
            <a:ext cx="3638550" cy="78105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981950" y="2724150"/>
            <a:ext cx="272415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27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270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14" name=""/>
          <p:cNvSpPr txBox="1"/>
          <p:nvPr/>
        </p:nvSpPr>
        <p:spPr>
          <a:xfrm>
            <a:off x="7915275" y="3505200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C8417F"/>
                </a:solidFill>
                <a:latin typeface="Noto Sans JP"/>
                <a:ea typeface="Noto Sans JP"/>
              </a:rPr>
              <a:t>この違い、説明できる？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4619625" y="1581150"/>
            <a:ext cx="3752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いきなりですが、問題です</a:t>
            </a:r>
          </a:p>
        </p:txBody>
      </p:sp>
      <p:sp>
        <p:nvSpPr>
          <p:cNvPr id="4" name=""/>
          <p:cNvSpPr/>
          <p:nvPr/>
        </p:nvSpPr>
        <p:spPr>
          <a:xfrm>
            <a:off x="4381500" y="2219325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5" name=""/>
          <p:cNvSpPr txBox="1"/>
          <p:nvPr/>
        </p:nvSpPr>
        <p:spPr>
          <a:xfrm>
            <a:off x="4162425" y="2705100"/>
            <a:ext cx="4791075" cy="847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00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60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600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6" name=""/>
          <p:cNvSpPr txBox="1"/>
          <p:nvPr/>
        </p:nvSpPr>
        <p:spPr>
          <a:xfrm>
            <a:off x="3819525" y="3714750"/>
            <a:ext cx="5591175" cy="847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00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60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600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7" name=""/>
          <p:cNvSpPr txBox="1"/>
          <p:nvPr/>
        </p:nvSpPr>
        <p:spPr>
          <a:xfrm>
            <a:off x="3838575" y="4886325"/>
            <a:ext cx="5534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574D52"/>
                </a:solidFill>
                <a:latin typeface="Noto Sans JP"/>
                <a:ea typeface="Noto Sans JP"/>
              </a:rPr>
              <a:t>この2つ、何が違うか説明できますか？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3000375" y="2247900"/>
            <a:ext cx="74771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どちらも「猫を見た」。</a:t>
            </a:r>
          </a:p>
        </p:txBody>
      </p:sp>
      <p:sp>
        <p:nvSpPr>
          <p:cNvPr id="4" name=""/>
          <p:cNvSpPr txBox="1"/>
          <p:nvPr/>
        </p:nvSpPr>
        <p:spPr>
          <a:xfrm>
            <a:off x="2876550" y="3076575"/>
            <a:ext cx="642937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でも、伝わる意味が</a:t>
            </a:r>
          </a:p>
        </p:txBody>
      </p:sp>
      <p:sp>
        <p:nvSpPr>
          <p:cNvPr id="5" name=""/>
          <p:cNvSpPr txBox="1"/>
          <p:nvPr/>
        </p:nvSpPr>
        <p:spPr>
          <a:xfrm>
            <a:off x="2886075" y="3895725"/>
            <a:ext cx="64198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C8417F"/>
                </a:solidFill>
                <a:latin typeface="Noto Sans JP"/>
                <a:ea typeface="Noto Sans JP"/>
              </a:rPr>
              <a:t>ちょっと違う</a:t>
            </a:r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んです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2657475" y="2333625"/>
            <a:ext cx="68675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中学1年生で習うのに</a:t>
            </a:r>
          </a:p>
        </p:txBody>
      </p:sp>
      <p:sp>
        <p:nvSpPr>
          <p:cNvPr id="4" name=""/>
          <p:cNvSpPr txBox="1"/>
          <p:nvPr/>
        </p:nvSpPr>
        <p:spPr>
          <a:xfrm>
            <a:off x="2562225" y="3152775"/>
            <a:ext cx="84677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ずっと</a:t>
            </a:r>
            <a:pPr/>
            <a:r>
              <a:rPr sz="465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モヤモヤ</a:t>
            </a:r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したまま…</a:t>
            </a:r>
          </a:p>
        </p:txBody>
      </p:sp>
      <p:sp>
        <p:nvSpPr>
          <p:cNvPr id="5" name=""/>
          <p:cNvSpPr txBox="1"/>
          <p:nvPr/>
        </p:nvSpPr>
        <p:spPr>
          <a:xfrm>
            <a:off x="4429125" y="4267200"/>
            <a:ext cx="4181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574D52"/>
                </a:solidFill>
                <a:latin typeface="Noto Sans JP"/>
                <a:ea typeface="Noto Sans JP"/>
              </a:rPr>
              <a:t>そんな人、すごく多いんです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5724525" y="235267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今日は</a:t>
            </a:r>
          </a:p>
        </p:txBody>
      </p:sp>
      <p:sp>
        <p:nvSpPr>
          <p:cNvPr id="4" name=""/>
          <p:cNvSpPr txBox="1"/>
          <p:nvPr/>
        </p:nvSpPr>
        <p:spPr>
          <a:xfrm>
            <a:off x="3257550" y="2838450"/>
            <a:ext cx="68675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C8417F"/>
                </a:solidFill>
                <a:latin typeface="Noto Sans JP"/>
                <a:ea typeface="Noto Sans JP"/>
              </a:rPr>
              <a:t>たった1つのルール</a:t>
            </a:r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で</a:t>
            </a:r>
          </a:p>
        </p:txBody>
      </p:sp>
      <p:sp>
        <p:nvSpPr>
          <p:cNvPr id="5" name=""/>
          <p:cNvSpPr txBox="1"/>
          <p:nvPr/>
        </p:nvSpPr>
        <p:spPr>
          <a:xfrm>
            <a:off x="2867025" y="3667125"/>
            <a:ext cx="64579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スッキリさせます！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914400" y="1504950"/>
            <a:ext cx="1362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SERIES</a:t>
            </a:r>
          </a:p>
        </p:txBody>
      </p:sp>
      <p:sp>
        <p:nvSpPr>
          <p:cNvPr id="5" name=""/>
          <p:cNvSpPr txBox="1"/>
          <p:nvPr/>
        </p:nvSpPr>
        <p:spPr>
          <a:xfrm>
            <a:off x="914400" y="1695450"/>
            <a:ext cx="58674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モヤモヤ文法</a:t>
            </a:r>
          </a:p>
        </p:txBody>
      </p:sp>
      <p:sp>
        <p:nvSpPr>
          <p:cNvPr id="6" name=""/>
          <p:cNvSpPr txBox="1"/>
          <p:nvPr/>
        </p:nvSpPr>
        <p:spPr>
          <a:xfrm>
            <a:off x="914400" y="2657475"/>
            <a:ext cx="58674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スッキリ解説</a:t>
            </a:r>
          </a:p>
        </p:txBody>
      </p:sp>
      <p:sp>
        <p:nvSpPr>
          <p:cNvPr id="7" name=""/>
          <p:cNvSpPr/>
          <p:nvPr/>
        </p:nvSpPr>
        <p:spPr>
          <a:xfrm>
            <a:off x="914400" y="396240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8" name=""/>
          <p:cNvSpPr txBox="1"/>
          <p:nvPr/>
        </p:nvSpPr>
        <p:spPr>
          <a:xfrm>
            <a:off x="914400" y="4267200"/>
            <a:ext cx="87153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初心者がモヤモヤしがちな文法を、1つずつスッキリさせるシリーズ</a:t>
            </a:r>
          </a:p>
        </p:txBody>
      </p:sp>
      <p:sp>
        <p:nvSpPr>
          <p:cNvPr id="9" name=""/>
          <p:cNvSpPr/>
          <p:nvPr/>
        </p:nvSpPr>
        <p:spPr>
          <a:xfrm>
            <a:off x="914400" y="4819650"/>
            <a:ext cx="2800350" cy="4953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123950" y="4895850"/>
            <a:ext cx="3086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Noto Sans JP"/>
                <a:ea typeface="Noto Sans JP"/>
              </a:rPr>
              <a:t>第1回 a と the の違い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今日のゴール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085850"/>
            <a:ext cx="300037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a</a:t>
            </a:r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 と </a:t>
            </a:r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the</a:t>
            </a:r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 を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1781175"/>
            <a:ext cx="7181850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迷わず選べる</a:t>
            </a:r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ようになる！</a:t>
            </a:r>
          </a:p>
        </p:txBody>
      </p:sp>
      <p:sp>
        <p:nvSpPr>
          <p:cNvPr id="7" name=""/>
          <p:cNvSpPr/>
          <p:nvPr/>
        </p:nvSpPr>
        <p:spPr>
          <a:xfrm>
            <a:off x="762000" y="2838450"/>
            <a:ext cx="520065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8" name=""/>
          <p:cNvSpPr/>
          <p:nvPr/>
        </p:nvSpPr>
        <p:spPr>
          <a:xfrm>
            <a:off x="1028700" y="3086100"/>
            <a:ext cx="400050" cy="4000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9" name=""/>
          <p:cNvSpPr txBox="1"/>
          <p:nvPr/>
        </p:nvSpPr>
        <p:spPr>
          <a:xfrm>
            <a:off x="990600" y="3171825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" name=""/>
          <p:cNvSpPr txBox="1"/>
          <p:nvPr/>
        </p:nvSpPr>
        <p:spPr>
          <a:xfrm>
            <a:off x="1581150" y="3105150"/>
            <a:ext cx="25908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ルールは1つだけ</a:t>
            </a:r>
          </a:p>
        </p:txBody>
      </p:sp>
      <p:sp>
        <p:nvSpPr>
          <p:cNvPr id="11" name=""/>
          <p:cNvSpPr/>
          <p:nvPr/>
        </p:nvSpPr>
        <p:spPr>
          <a:xfrm>
            <a:off x="6229350" y="2838450"/>
            <a:ext cx="520065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2" name=""/>
          <p:cNvSpPr/>
          <p:nvPr/>
        </p:nvSpPr>
        <p:spPr>
          <a:xfrm>
            <a:off x="6496050" y="3086100"/>
            <a:ext cx="400050" cy="4000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6457950" y="3171825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4" name=""/>
          <p:cNvSpPr txBox="1"/>
          <p:nvPr/>
        </p:nvSpPr>
        <p:spPr>
          <a:xfrm>
            <a:off x="7048500" y="3105150"/>
            <a:ext cx="31337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the になる3つの場面</a:t>
            </a:r>
          </a:p>
        </p:txBody>
      </p:sp>
      <p:sp>
        <p:nvSpPr>
          <p:cNvPr id="15" name=""/>
          <p:cNvSpPr/>
          <p:nvPr/>
        </p:nvSpPr>
        <p:spPr>
          <a:xfrm>
            <a:off x="762000" y="3905250"/>
            <a:ext cx="520065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6" name=""/>
          <p:cNvSpPr/>
          <p:nvPr/>
        </p:nvSpPr>
        <p:spPr>
          <a:xfrm>
            <a:off x="1028700" y="4152900"/>
            <a:ext cx="400050" cy="4000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990600" y="4238625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8" name=""/>
          <p:cNvSpPr txBox="1"/>
          <p:nvPr/>
        </p:nvSpPr>
        <p:spPr>
          <a:xfrm>
            <a:off x="1581150" y="4171950"/>
            <a:ext cx="27051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よくある引っかけ</a:t>
            </a:r>
          </a:p>
        </p:txBody>
      </p:sp>
      <p:sp>
        <p:nvSpPr>
          <p:cNvPr id="19" name=""/>
          <p:cNvSpPr/>
          <p:nvPr/>
        </p:nvSpPr>
        <p:spPr>
          <a:xfrm>
            <a:off x="6229350" y="3905250"/>
            <a:ext cx="520065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0" name=""/>
          <p:cNvSpPr/>
          <p:nvPr/>
        </p:nvSpPr>
        <p:spPr>
          <a:xfrm>
            <a:off x="6496050" y="4152900"/>
            <a:ext cx="400050" cy="4000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6457950" y="4238625"/>
            <a:ext cx="47625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2" name=""/>
          <p:cNvSpPr txBox="1"/>
          <p:nvPr/>
        </p:nvSpPr>
        <p:spPr>
          <a:xfrm>
            <a:off x="7048500" y="4171950"/>
            <a:ext cx="2105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クイズで練習</a:t>
            </a:r>
          </a:p>
        </p:txBody>
      </p:sp>
      <p:sp>
        <p:nvSpPr>
          <p:cNvPr id="23" name=""/>
          <p:cNvSpPr/>
          <p:nvPr/>
        </p:nvSpPr>
        <p:spPr>
          <a:xfrm>
            <a:off x="762000" y="5819775"/>
            <a:ext cx="10668000" cy="657225"/>
          </a:xfrm>
          <a:prstGeom prst="roundRect">
            <a:avLst>
              <a:gd name="adj" fmla="val 23188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2781300" y="5972175"/>
            <a:ext cx="66294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最後にクイズあり！ </a:t>
            </a:r>
            <a:pPr algn="ctr"/>
            <a:r>
              <a:rPr sz="1900" b="1">
                <a:solidFill>
                  <a:srgbClr val="C8417F"/>
                </a:solidFill>
                <a:latin typeface="Noto Sans JP"/>
                <a:ea typeface="Noto Sans JP"/>
              </a:rPr>
              <a:t>一緒に声に出しながら</a:t>
            </a:r>
            <a:pPr algn="ctr"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見てね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914400" y="1857375"/>
            <a:ext cx="10763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RULE</a:t>
            </a:r>
          </a:p>
        </p:txBody>
      </p:sp>
      <p:sp>
        <p:nvSpPr>
          <p:cNvPr id="4" name=""/>
          <p:cNvSpPr txBox="1"/>
          <p:nvPr/>
        </p:nvSpPr>
        <p:spPr>
          <a:xfrm>
            <a:off x="914400" y="2047875"/>
            <a:ext cx="401955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ルールは</a:t>
            </a:r>
          </a:p>
        </p:txBody>
      </p:sp>
      <p:sp>
        <p:nvSpPr>
          <p:cNvPr id="5" name=""/>
          <p:cNvSpPr txBox="1"/>
          <p:nvPr/>
        </p:nvSpPr>
        <p:spPr>
          <a:xfrm>
            <a:off x="914400" y="3009900"/>
            <a:ext cx="3657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1つだけ</a:t>
            </a:r>
          </a:p>
        </p:txBody>
      </p:sp>
      <p:sp>
        <p:nvSpPr>
          <p:cNvPr id="6" name=""/>
          <p:cNvSpPr/>
          <p:nvPr/>
        </p:nvSpPr>
        <p:spPr>
          <a:xfrm>
            <a:off x="914400" y="4314825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914400" y="4619625"/>
            <a:ext cx="3343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覚えるのは、これだけ！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5" name=""/>
          <p:cNvSpPr txBox="1"/>
          <p:nvPr/>
        </p:nvSpPr>
        <p:spPr>
          <a:xfrm>
            <a:off x="1733550" y="428625"/>
            <a:ext cx="2971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相手の気持ちで決まる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5181600" cy="53721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/>
          <p:nvPr/>
        </p:nvSpPr>
        <p:spPr>
          <a:xfrm>
            <a:off x="2590800" y="2200275"/>
            <a:ext cx="1524000" cy="1524000"/>
          </a:xfrm>
          <a:prstGeom prst="roundRect">
            <a:avLst>
              <a:gd name="adj" fmla="val 16250"/>
            </a:avLst>
          </a:prstGeom>
          <a:solidFill>
            <a:srgbClr val="C8417F"/>
          </a:solidFill>
          <a:ln/>
        </p:spPr>
      </p:sp>
      <p:sp>
        <p:nvSpPr>
          <p:cNvPr id="8" name=""/>
          <p:cNvSpPr txBox="1"/>
          <p:nvPr/>
        </p:nvSpPr>
        <p:spPr>
          <a:xfrm>
            <a:off x="2962275" y="2552700"/>
            <a:ext cx="781050" cy="809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5700" b="1">
                <a:solidFill>
                  <a:srgbClr val="FFFFF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9" name=""/>
          <p:cNvSpPr txBox="1"/>
          <p:nvPr/>
        </p:nvSpPr>
        <p:spPr>
          <a:xfrm>
            <a:off x="2590800" y="3876675"/>
            <a:ext cx="1524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1E1A1C"/>
                </a:solidFill>
                <a:latin typeface="Noto Sans JP"/>
                <a:ea typeface="Noto Sans JP"/>
              </a:rPr>
              <a:t>相手が</a:t>
            </a:r>
          </a:p>
        </p:txBody>
      </p:sp>
      <p:sp>
        <p:nvSpPr>
          <p:cNvPr id="10" name=""/>
          <p:cNvSpPr txBox="1"/>
          <p:nvPr/>
        </p:nvSpPr>
        <p:spPr>
          <a:xfrm>
            <a:off x="1466850" y="4371975"/>
            <a:ext cx="467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8417F"/>
                </a:solidFill>
                <a:latin typeface="Noto Sans JP"/>
                <a:ea typeface="Noto Sans JP"/>
              </a:rPr>
              <a:t>「どれのこと？」</a:t>
            </a:r>
            <a:pPr/>
            <a:r>
              <a:rPr sz="2700" b="1">
                <a:solidFill>
                  <a:srgbClr val="1E1A1C"/>
                </a:solidFill>
                <a:latin typeface="Noto Sans JP"/>
                <a:ea typeface="Noto Sans JP"/>
              </a:rPr>
              <a:t>と思う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2324100" y="5029200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相手はまだ知らない</a:t>
            </a:r>
          </a:p>
        </p:txBody>
      </p:sp>
      <p:sp>
        <p:nvSpPr>
          <p:cNvPr id="12" name=""/>
          <p:cNvSpPr/>
          <p:nvPr/>
        </p:nvSpPr>
        <p:spPr>
          <a:xfrm>
            <a:off x="6248400" y="1104900"/>
            <a:ext cx="5181600" cy="53721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/>
          <p:nvPr/>
        </p:nvSpPr>
        <p:spPr>
          <a:xfrm>
            <a:off x="8077200" y="2200275"/>
            <a:ext cx="1524000" cy="1524000"/>
          </a:xfrm>
          <a:prstGeom prst="roundRect">
            <a:avLst>
              <a:gd name="adj" fmla="val 16250"/>
            </a:avLst>
          </a:prstGeom>
          <a:solidFill>
            <a:srgbClr val="C8417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077200" y="2552700"/>
            <a:ext cx="1514475" cy="809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570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8077200" y="3876675"/>
            <a:ext cx="1524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700" b="1">
                <a:solidFill>
                  <a:srgbClr val="1E1A1C"/>
                </a:solidFill>
                <a:latin typeface="Noto Sans JP"/>
                <a:ea typeface="Noto Sans JP"/>
              </a:rPr>
              <a:t>相手が</a:t>
            </a:r>
          </a:p>
        </p:txBody>
      </p:sp>
      <p:sp>
        <p:nvSpPr>
          <p:cNvPr id="16" name=""/>
          <p:cNvSpPr txBox="1"/>
          <p:nvPr/>
        </p:nvSpPr>
        <p:spPr>
          <a:xfrm>
            <a:off x="6781800" y="4371975"/>
            <a:ext cx="5076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8417F"/>
                </a:solidFill>
                <a:latin typeface="Noto Sans JP"/>
                <a:ea typeface="Noto Sans JP"/>
              </a:rPr>
              <a:t>「あー、あれね」</a:t>
            </a:r>
            <a:pPr/>
            <a:r>
              <a:rPr sz="2700" b="1">
                <a:solidFill>
                  <a:srgbClr val="1E1A1C"/>
                </a:solidFill>
                <a:latin typeface="Noto Sans JP"/>
                <a:ea typeface="Noto Sans JP"/>
              </a:rPr>
              <a:t>とわかる</a:t>
            </a:r>
          </a:p>
        </p:txBody>
      </p:sp>
      <p:sp>
        <p:nvSpPr>
          <p:cNvPr id="17" name=""/>
          <p:cNvSpPr txBox="1"/>
          <p:nvPr/>
        </p:nvSpPr>
        <p:spPr>
          <a:xfrm>
            <a:off x="7934325" y="5029200"/>
            <a:ext cx="24384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相手も知っている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5600700" y="2352675"/>
            <a:ext cx="1485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4" name=""/>
          <p:cNvSpPr txBox="1"/>
          <p:nvPr/>
        </p:nvSpPr>
        <p:spPr>
          <a:xfrm>
            <a:off x="3562350" y="2838450"/>
            <a:ext cx="50768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自分じゃなくて</a:t>
            </a:r>
          </a:p>
        </p:txBody>
      </p:sp>
      <p:sp>
        <p:nvSpPr>
          <p:cNvPr id="5" name=""/>
          <p:cNvSpPr txBox="1"/>
          <p:nvPr/>
        </p:nvSpPr>
        <p:spPr>
          <a:xfrm>
            <a:off x="3743325" y="3667125"/>
            <a:ext cx="575310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相手目線</a:t>
            </a:r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で考える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5" name=""/>
          <p:cNvSpPr txBox="1"/>
          <p:nvPr/>
        </p:nvSpPr>
        <p:spPr>
          <a:xfrm>
            <a:off x="1733550" y="428625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例で見てみよう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1114425"/>
            <a:ext cx="4162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51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7" name=""/>
          <p:cNvSpPr txBox="1"/>
          <p:nvPr/>
        </p:nvSpPr>
        <p:spPr>
          <a:xfrm>
            <a:off x="762000" y="197167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574D52"/>
                </a:solidFill>
                <a:latin typeface="Noto Sans JP"/>
                <a:ea typeface="Noto Sans JP"/>
              </a:rPr>
              <a:t>猫を見たんだ</a:t>
            </a:r>
          </a:p>
        </p:txBody>
      </p:sp>
      <p:sp>
        <p:nvSpPr>
          <p:cNvPr id="8" name=""/>
          <p:cNvSpPr/>
          <p:nvPr/>
        </p:nvSpPr>
        <p:spPr>
          <a:xfrm>
            <a:off x="762000" y="26193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/>
          <p:nvPr/>
        </p:nvSpPr>
        <p:spPr>
          <a:xfrm>
            <a:off x="762000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0" name=""/>
          <p:cNvSpPr/>
          <p:nvPr/>
        </p:nvSpPr>
        <p:spPr>
          <a:xfrm>
            <a:off x="1028700" y="3819525"/>
            <a:ext cx="628650" cy="285750"/>
          </a:xfrm>
          <a:prstGeom prst="roundRect">
            <a:avLst>
              <a:gd name="adj" fmla="val 20000"/>
            </a:avLst>
          </a:prstGeom>
          <a:solidFill>
            <a:srgbClr val="1E1A1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33475" y="3857625"/>
            <a:ext cx="828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シーン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4257675"/>
            <a:ext cx="15240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帰り道で</a:t>
            </a:r>
          </a:p>
        </p:txBody>
      </p:sp>
      <p:sp>
        <p:nvSpPr>
          <p:cNvPr id="13" name=""/>
          <p:cNvSpPr txBox="1"/>
          <p:nvPr/>
        </p:nvSpPr>
        <p:spPr>
          <a:xfrm>
            <a:off x="1028700" y="4648200"/>
            <a:ext cx="23907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たまたま見た猫</a:t>
            </a:r>
          </a:p>
        </p:txBody>
      </p:sp>
      <p:sp>
        <p:nvSpPr>
          <p:cNvPr id="14" name=""/>
          <p:cNvSpPr txBox="1"/>
          <p:nvPr/>
        </p:nvSpPr>
        <p:spPr>
          <a:xfrm>
            <a:off x="4486275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5" name=""/>
          <p:cNvSpPr/>
          <p:nvPr/>
        </p:nvSpPr>
        <p:spPr>
          <a:xfrm>
            <a:off x="5095875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CE6EF"/>
          </a:solidFill>
          <a:ln w="19050">
            <a:solidFill>
              <a:srgbClr val="FCE6EF"/>
            </a:solidFill>
            <a:prstDash val="solid"/>
          </a:ln>
        </p:spPr>
      </p:sp>
      <p:sp>
        <p:nvSpPr>
          <p:cNvPr id="16" name=""/>
          <p:cNvSpPr/>
          <p:nvPr/>
        </p:nvSpPr>
        <p:spPr>
          <a:xfrm>
            <a:off x="5362575" y="3819525"/>
            <a:ext cx="10668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5467350" y="385762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相手の気持ち</a:t>
            </a:r>
          </a:p>
        </p:txBody>
      </p:sp>
      <p:sp>
        <p:nvSpPr>
          <p:cNvPr id="18" name=""/>
          <p:cNvSpPr txBox="1"/>
          <p:nvPr/>
        </p:nvSpPr>
        <p:spPr>
          <a:xfrm>
            <a:off x="5362575" y="4257675"/>
            <a:ext cx="21145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「どの猫？」</a:t>
            </a:r>
          </a:p>
        </p:txBody>
      </p:sp>
      <p:sp>
        <p:nvSpPr>
          <p:cNvPr id="19" name=""/>
          <p:cNvSpPr txBox="1"/>
          <p:nvPr/>
        </p:nvSpPr>
        <p:spPr>
          <a:xfrm>
            <a:off x="5362575" y="4724400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知らない猫</a:t>
            </a:r>
          </a:p>
        </p:txBody>
      </p:sp>
      <p:sp>
        <p:nvSpPr>
          <p:cNvPr id="20" name=""/>
          <p:cNvSpPr txBox="1"/>
          <p:nvPr/>
        </p:nvSpPr>
        <p:spPr>
          <a:xfrm>
            <a:off x="8820150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1" name=""/>
          <p:cNvSpPr/>
          <p:nvPr/>
        </p:nvSpPr>
        <p:spPr>
          <a:xfrm>
            <a:off x="9429750" y="3571875"/>
            <a:ext cx="2000250" cy="2000250"/>
          </a:xfrm>
          <a:prstGeom prst="roundRect">
            <a:avLst>
              <a:gd name="adj" fmla="val 13333"/>
            </a:avLst>
          </a:prstGeom>
          <a:solidFill>
            <a:srgbClr val="C8417F"/>
          </a:solidFill>
          <a:ln/>
        </p:spPr>
      </p:sp>
      <p:sp>
        <p:nvSpPr>
          <p:cNvPr id="22" name=""/>
          <p:cNvSpPr txBox="1"/>
          <p:nvPr/>
        </p:nvSpPr>
        <p:spPr>
          <a:xfrm>
            <a:off x="9991725" y="4086225"/>
            <a:ext cx="876300" cy="971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900" b="1">
                <a:solidFill>
                  <a:srgbClr val="FFFFFF"/>
                </a:solidFill>
                <a:latin typeface="Arial"/>
                <a:ea typeface="Arial"/>
              </a:rPr>
              <a:t>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5" name=""/>
          <p:cNvSpPr txBox="1"/>
          <p:nvPr/>
        </p:nvSpPr>
        <p:spPr>
          <a:xfrm>
            <a:off x="1733550" y="428625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例で見てみよう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1114425"/>
            <a:ext cx="48577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5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7" name=""/>
          <p:cNvSpPr txBox="1"/>
          <p:nvPr/>
        </p:nvSpPr>
        <p:spPr>
          <a:xfrm>
            <a:off x="762000" y="1971675"/>
            <a:ext cx="2800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574D52"/>
                </a:solidFill>
                <a:latin typeface="Noto Sans JP"/>
                <a:ea typeface="Noto Sans JP"/>
              </a:rPr>
              <a:t>あの猫、見たよ！</a:t>
            </a:r>
          </a:p>
        </p:txBody>
      </p:sp>
      <p:sp>
        <p:nvSpPr>
          <p:cNvPr id="8" name=""/>
          <p:cNvSpPr/>
          <p:nvPr/>
        </p:nvSpPr>
        <p:spPr>
          <a:xfrm>
            <a:off x="762000" y="26193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/>
          <p:nvPr/>
        </p:nvSpPr>
        <p:spPr>
          <a:xfrm>
            <a:off x="762000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0" name=""/>
          <p:cNvSpPr/>
          <p:nvPr/>
        </p:nvSpPr>
        <p:spPr>
          <a:xfrm>
            <a:off x="1028700" y="3819525"/>
            <a:ext cx="628650" cy="285750"/>
          </a:xfrm>
          <a:prstGeom prst="roundRect">
            <a:avLst>
              <a:gd name="adj" fmla="val 20000"/>
            </a:avLst>
          </a:prstGeom>
          <a:solidFill>
            <a:srgbClr val="1E1A1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33475" y="3857625"/>
            <a:ext cx="828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シーン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4257675"/>
            <a:ext cx="27051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前に一緒に話した</a:t>
            </a:r>
          </a:p>
        </p:txBody>
      </p:sp>
      <p:sp>
        <p:nvSpPr>
          <p:cNvPr id="13" name=""/>
          <p:cNvSpPr txBox="1"/>
          <p:nvPr/>
        </p:nvSpPr>
        <p:spPr>
          <a:xfrm>
            <a:off x="1028700" y="4648200"/>
            <a:ext cx="15240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近所の猫</a:t>
            </a:r>
          </a:p>
        </p:txBody>
      </p:sp>
      <p:sp>
        <p:nvSpPr>
          <p:cNvPr id="14" name=""/>
          <p:cNvSpPr txBox="1"/>
          <p:nvPr/>
        </p:nvSpPr>
        <p:spPr>
          <a:xfrm>
            <a:off x="4486275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5" name=""/>
          <p:cNvSpPr/>
          <p:nvPr/>
        </p:nvSpPr>
        <p:spPr>
          <a:xfrm>
            <a:off x="5095875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CE6EF"/>
          </a:solidFill>
          <a:ln w="19050">
            <a:solidFill>
              <a:srgbClr val="FCE6EF"/>
            </a:solidFill>
            <a:prstDash val="solid"/>
          </a:ln>
        </p:spPr>
      </p:sp>
      <p:sp>
        <p:nvSpPr>
          <p:cNvPr id="16" name=""/>
          <p:cNvSpPr/>
          <p:nvPr/>
        </p:nvSpPr>
        <p:spPr>
          <a:xfrm>
            <a:off x="5362575" y="3819525"/>
            <a:ext cx="10668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5467350" y="385762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相手の気持ち</a:t>
            </a:r>
          </a:p>
        </p:txBody>
      </p:sp>
      <p:sp>
        <p:nvSpPr>
          <p:cNvPr id="18" name=""/>
          <p:cNvSpPr txBox="1"/>
          <p:nvPr/>
        </p:nvSpPr>
        <p:spPr>
          <a:xfrm>
            <a:off x="5362575" y="4257675"/>
            <a:ext cx="2409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「あの猫ね！」</a:t>
            </a:r>
          </a:p>
        </p:txBody>
      </p:sp>
      <p:sp>
        <p:nvSpPr>
          <p:cNvPr id="19" name=""/>
          <p:cNvSpPr txBox="1"/>
          <p:nvPr/>
        </p:nvSpPr>
        <p:spPr>
          <a:xfrm>
            <a:off x="5362575" y="4724400"/>
            <a:ext cx="1647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知っている猫</a:t>
            </a:r>
          </a:p>
        </p:txBody>
      </p:sp>
      <p:sp>
        <p:nvSpPr>
          <p:cNvPr id="20" name=""/>
          <p:cNvSpPr txBox="1"/>
          <p:nvPr/>
        </p:nvSpPr>
        <p:spPr>
          <a:xfrm>
            <a:off x="8820150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1" name=""/>
          <p:cNvSpPr/>
          <p:nvPr/>
        </p:nvSpPr>
        <p:spPr>
          <a:xfrm>
            <a:off x="9429750" y="3571875"/>
            <a:ext cx="2000250" cy="2000250"/>
          </a:xfrm>
          <a:prstGeom prst="roundRect">
            <a:avLst>
              <a:gd name="adj" fmla="val 13333"/>
            </a:avLst>
          </a:prstGeom>
          <a:solidFill>
            <a:srgbClr val="C8417F"/>
          </a:solidFill>
          <a:ln/>
        </p:spPr>
      </p:sp>
      <p:sp>
        <p:nvSpPr>
          <p:cNvPr id="22" name=""/>
          <p:cNvSpPr txBox="1"/>
          <p:nvPr/>
        </p:nvSpPr>
        <p:spPr>
          <a:xfrm>
            <a:off x="9534525" y="4086225"/>
            <a:ext cx="1790700" cy="971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90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5" name=""/>
          <p:cNvSpPr txBox="1"/>
          <p:nvPr/>
        </p:nvSpPr>
        <p:spPr>
          <a:xfrm>
            <a:off x="1733550" y="428625"/>
            <a:ext cx="1905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比べてみよう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5181600" cy="4505325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2209800" y="2524125"/>
            <a:ext cx="2971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34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345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8" name=""/>
          <p:cNvSpPr txBox="1"/>
          <p:nvPr/>
        </p:nvSpPr>
        <p:spPr>
          <a:xfrm>
            <a:off x="2324100" y="3181350"/>
            <a:ext cx="2705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E1A1C"/>
                </a:solidFill>
                <a:latin typeface="Noto Sans JP"/>
                <a:ea typeface="Noto Sans JP"/>
              </a:rPr>
              <a:t>猫を見たんだ</a:t>
            </a:r>
          </a:p>
        </p:txBody>
      </p:sp>
      <p:sp>
        <p:nvSpPr>
          <p:cNvPr id="9" name=""/>
          <p:cNvSpPr txBox="1"/>
          <p:nvPr/>
        </p:nvSpPr>
        <p:spPr>
          <a:xfrm>
            <a:off x="2438400" y="383857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相手が知らない猫</a:t>
            </a:r>
          </a:p>
        </p:txBody>
      </p:sp>
      <p:sp>
        <p:nvSpPr>
          <p:cNvPr id="10" name=""/>
          <p:cNvSpPr/>
          <p:nvPr/>
        </p:nvSpPr>
        <p:spPr>
          <a:xfrm>
            <a:off x="6248400" y="1104900"/>
            <a:ext cx="5181600" cy="4505325"/>
          </a:xfrm>
          <a:prstGeom prst="roundRect">
            <a:avLst>
              <a:gd name="adj" fmla="val 507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1" name=""/>
          <p:cNvSpPr txBox="1"/>
          <p:nvPr/>
        </p:nvSpPr>
        <p:spPr>
          <a:xfrm>
            <a:off x="7496175" y="2524125"/>
            <a:ext cx="3429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34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3450" b="1">
                <a:solidFill>
                  <a:srgbClr val="1E1A1C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12" name=""/>
          <p:cNvSpPr txBox="1"/>
          <p:nvPr/>
        </p:nvSpPr>
        <p:spPr>
          <a:xfrm>
            <a:off x="7467600" y="3181350"/>
            <a:ext cx="34956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E1A1C"/>
                </a:solidFill>
                <a:latin typeface="Noto Sans JP"/>
                <a:ea typeface="Noto Sans JP"/>
              </a:rPr>
              <a:t>あの猫、見たよ！</a:t>
            </a:r>
          </a:p>
        </p:txBody>
      </p:sp>
      <p:sp>
        <p:nvSpPr>
          <p:cNvPr id="13" name=""/>
          <p:cNvSpPr txBox="1"/>
          <p:nvPr/>
        </p:nvSpPr>
        <p:spPr>
          <a:xfrm>
            <a:off x="7820025" y="383857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相手も知っている猫</a:t>
            </a:r>
          </a:p>
        </p:txBody>
      </p:sp>
      <p:sp>
        <p:nvSpPr>
          <p:cNvPr id="14" name=""/>
          <p:cNvSpPr/>
          <p:nvPr/>
        </p:nvSpPr>
        <p:spPr>
          <a:xfrm>
            <a:off x="762000" y="5819775"/>
            <a:ext cx="10668000" cy="657225"/>
          </a:xfrm>
          <a:prstGeom prst="roundRect">
            <a:avLst>
              <a:gd name="adj" fmla="val 23188"/>
            </a:avLst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2438400" y="5972175"/>
            <a:ext cx="73056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C8417F"/>
                </a:solidFill>
                <a:latin typeface="Noto Sans JP"/>
                <a:ea typeface="Noto Sans JP"/>
              </a:rPr>
              <a:t>the</a:t>
            </a:r>
            <a:pPr algn="ctr"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 は、ざっくり言うと「その」「あの」に近いイメージ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914400" y="1266825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SCENES</a:t>
            </a:r>
          </a:p>
        </p:txBody>
      </p:sp>
      <p:sp>
        <p:nvSpPr>
          <p:cNvPr id="4" name=""/>
          <p:cNvSpPr txBox="1"/>
          <p:nvPr/>
        </p:nvSpPr>
        <p:spPr>
          <a:xfrm>
            <a:off x="914400" y="1457325"/>
            <a:ext cx="462915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Arial"/>
                <a:ea typeface="Arial"/>
              </a:rPr>
              <a:t>the</a:t>
            </a:r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 になる</a:t>
            </a:r>
          </a:p>
        </p:txBody>
      </p:sp>
      <p:sp>
        <p:nvSpPr>
          <p:cNvPr id="5" name=""/>
          <p:cNvSpPr txBox="1"/>
          <p:nvPr/>
        </p:nvSpPr>
        <p:spPr>
          <a:xfrm>
            <a:off x="914400" y="2486025"/>
            <a:ext cx="458152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3つの場面</a:t>
            </a:r>
          </a:p>
        </p:txBody>
      </p:sp>
      <p:sp>
        <p:nvSpPr>
          <p:cNvPr id="6" name=""/>
          <p:cNvSpPr/>
          <p:nvPr/>
        </p:nvSpPr>
        <p:spPr>
          <a:xfrm>
            <a:off x="914400" y="3800475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/>
          <p:nvPr/>
        </p:nvSpPr>
        <p:spPr>
          <a:xfrm>
            <a:off x="914400" y="4143375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76300" y="42195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"/>
          <p:cNvSpPr txBox="1"/>
          <p:nvPr/>
        </p:nvSpPr>
        <p:spPr>
          <a:xfrm>
            <a:off x="1447800" y="418147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一度話に出たもの</a:t>
            </a:r>
          </a:p>
        </p:txBody>
      </p:sp>
      <p:sp>
        <p:nvSpPr>
          <p:cNvPr id="10" name=""/>
          <p:cNvSpPr/>
          <p:nvPr/>
        </p:nvSpPr>
        <p:spPr>
          <a:xfrm>
            <a:off x="914400" y="4657725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76300" y="473392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447800" y="4695825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その場の状況でわかるもの</a:t>
            </a:r>
          </a:p>
        </p:txBody>
      </p:sp>
      <p:sp>
        <p:nvSpPr>
          <p:cNvPr id="13" name=""/>
          <p:cNvSpPr/>
          <p:nvPr/>
        </p:nvSpPr>
        <p:spPr>
          <a:xfrm>
            <a:off x="914400" y="5172075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76300" y="52482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5" name=""/>
          <p:cNvSpPr txBox="1"/>
          <p:nvPr/>
        </p:nvSpPr>
        <p:spPr>
          <a:xfrm>
            <a:off x="1447800" y="5210175"/>
            <a:ext cx="2895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世界に1つしかないもの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0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場面 1</a:t>
            </a:r>
          </a:p>
        </p:txBody>
      </p:sp>
      <p:sp>
        <p:nvSpPr>
          <p:cNvPr id="5" name=""/>
          <p:cNvSpPr txBox="1"/>
          <p:nvPr/>
        </p:nvSpPr>
        <p:spPr>
          <a:xfrm>
            <a:off x="1704975" y="4286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一度話に出たもの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10668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/>
          <p:nvPr/>
        </p:nvSpPr>
        <p:spPr>
          <a:xfrm>
            <a:off x="1047750" y="1866900"/>
            <a:ext cx="733425" cy="3810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81100" y="1924050"/>
            <a:ext cx="876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C8417F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9" name=""/>
          <p:cNvSpPr txBox="1"/>
          <p:nvPr/>
        </p:nvSpPr>
        <p:spPr>
          <a:xfrm>
            <a:off x="2190750" y="16383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2850" b="1">
                <a:solidFill>
                  <a:srgbClr val="1E1A1C"/>
                </a:solidFill>
                <a:latin typeface="Arial"/>
                <a:ea typeface="Arial"/>
              </a:rPr>
              <a:t> cat on my way home.</a:t>
            </a:r>
          </a:p>
        </p:txBody>
      </p:sp>
      <p:sp>
        <p:nvSpPr>
          <p:cNvPr id="10" name=""/>
          <p:cNvSpPr txBox="1"/>
          <p:nvPr/>
        </p:nvSpPr>
        <p:spPr>
          <a:xfrm>
            <a:off x="2190750" y="2143125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帰り道で猫を見たの</a:t>
            </a:r>
          </a:p>
        </p:txBody>
      </p:sp>
      <p:sp>
        <p:nvSpPr>
          <p:cNvPr id="11" name=""/>
          <p:cNvSpPr/>
          <p:nvPr/>
        </p:nvSpPr>
        <p:spPr>
          <a:xfrm>
            <a:off x="8382000" y="144780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91550" y="1619250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相手はまだ知らない</a:t>
            </a:r>
          </a:p>
        </p:txBody>
      </p:sp>
      <p:sp>
        <p:nvSpPr>
          <p:cNvPr id="13" name=""/>
          <p:cNvSpPr txBox="1"/>
          <p:nvPr/>
        </p:nvSpPr>
        <p:spPr>
          <a:xfrm>
            <a:off x="8591550" y="2028825"/>
            <a:ext cx="885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→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0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場面 1</a:t>
            </a:r>
          </a:p>
        </p:txBody>
      </p:sp>
      <p:sp>
        <p:nvSpPr>
          <p:cNvPr id="5" name=""/>
          <p:cNvSpPr txBox="1"/>
          <p:nvPr/>
        </p:nvSpPr>
        <p:spPr>
          <a:xfrm>
            <a:off x="1704975" y="4286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一度話に出たもの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10668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/>
          <p:nvPr/>
        </p:nvSpPr>
        <p:spPr>
          <a:xfrm>
            <a:off x="1047750" y="1866900"/>
            <a:ext cx="733425" cy="3810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81100" y="1924050"/>
            <a:ext cx="876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C8417F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9" name=""/>
          <p:cNvSpPr txBox="1"/>
          <p:nvPr/>
        </p:nvSpPr>
        <p:spPr>
          <a:xfrm>
            <a:off x="2190750" y="1638300"/>
            <a:ext cx="5905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E1A1C"/>
                </a:solidFill>
                <a:latin typeface="Arial"/>
                <a:ea typeface="Arial"/>
              </a:rPr>
              <a:t>I saw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2850" b="1">
                <a:solidFill>
                  <a:srgbClr val="1E1A1C"/>
                </a:solidFill>
                <a:latin typeface="Arial"/>
                <a:ea typeface="Arial"/>
              </a:rPr>
              <a:t> cat on my way home.</a:t>
            </a:r>
          </a:p>
        </p:txBody>
      </p:sp>
      <p:sp>
        <p:nvSpPr>
          <p:cNvPr id="10" name=""/>
          <p:cNvSpPr txBox="1"/>
          <p:nvPr/>
        </p:nvSpPr>
        <p:spPr>
          <a:xfrm>
            <a:off x="2190750" y="2143125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帰り道で猫を見たの</a:t>
            </a:r>
          </a:p>
        </p:txBody>
      </p:sp>
      <p:sp>
        <p:nvSpPr>
          <p:cNvPr id="11" name=""/>
          <p:cNvSpPr/>
          <p:nvPr/>
        </p:nvSpPr>
        <p:spPr>
          <a:xfrm>
            <a:off x="8382000" y="144780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91550" y="1619250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相手はまだ知らない</a:t>
            </a:r>
          </a:p>
        </p:txBody>
      </p:sp>
      <p:sp>
        <p:nvSpPr>
          <p:cNvPr id="13" name=""/>
          <p:cNvSpPr txBox="1"/>
          <p:nvPr/>
        </p:nvSpPr>
        <p:spPr>
          <a:xfrm>
            <a:off x="8591550" y="2028825"/>
            <a:ext cx="885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→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762000" y="3219450"/>
            <a:ext cx="106680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5" name=""/>
          <p:cNvSpPr/>
          <p:nvPr/>
        </p:nvSpPr>
        <p:spPr>
          <a:xfrm>
            <a:off x="1047750" y="3981450"/>
            <a:ext cx="733425" cy="3810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81100" y="4038600"/>
            <a:ext cx="876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C8417F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17" name=""/>
          <p:cNvSpPr txBox="1"/>
          <p:nvPr/>
        </p:nvSpPr>
        <p:spPr>
          <a:xfrm>
            <a:off x="2190750" y="3752850"/>
            <a:ext cx="42957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2850" b="1">
                <a:solidFill>
                  <a:srgbClr val="1E1A1C"/>
                </a:solidFill>
                <a:latin typeface="Arial"/>
                <a:ea typeface="Arial"/>
              </a:rPr>
              <a:t> cat was so cute.</a:t>
            </a:r>
          </a:p>
        </p:txBody>
      </p:sp>
      <p:sp>
        <p:nvSpPr>
          <p:cNvPr id="18" name=""/>
          <p:cNvSpPr txBox="1"/>
          <p:nvPr/>
        </p:nvSpPr>
        <p:spPr>
          <a:xfrm>
            <a:off x="2190750" y="4257675"/>
            <a:ext cx="3486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574D52"/>
                </a:solidFill>
                <a:latin typeface="Noto Sans JP"/>
                <a:ea typeface="Noto Sans JP"/>
              </a:rPr>
              <a:t>その猫がすごくかわいくて</a:t>
            </a:r>
          </a:p>
        </p:txBody>
      </p:sp>
      <p:sp>
        <p:nvSpPr>
          <p:cNvPr id="19" name=""/>
          <p:cNvSpPr/>
          <p:nvPr/>
        </p:nvSpPr>
        <p:spPr>
          <a:xfrm>
            <a:off x="8382000" y="356235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591550" y="3733800"/>
            <a:ext cx="2971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「さっき言った猫ね」</a:t>
            </a:r>
          </a:p>
        </p:txBody>
      </p:sp>
      <p:sp>
        <p:nvSpPr>
          <p:cNvPr id="21" name=""/>
          <p:cNvSpPr txBox="1"/>
          <p:nvPr/>
        </p:nvSpPr>
        <p:spPr>
          <a:xfrm>
            <a:off x="8591550" y="4143375"/>
            <a:ext cx="1266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→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0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場面 2</a:t>
            </a:r>
          </a:p>
        </p:txBody>
      </p:sp>
      <p:sp>
        <p:nvSpPr>
          <p:cNvPr id="5" name=""/>
          <p:cNvSpPr txBox="1"/>
          <p:nvPr/>
        </p:nvSpPr>
        <p:spPr>
          <a:xfrm>
            <a:off x="1704975" y="42862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その場の状況でわかるもの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1114425"/>
            <a:ext cx="88392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Can you close </a:t>
            </a:r>
            <a:pPr/>
            <a:r>
              <a:rPr sz="5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door?</a:t>
            </a:r>
          </a:p>
        </p:txBody>
      </p:sp>
      <p:sp>
        <p:nvSpPr>
          <p:cNvPr id="7" name=""/>
          <p:cNvSpPr txBox="1"/>
          <p:nvPr/>
        </p:nvSpPr>
        <p:spPr>
          <a:xfrm>
            <a:off x="762000" y="1971675"/>
            <a:ext cx="34004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574D52"/>
                </a:solidFill>
                <a:latin typeface="Noto Sans JP"/>
                <a:ea typeface="Noto Sans JP"/>
              </a:rPr>
              <a:t>ドアを閉めてくれる？</a:t>
            </a:r>
          </a:p>
        </p:txBody>
      </p:sp>
      <p:sp>
        <p:nvSpPr>
          <p:cNvPr id="8" name=""/>
          <p:cNvSpPr/>
          <p:nvPr/>
        </p:nvSpPr>
        <p:spPr>
          <a:xfrm>
            <a:off x="762000" y="26193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/>
          <p:nvPr/>
        </p:nvSpPr>
        <p:spPr>
          <a:xfrm>
            <a:off x="762000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0" name=""/>
          <p:cNvSpPr/>
          <p:nvPr/>
        </p:nvSpPr>
        <p:spPr>
          <a:xfrm>
            <a:off x="1028700" y="3819525"/>
            <a:ext cx="628650" cy="285750"/>
          </a:xfrm>
          <a:prstGeom prst="roundRect">
            <a:avLst>
              <a:gd name="adj" fmla="val 20000"/>
            </a:avLst>
          </a:prstGeom>
          <a:solidFill>
            <a:srgbClr val="1E1A1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33475" y="3857625"/>
            <a:ext cx="828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シーン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4257675"/>
            <a:ext cx="1819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部屋の中で</a:t>
            </a:r>
          </a:p>
        </p:txBody>
      </p:sp>
      <p:sp>
        <p:nvSpPr>
          <p:cNvPr id="13" name=""/>
          <p:cNvSpPr txBox="1"/>
          <p:nvPr/>
        </p:nvSpPr>
        <p:spPr>
          <a:xfrm>
            <a:off x="4486275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4" name=""/>
          <p:cNvSpPr/>
          <p:nvPr/>
        </p:nvSpPr>
        <p:spPr>
          <a:xfrm>
            <a:off x="5095875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CE6EF"/>
          </a:solidFill>
          <a:ln w="19050">
            <a:solidFill>
              <a:srgbClr val="FCE6EF"/>
            </a:solidFill>
            <a:prstDash val="solid"/>
          </a:ln>
        </p:spPr>
      </p:sp>
      <p:sp>
        <p:nvSpPr>
          <p:cNvPr id="15" name=""/>
          <p:cNvSpPr/>
          <p:nvPr/>
        </p:nvSpPr>
        <p:spPr>
          <a:xfrm>
            <a:off x="5362575" y="3819525"/>
            <a:ext cx="10668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5467350" y="385762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相手の気持ち</a:t>
            </a:r>
          </a:p>
        </p:txBody>
      </p:sp>
      <p:sp>
        <p:nvSpPr>
          <p:cNvPr id="17" name=""/>
          <p:cNvSpPr txBox="1"/>
          <p:nvPr/>
        </p:nvSpPr>
        <p:spPr>
          <a:xfrm>
            <a:off x="5362575" y="4257675"/>
            <a:ext cx="21145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「この部屋の</a:t>
            </a:r>
          </a:p>
        </p:txBody>
      </p:sp>
      <p:sp>
        <p:nvSpPr>
          <p:cNvPr id="18" name=""/>
          <p:cNvSpPr txBox="1"/>
          <p:nvPr/>
        </p:nvSpPr>
        <p:spPr>
          <a:xfrm>
            <a:off x="5362575" y="4648200"/>
            <a:ext cx="2409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ドアのことね」</a:t>
            </a:r>
          </a:p>
        </p:txBody>
      </p:sp>
      <p:sp>
        <p:nvSpPr>
          <p:cNvPr id="19" name=""/>
          <p:cNvSpPr txBox="1"/>
          <p:nvPr/>
        </p:nvSpPr>
        <p:spPr>
          <a:xfrm>
            <a:off x="8820150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0" name=""/>
          <p:cNvSpPr/>
          <p:nvPr/>
        </p:nvSpPr>
        <p:spPr>
          <a:xfrm>
            <a:off x="9429750" y="3571875"/>
            <a:ext cx="2000250" cy="2000250"/>
          </a:xfrm>
          <a:prstGeom prst="roundRect">
            <a:avLst>
              <a:gd name="adj" fmla="val 13333"/>
            </a:avLst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534525" y="4086225"/>
            <a:ext cx="1790700" cy="971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90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0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場面 2</a:t>
            </a:r>
          </a:p>
        </p:txBody>
      </p:sp>
      <p:sp>
        <p:nvSpPr>
          <p:cNvPr id="5" name=""/>
          <p:cNvSpPr txBox="1"/>
          <p:nvPr/>
        </p:nvSpPr>
        <p:spPr>
          <a:xfrm>
            <a:off x="1704975" y="42862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その場の状況でわかるもの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1114425"/>
            <a:ext cx="82200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Where's </a:t>
            </a:r>
            <a:pPr/>
            <a:r>
              <a:rPr sz="5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restroom?</a:t>
            </a:r>
          </a:p>
        </p:txBody>
      </p:sp>
      <p:sp>
        <p:nvSpPr>
          <p:cNvPr id="7" name=""/>
          <p:cNvSpPr txBox="1"/>
          <p:nvPr/>
        </p:nvSpPr>
        <p:spPr>
          <a:xfrm>
            <a:off x="762000" y="1971675"/>
            <a:ext cx="3705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574D52"/>
                </a:solidFill>
                <a:latin typeface="Noto Sans JP"/>
                <a:ea typeface="Noto Sans JP"/>
              </a:rPr>
              <a:t>お手洗いはどこですか？</a:t>
            </a:r>
          </a:p>
        </p:txBody>
      </p:sp>
      <p:sp>
        <p:nvSpPr>
          <p:cNvPr id="8" name=""/>
          <p:cNvSpPr/>
          <p:nvPr/>
        </p:nvSpPr>
        <p:spPr>
          <a:xfrm>
            <a:off x="762000" y="26193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/>
          <p:nvPr/>
        </p:nvSpPr>
        <p:spPr>
          <a:xfrm>
            <a:off x="762000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0" name=""/>
          <p:cNvSpPr/>
          <p:nvPr/>
        </p:nvSpPr>
        <p:spPr>
          <a:xfrm>
            <a:off x="1028700" y="3819525"/>
            <a:ext cx="628650" cy="285750"/>
          </a:xfrm>
          <a:prstGeom prst="roundRect">
            <a:avLst>
              <a:gd name="adj" fmla="val 20000"/>
            </a:avLst>
          </a:prstGeom>
          <a:solidFill>
            <a:srgbClr val="1E1A1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33475" y="3857625"/>
            <a:ext cx="828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シーン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4257675"/>
            <a:ext cx="21145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レストランで</a:t>
            </a:r>
          </a:p>
        </p:txBody>
      </p:sp>
      <p:sp>
        <p:nvSpPr>
          <p:cNvPr id="13" name=""/>
          <p:cNvSpPr txBox="1"/>
          <p:nvPr/>
        </p:nvSpPr>
        <p:spPr>
          <a:xfrm>
            <a:off x="4486275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4" name=""/>
          <p:cNvSpPr/>
          <p:nvPr/>
        </p:nvSpPr>
        <p:spPr>
          <a:xfrm>
            <a:off x="5095875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CE6EF"/>
          </a:solidFill>
          <a:ln w="19050">
            <a:solidFill>
              <a:srgbClr val="FCE6EF"/>
            </a:solidFill>
            <a:prstDash val="solid"/>
          </a:ln>
        </p:spPr>
      </p:sp>
      <p:sp>
        <p:nvSpPr>
          <p:cNvPr id="15" name=""/>
          <p:cNvSpPr/>
          <p:nvPr/>
        </p:nvSpPr>
        <p:spPr>
          <a:xfrm>
            <a:off x="5362575" y="3819525"/>
            <a:ext cx="10668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5467350" y="385762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相手の気持ち</a:t>
            </a:r>
          </a:p>
        </p:txBody>
      </p:sp>
      <p:sp>
        <p:nvSpPr>
          <p:cNvPr id="17" name=""/>
          <p:cNvSpPr txBox="1"/>
          <p:nvPr/>
        </p:nvSpPr>
        <p:spPr>
          <a:xfrm>
            <a:off x="5362575" y="4257675"/>
            <a:ext cx="21145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「このお店の</a:t>
            </a:r>
          </a:p>
        </p:txBody>
      </p:sp>
      <p:sp>
        <p:nvSpPr>
          <p:cNvPr id="18" name=""/>
          <p:cNvSpPr txBox="1"/>
          <p:nvPr/>
        </p:nvSpPr>
        <p:spPr>
          <a:xfrm>
            <a:off x="5362575" y="4648200"/>
            <a:ext cx="21145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お手洗いね」</a:t>
            </a:r>
          </a:p>
        </p:txBody>
      </p:sp>
      <p:sp>
        <p:nvSpPr>
          <p:cNvPr id="19" name=""/>
          <p:cNvSpPr txBox="1"/>
          <p:nvPr/>
        </p:nvSpPr>
        <p:spPr>
          <a:xfrm>
            <a:off x="8820150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0" name=""/>
          <p:cNvSpPr/>
          <p:nvPr/>
        </p:nvSpPr>
        <p:spPr>
          <a:xfrm>
            <a:off x="9429750" y="3571875"/>
            <a:ext cx="2000250" cy="2000250"/>
          </a:xfrm>
          <a:prstGeom prst="roundRect">
            <a:avLst>
              <a:gd name="adj" fmla="val 13333"/>
            </a:avLst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534525" y="4086225"/>
            <a:ext cx="1790700" cy="971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90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90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場面 3</a:t>
            </a:r>
          </a:p>
        </p:txBody>
      </p:sp>
      <p:sp>
        <p:nvSpPr>
          <p:cNvPr id="5" name=""/>
          <p:cNvSpPr txBox="1"/>
          <p:nvPr/>
        </p:nvSpPr>
        <p:spPr>
          <a:xfrm>
            <a:off x="1704975" y="428625"/>
            <a:ext cx="31337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世界に1つしかないもの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1114425"/>
            <a:ext cx="8429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sun </a:t>
            </a:r>
            <a:pPr/>
            <a:r>
              <a:rPr sz="51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5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5100" b="1">
                <a:solidFill>
                  <a:srgbClr val="1E1A1C"/>
                </a:solidFill>
                <a:latin typeface="Arial"/>
                <a:ea typeface="Arial"/>
              </a:rPr>
              <a:t> moon</a:t>
            </a:r>
          </a:p>
        </p:txBody>
      </p:sp>
      <p:sp>
        <p:nvSpPr>
          <p:cNvPr id="7" name=""/>
          <p:cNvSpPr txBox="1"/>
          <p:nvPr/>
        </p:nvSpPr>
        <p:spPr>
          <a:xfrm>
            <a:off x="762000" y="197167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574D52"/>
                </a:solidFill>
                <a:latin typeface="Noto Sans JP"/>
                <a:ea typeface="Noto Sans JP"/>
              </a:rPr>
              <a:t>太陽 ／ 月</a:t>
            </a:r>
          </a:p>
        </p:txBody>
      </p:sp>
      <p:sp>
        <p:nvSpPr>
          <p:cNvPr id="8" name=""/>
          <p:cNvSpPr/>
          <p:nvPr/>
        </p:nvSpPr>
        <p:spPr>
          <a:xfrm>
            <a:off x="762000" y="26193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/>
          <p:nvPr/>
        </p:nvSpPr>
        <p:spPr>
          <a:xfrm>
            <a:off x="762000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0" name=""/>
          <p:cNvSpPr/>
          <p:nvPr/>
        </p:nvSpPr>
        <p:spPr>
          <a:xfrm>
            <a:off x="1028700" y="3819525"/>
            <a:ext cx="628650" cy="285750"/>
          </a:xfrm>
          <a:prstGeom prst="roundRect">
            <a:avLst>
              <a:gd name="adj" fmla="val 20000"/>
            </a:avLst>
          </a:prstGeom>
          <a:solidFill>
            <a:srgbClr val="1E1A1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133475" y="3857625"/>
            <a:ext cx="828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シーン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4257675"/>
            <a:ext cx="2295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Noto Sans JP"/>
                <a:ea typeface="Noto Sans JP"/>
              </a:rPr>
              <a:t>世界に1つだけ</a:t>
            </a:r>
          </a:p>
        </p:txBody>
      </p:sp>
      <p:sp>
        <p:nvSpPr>
          <p:cNvPr id="13" name=""/>
          <p:cNvSpPr txBox="1"/>
          <p:nvPr/>
        </p:nvSpPr>
        <p:spPr>
          <a:xfrm>
            <a:off x="4486275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4" name=""/>
          <p:cNvSpPr/>
          <p:nvPr/>
        </p:nvSpPr>
        <p:spPr>
          <a:xfrm>
            <a:off x="5095875" y="3571875"/>
            <a:ext cx="3533775" cy="2000250"/>
          </a:xfrm>
          <a:prstGeom prst="roundRect">
            <a:avLst>
              <a:gd name="adj" fmla="val 9524"/>
            </a:avLst>
          </a:prstGeom>
          <a:solidFill>
            <a:srgbClr val="FCE6EF"/>
          </a:solidFill>
          <a:ln w="19050">
            <a:solidFill>
              <a:srgbClr val="FCE6EF"/>
            </a:solidFill>
            <a:prstDash val="solid"/>
          </a:ln>
        </p:spPr>
      </p:sp>
      <p:sp>
        <p:nvSpPr>
          <p:cNvPr id="15" name=""/>
          <p:cNvSpPr/>
          <p:nvPr/>
        </p:nvSpPr>
        <p:spPr>
          <a:xfrm>
            <a:off x="5362575" y="3819525"/>
            <a:ext cx="10668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5467350" y="385762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相手の気持ち</a:t>
            </a:r>
          </a:p>
        </p:txBody>
      </p:sp>
      <p:sp>
        <p:nvSpPr>
          <p:cNvPr id="17" name=""/>
          <p:cNvSpPr txBox="1"/>
          <p:nvPr/>
        </p:nvSpPr>
        <p:spPr>
          <a:xfrm>
            <a:off x="5362575" y="4257675"/>
            <a:ext cx="2409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「どの太陽？」</a:t>
            </a:r>
          </a:p>
        </p:txBody>
      </p:sp>
      <p:sp>
        <p:nvSpPr>
          <p:cNvPr id="18" name=""/>
          <p:cNvSpPr txBox="1"/>
          <p:nvPr/>
        </p:nvSpPr>
        <p:spPr>
          <a:xfrm>
            <a:off x="5362575" y="4724400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とはならない</a:t>
            </a:r>
          </a:p>
        </p:txBody>
      </p:sp>
      <p:sp>
        <p:nvSpPr>
          <p:cNvPr id="19" name=""/>
          <p:cNvSpPr txBox="1"/>
          <p:nvPr/>
        </p:nvSpPr>
        <p:spPr>
          <a:xfrm>
            <a:off x="8820150" y="426720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0" name=""/>
          <p:cNvSpPr/>
          <p:nvPr/>
        </p:nvSpPr>
        <p:spPr>
          <a:xfrm>
            <a:off x="9429750" y="3571875"/>
            <a:ext cx="2000250" cy="2000250"/>
          </a:xfrm>
          <a:prstGeom prst="roundRect">
            <a:avLst>
              <a:gd name="adj" fmla="val 13333"/>
            </a:avLst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534525" y="4086225"/>
            <a:ext cx="1790700" cy="971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90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9906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おさらい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28625"/>
            <a:ext cx="28670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the になる3つの場面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3400425" cy="45053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/>
          <p:nvPr/>
        </p:nvSpPr>
        <p:spPr>
          <a:xfrm>
            <a:off x="1028700" y="1371600"/>
            <a:ext cx="495300" cy="4953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28700" y="1476375"/>
            <a:ext cx="495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"/>
          <p:cNvSpPr txBox="1"/>
          <p:nvPr/>
        </p:nvSpPr>
        <p:spPr>
          <a:xfrm>
            <a:off x="1028700" y="1990725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一度話に出たもの</a:t>
            </a:r>
          </a:p>
        </p:txBody>
      </p:sp>
      <p:sp>
        <p:nvSpPr>
          <p:cNvPr id="10" name=""/>
          <p:cNvSpPr/>
          <p:nvPr/>
        </p:nvSpPr>
        <p:spPr>
          <a:xfrm>
            <a:off x="1028700" y="4619625"/>
            <a:ext cx="2867025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1028700" y="478155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cat was so cute.</a:t>
            </a:r>
          </a:p>
        </p:txBody>
      </p:sp>
      <p:sp>
        <p:nvSpPr>
          <p:cNvPr id="12" name=""/>
          <p:cNvSpPr txBox="1"/>
          <p:nvPr/>
        </p:nvSpPr>
        <p:spPr>
          <a:xfrm>
            <a:off x="1028700" y="5086350"/>
            <a:ext cx="2790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74D52"/>
                </a:solidFill>
                <a:latin typeface="Noto Sans JP"/>
                <a:ea typeface="Noto Sans JP"/>
              </a:rPr>
              <a:t>その猫がすごくかわいくて</a:t>
            </a:r>
          </a:p>
        </p:txBody>
      </p:sp>
      <p:sp>
        <p:nvSpPr>
          <p:cNvPr id="13" name=""/>
          <p:cNvSpPr/>
          <p:nvPr/>
        </p:nvSpPr>
        <p:spPr>
          <a:xfrm>
            <a:off x="4391025" y="1104900"/>
            <a:ext cx="3400425" cy="45053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/>
          <p:nvPr/>
        </p:nvSpPr>
        <p:spPr>
          <a:xfrm>
            <a:off x="4657725" y="1371600"/>
            <a:ext cx="495300" cy="4953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4657725" y="1476375"/>
            <a:ext cx="495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1990725"/>
            <a:ext cx="26479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その場の状況で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2409825"/>
            <a:ext cx="1990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わかるもの</a:t>
            </a:r>
          </a:p>
        </p:txBody>
      </p:sp>
      <p:sp>
        <p:nvSpPr>
          <p:cNvPr id="18" name=""/>
          <p:cNvSpPr/>
          <p:nvPr/>
        </p:nvSpPr>
        <p:spPr>
          <a:xfrm>
            <a:off x="4657725" y="4619625"/>
            <a:ext cx="2867025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4657725" y="4781550"/>
            <a:ext cx="3352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Can you close </a:t>
            </a:r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door?</a:t>
            </a:r>
          </a:p>
        </p:txBody>
      </p:sp>
      <p:sp>
        <p:nvSpPr>
          <p:cNvPr id="20" name=""/>
          <p:cNvSpPr txBox="1"/>
          <p:nvPr/>
        </p:nvSpPr>
        <p:spPr>
          <a:xfrm>
            <a:off x="4657725" y="5086350"/>
            <a:ext cx="23812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74D52"/>
                </a:solidFill>
                <a:latin typeface="Noto Sans JP"/>
                <a:ea typeface="Noto Sans JP"/>
              </a:rPr>
              <a:t>ドアを閉めてくれる？</a:t>
            </a:r>
          </a:p>
        </p:txBody>
      </p:sp>
      <p:sp>
        <p:nvSpPr>
          <p:cNvPr id="21" name=""/>
          <p:cNvSpPr/>
          <p:nvPr/>
        </p:nvSpPr>
        <p:spPr>
          <a:xfrm>
            <a:off x="8029575" y="1104900"/>
            <a:ext cx="3400425" cy="45053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2" name=""/>
          <p:cNvSpPr/>
          <p:nvPr/>
        </p:nvSpPr>
        <p:spPr>
          <a:xfrm>
            <a:off x="8296275" y="1371600"/>
            <a:ext cx="495300" cy="4953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296275" y="1476375"/>
            <a:ext cx="495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4" name=""/>
          <p:cNvSpPr txBox="1"/>
          <p:nvPr/>
        </p:nvSpPr>
        <p:spPr>
          <a:xfrm>
            <a:off x="8296275" y="1990725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世界に1つしか</a:t>
            </a:r>
          </a:p>
        </p:txBody>
      </p:sp>
      <p:sp>
        <p:nvSpPr>
          <p:cNvPr id="25" name=""/>
          <p:cNvSpPr txBox="1"/>
          <p:nvPr/>
        </p:nvSpPr>
        <p:spPr>
          <a:xfrm>
            <a:off x="8296275" y="2409825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ないもの</a:t>
            </a:r>
          </a:p>
        </p:txBody>
      </p:sp>
      <p:sp>
        <p:nvSpPr>
          <p:cNvPr id="26" name=""/>
          <p:cNvSpPr/>
          <p:nvPr/>
        </p:nvSpPr>
        <p:spPr>
          <a:xfrm>
            <a:off x="8296275" y="4552950"/>
            <a:ext cx="2867025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27" name=""/>
          <p:cNvSpPr txBox="1"/>
          <p:nvPr/>
        </p:nvSpPr>
        <p:spPr>
          <a:xfrm>
            <a:off x="8296275" y="4772025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sun 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moon</a:t>
            </a:r>
          </a:p>
        </p:txBody>
      </p:sp>
      <p:sp>
        <p:nvSpPr>
          <p:cNvPr id="28" name=""/>
          <p:cNvSpPr txBox="1"/>
          <p:nvPr/>
        </p:nvSpPr>
        <p:spPr>
          <a:xfrm>
            <a:off x="8296275" y="5086350"/>
            <a:ext cx="12477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74D52"/>
                </a:solidFill>
                <a:latin typeface="Noto Sans JP"/>
                <a:ea typeface="Noto Sans JP"/>
              </a:rPr>
              <a:t>太陽 ／ 月</a:t>
            </a:r>
          </a:p>
        </p:txBody>
      </p:sp>
      <p:sp>
        <p:nvSpPr>
          <p:cNvPr id="29" name=""/>
          <p:cNvSpPr/>
          <p:nvPr/>
        </p:nvSpPr>
        <p:spPr>
          <a:xfrm>
            <a:off x="762000" y="5819775"/>
            <a:ext cx="10668000" cy="657225"/>
          </a:xfrm>
          <a:prstGeom prst="roundRect">
            <a:avLst>
              <a:gd name="adj" fmla="val 23188"/>
            </a:avLst>
          </a:prstGeom>
          <a:solidFill>
            <a:srgbClr val="FCE6EF"/>
          </a:solidFill>
          <a:ln/>
        </p:spPr>
      </p:sp>
      <p:sp>
        <p:nvSpPr>
          <p:cNvPr id="30" name=""/>
          <p:cNvSpPr txBox="1"/>
          <p:nvPr/>
        </p:nvSpPr>
        <p:spPr>
          <a:xfrm>
            <a:off x="3124200" y="5972175"/>
            <a:ext cx="5943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どれも、相手が</a:t>
            </a:r>
            <a:pPr algn="ctr"/>
            <a:r>
              <a:rPr sz="1900" b="1">
                <a:solidFill>
                  <a:srgbClr val="C8417F"/>
                </a:solidFill>
                <a:latin typeface="Noto Sans JP"/>
                <a:ea typeface="Noto Sans JP"/>
              </a:rPr>
              <a:t>「あれね」</a:t>
            </a:r>
            <a:pPr algn="ctr"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とわかる → </a:t>
            </a:r>
            <a:pPr algn="ctr"/>
            <a:r>
              <a:rPr sz="19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4857750" y="1733550"/>
            <a:ext cx="3190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ここで引っかけ問題！</a:t>
            </a:r>
          </a:p>
        </p:txBody>
      </p:sp>
      <p:sp>
        <p:nvSpPr>
          <p:cNvPr id="4" name=""/>
          <p:cNvSpPr txBox="1"/>
          <p:nvPr/>
        </p:nvSpPr>
        <p:spPr>
          <a:xfrm>
            <a:off x="2981325" y="2219325"/>
            <a:ext cx="75152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お姉ちゃんが1人だけ。</a:t>
            </a:r>
          </a:p>
        </p:txBody>
      </p:sp>
      <p:sp>
        <p:nvSpPr>
          <p:cNvPr id="5" name=""/>
          <p:cNvSpPr txBox="1"/>
          <p:nvPr/>
        </p:nvSpPr>
        <p:spPr>
          <a:xfrm>
            <a:off x="2867025" y="3048000"/>
            <a:ext cx="64579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「姉がいます」は？</a:t>
            </a:r>
          </a:p>
        </p:txBody>
      </p:sp>
      <p:sp>
        <p:nvSpPr>
          <p:cNvPr id="6" name=""/>
          <p:cNvSpPr txBox="1"/>
          <p:nvPr/>
        </p:nvSpPr>
        <p:spPr>
          <a:xfrm>
            <a:off x="3600450" y="4343400"/>
            <a:ext cx="20955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have</a:t>
            </a:r>
          </a:p>
        </p:txBody>
      </p:sp>
      <p:sp>
        <p:nvSpPr>
          <p:cNvPr id="7" name=""/>
          <p:cNvSpPr/>
          <p:nvPr/>
        </p:nvSpPr>
        <p:spPr>
          <a:xfrm>
            <a:off x="5314950" y="42291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8" name=""/>
          <p:cNvSpPr txBox="1"/>
          <p:nvPr/>
        </p:nvSpPr>
        <p:spPr>
          <a:xfrm>
            <a:off x="7029450" y="4343400"/>
            <a:ext cx="21336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sister.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9906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引っかけ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28625"/>
            <a:ext cx="51054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「姉がいます」（お姉ちゃんは1人だけ）</a:t>
            </a:r>
          </a:p>
        </p:txBody>
      </p:sp>
      <p:sp>
        <p:nvSpPr>
          <p:cNvPr id="6" name=""/>
          <p:cNvSpPr/>
          <p:nvPr/>
        </p:nvSpPr>
        <p:spPr>
          <a:xfrm>
            <a:off x="762000" y="1162050"/>
            <a:ext cx="10668000" cy="1905000"/>
          </a:xfrm>
          <a:prstGeom prst="roundRect">
            <a:avLst>
              <a:gd name="adj" fmla="val 10000"/>
            </a:avLst>
          </a:prstGeom>
          <a:solidFill>
            <a:srgbClr val="EFEAEC"/>
          </a:solidFill>
          <a:ln/>
        </p:spPr>
      </p:sp>
      <p:sp>
        <p:nvSpPr>
          <p:cNvPr id="7" name=""/>
          <p:cNvSpPr/>
          <p:nvPr/>
        </p:nvSpPr>
        <p:spPr>
          <a:xfrm>
            <a:off x="1085850" y="1695450"/>
            <a:ext cx="838200" cy="838200"/>
          </a:xfrm>
          <a:prstGeom prst="ellipse">
            <a:avLst/>
          </a:prstGeom>
          <a:solidFill>
            <a:srgbClr val="1E1A1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95375" y="180975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9" name=""/>
          <p:cNvSpPr txBox="1"/>
          <p:nvPr/>
        </p:nvSpPr>
        <p:spPr>
          <a:xfrm>
            <a:off x="2190750" y="1628775"/>
            <a:ext cx="45339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I have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sister.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2190750" y="2266950"/>
            <a:ext cx="38385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574D52"/>
                </a:solidFill>
                <a:latin typeface="Noto Sans JP"/>
                <a:ea typeface="Noto Sans JP"/>
              </a:rPr>
              <a:t>1人しかいないから the …？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9906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引っかけ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28625"/>
            <a:ext cx="51054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「姉がいます」（お姉ちゃんは1人だけ）</a:t>
            </a:r>
          </a:p>
        </p:txBody>
      </p:sp>
      <p:sp>
        <p:nvSpPr>
          <p:cNvPr id="6" name=""/>
          <p:cNvSpPr/>
          <p:nvPr/>
        </p:nvSpPr>
        <p:spPr>
          <a:xfrm>
            <a:off x="762000" y="1162050"/>
            <a:ext cx="10668000" cy="1905000"/>
          </a:xfrm>
          <a:prstGeom prst="roundRect">
            <a:avLst>
              <a:gd name="adj" fmla="val 10000"/>
            </a:avLst>
          </a:prstGeom>
          <a:solidFill>
            <a:srgbClr val="EFEAEC"/>
          </a:solidFill>
          <a:ln/>
        </p:spPr>
      </p:sp>
      <p:sp>
        <p:nvSpPr>
          <p:cNvPr id="7" name=""/>
          <p:cNvSpPr/>
          <p:nvPr/>
        </p:nvSpPr>
        <p:spPr>
          <a:xfrm>
            <a:off x="1085850" y="1695450"/>
            <a:ext cx="838200" cy="838200"/>
          </a:xfrm>
          <a:prstGeom prst="ellipse">
            <a:avLst/>
          </a:prstGeom>
          <a:solidFill>
            <a:srgbClr val="1E1A1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95375" y="180975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9" name=""/>
          <p:cNvSpPr txBox="1"/>
          <p:nvPr/>
        </p:nvSpPr>
        <p:spPr>
          <a:xfrm>
            <a:off x="2190750" y="1628775"/>
            <a:ext cx="45339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I have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sister.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2190750" y="2266950"/>
            <a:ext cx="38385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574D52"/>
                </a:solidFill>
                <a:latin typeface="Noto Sans JP"/>
                <a:ea typeface="Noto Sans JP"/>
              </a:rPr>
              <a:t>1人しかいないから the …？</a:t>
            </a:r>
          </a:p>
        </p:txBody>
      </p:sp>
      <p:sp>
        <p:nvSpPr>
          <p:cNvPr id="11" name=""/>
          <p:cNvSpPr/>
          <p:nvPr/>
        </p:nvSpPr>
        <p:spPr>
          <a:xfrm>
            <a:off x="762000" y="3295650"/>
            <a:ext cx="10668000" cy="1905000"/>
          </a:xfrm>
          <a:prstGeom prst="roundRect">
            <a:avLst>
              <a:gd name="adj" fmla="val 10000"/>
            </a:avLst>
          </a:prstGeom>
          <a:solidFill>
            <a:srgbClr val="FCE6EF"/>
          </a:solidFill>
          <a:ln/>
        </p:spPr>
      </p:sp>
      <p:sp>
        <p:nvSpPr>
          <p:cNvPr id="12" name=""/>
          <p:cNvSpPr/>
          <p:nvPr/>
        </p:nvSpPr>
        <p:spPr>
          <a:xfrm>
            <a:off x="1085850" y="3829050"/>
            <a:ext cx="838200" cy="8382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095375" y="3943350"/>
            <a:ext cx="8286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"/>
          <p:cNvSpPr txBox="1"/>
          <p:nvPr/>
        </p:nvSpPr>
        <p:spPr>
          <a:xfrm>
            <a:off x="2190750" y="3762375"/>
            <a:ext cx="40195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I have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sister.</a:t>
            </a:r>
          </a:p>
        </p:txBody>
      </p:sp>
      <p:sp>
        <p:nvSpPr>
          <p:cNvPr id="15" name=""/>
          <p:cNvSpPr txBox="1"/>
          <p:nvPr/>
        </p:nvSpPr>
        <p:spPr>
          <a:xfrm>
            <a:off x="2190750" y="4400550"/>
            <a:ext cx="62484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C8417F"/>
                </a:solidFill>
                <a:latin typeface="Noto Sans JP"/>
                <a:ea typeface="Noto Sans JP"/>
              </a:rPr>
              <a:t>相手はまだ、私のお姉ちゃんを知らない → 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9906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引っかけ</a:t>
            </a:r>
          </a:p>
        </p:txBody>
      </p:sp>
      <p:sp>
        <p:nvSpPr>
          <p:cNvPr id="5" name=""/>
          <p:cNvSpPr txBox="1"/>
          <p:nvPr/>
        </p:nvSpPr>
        <p:spPr>
          <a:xfrm>
            <a:off x="1905000" y="428625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太陽とお姉ちゃん、何が違う？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5181600" cy="53721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2590800" y="2105025"/>
            <a:ext cx="2105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3450" b="1">
                <a:solidFill>
                  <a:srgbClr val="1E1A1C"/>
                </a:solidFill>
                <a:latin typeface="Arial"/>
                <a:ea typeface="Arial"/>
              </a:rPr>
              <a:t> sun</a:t>
            </a:r>
          </a:p>
        </p:txBody>
      </p:sp>
      <p:sp>
        <p:nvSpPr>
          <p:cNvPr id="8" name=""/>
          <p:cNvSpPr txBox="1"/>
          <p:nvPr/>
        </p:nvSpPr>
        <p:spPr>
          <a:xfrm>
            <a:off x="2790825" y="2771775"/>
            <a:ext cx="16478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世界に1つ</a:t>
            </a:r>
          </a:p>
        </p:txBody>
      </p:sp>
      <p:sp>
        <p:nvSpPr>
          <p:cNvPr id="9" name=""/>
          <p:cNvSpPr txBox="1"/>
          <p:nvPr/>
        </p:nvSpPr>
        <p:spPr>
          <a:xfrm>
            <a:off x="3228975" y="3228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F3A6C8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0" name=""/>
          <p:cNvSpPr txBox="1"/>
          <p:nvPr/>
        </p:nvSpPr>
        <p:spPr>
          <a:xfrm>
            <a:off x="2333625" y="3695700"/>
            <a:ext cx="20288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誰が聞いても</a:t>
            </a:r>
          </a:p>
        </p:txBody>
      </p:sp>
      <p:sp>
        <p:nvSpPr>
          <p:cNvPr id="11" name=""/>
          <p:cNvSpPr txBox="1"/>
          <p:nvPr/>
        </p:nvSpPr>
        <p:spPr>
          <a:xfrm>
            <a:off x="2238375" y="4067175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どれのことかわかる</a:t>
            </a:r>
          </a:p>
        </p:txBody>
      </p:sp>
      <p:sp>
        <p:nvSpPr>
          <p:cNvPr id="12" name=""/>
          <p:cNvSpPr txBox="1"/>
          <p:nvPr/>
        </p:nvSpPr>
        <p:spPr>
          <a:xfrm>
            <a:off x="3228975" y="45243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F3A6C8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3" name=""/>
          <p:cNvSpPr txBox="1"/>
          <p:nvPr/>
        </p:nvSpPr>
        <p:spPr>
          <a:xfrm>
            <a:off x="3028950" y="4991100"/>
            <a:ext cx="10858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4" name=""/>
          <p:cNvSpPr/>
          <p:nvPr/>
        </p:nvSpPr>
        <p:spPr>
          <a:xfrm>
            <a:off x="6248400" y="1104900"/>
            <a:ext cx="5181600" cy="53721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8086725" y="2105025"/>
            <a:ext cx="20859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3450" b="1">
                <a:solidFill>
                  <a:srgbClr val="1E1A1C"/>
                </a:solidFill>
                <a:latin typeface="Arial"/>
                <a:ea typeface="Arial"/>
              </a:rPr>
              <a:t> sister</a:t>
            </a:r>
          </a:p>
        </p:txBody>
      </p:sp>
      <p:sp>
        <p:nvSpPr>
          <p:cNvPr id="16" name=""/>
          <p:cNvSpPr txBox="1"/>
          <p:nvPr/>
        </p:nvSpPr>
        <p:spPr>
          <a:xfrm>
            <a:off x="8277225" y="2771775"/>
            <a:ext cx="16478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私には1人</a:t>
            </a:r>
          </a:p>
        </p:txBody>
      </p:sp>
      <p:sp>
        <p:nvSpPr>
          <p:cNvPr id="17" name=""/>
          <p:cNvSpPr txBox="1"/>
          <p:nvPr/>
        </p:nvSpPr>
        <p:spPr>
          <a:xfrm>
            <a:off x="8715375" y="3228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F3A6C8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8" name=""/>
          <p:cNvSpPr txBox="1"/>
          <p:nvPr/>
        </p:nvSpPr>
        <p:spPr>
          <a:xfrm>
            <a:off x="7953375" y="3695700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でも相手は</a:t>
            </a:r>
          </a:p>
        </p:txBody>
      </p:sp>
      <p:sp>
        <p:nvSpPr>
          <p:cNvPr id="19" name=""/>
          <p:cNvSpPr txBox="1"/>
          <p:nvPr/>
        </p:nvSpPr>
        <p:spPr>
          <a:xfrm>
            <a:off x="8096250" y="4067175"/>
            <a:ext cx="2047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まだ知らない</a:t>
            </a:r>
          </a:p>
        </p:txBody>
      </p:sp>
      <p:sp>
        <p:nvSpPr>
          <p:cNvPr id="20" name=""/>
          <p:cNvSpPr txBox="1"/>
          <p:nvPr/>
        </p:nvSpPr>
        <p:spPr>
          <a:xfrm>
            <a:off x="8715375" y="45243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F3A6C8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21" name=""/>
          <p:cNvSpPr txBox="1"/>
          <p:nvPr/>
        </p:nvSpPr>
        <p:spPr>
          <a:xfrm>
            <a:off x="8715375" y="4991100"/>
            <a:ext cx="6191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4486275" y="2352675"/>
            <a:ext cx="4048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今日いちばん大事なポイント</a:t>
            </a:r>
          </a:p>
        </p:txBody>
      </p:sp>
      <p:sp>
        <p:nvSpPr>
          <p:cNvPr id="4" name=""/>
          <p:cNvSpPr txBox="1"/>
          <p:nvPr/>
        </p:nvSpPr>
        <p:spPr>
          <a:xfrm>
            <a:off x="2085975" y="2838450"/>
            <a:ext cx="956310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「1つしかないか」じゃなくて</a:t>
            </a:r>
          </a:p>
        </p:txBody>
      </p:sp>
      <p:sp>
        <p:nvSpPr>
          <p:cNvPr id="5" name=""/>
          <p:cNvSpPr txBox="1"/>
          <p:nvPr/>
        </p:nvSpPr>
        <p:spPr>
          <a:xfrm>
            <a:off x="1514475" y="3667125"/>
            <a:ext cx="917257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「相手がわかるか」</a:t>
            </a:r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で決まる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5105400" y="1733550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C8417F"/>
                </a:solidFill>
                <a:latin typeface="Noto Sans JP"/>
                <a:ea typeface="Noto Sans JP"/>
              </a:rPr>
              <a:t>会話でよく使う例</a:t>
            </a:r>
          </a:p>
        </p:txBody>
      </p:sp>
      <p:sp>
        <p:nvSpPr>
          <p:cNvPr id="4" name=""/>
          <p:cNvSpPr txBox="1"/>
          <p:nvPr/>
        </p:nvSpPr>
        <p:spPr>
          <a:xfrm>
            <a:off x="4905375" y="22193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友達に</a:t>
            </a:r>
          </a:p>
        </p:txBody>
      </p:sp>
      <p:sp>
        <p:nvSpPr>
          <p:cNvPr id="5" name=""/>
          <p:cNvSpPr txBox="1"/>
          <p:nvPr/>
        </p:nvSpPr>
        <p:spPr>
          <a:xfrm>
            <a:off x="3438525" y="3048000"/>
            <a:ext cx="64579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「カフェ行こうよ」</a:t>
            </a:r>
          </a:p>
        </p:txBody>
      </p:sp>
      <p:sp>
        <p:nvSpPr>
          <p:cNvPr id="6" name=""/>
          <p:cNvSpPr txBox="1"/>
          <p:nvPr/>
        </p:nvSpPr>
        <p:spPr>
          <a:xfrm>
            <a:off x="3190875" y="4343400"/>
            <a:ext cx="34385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Let's go to</a:t>
            </a:r>
          </a:p>
        </p:txBody>
      </p:sp>
      <p:sp>
        <p:nvSpPr>
          <p:cNvPr id="7" name=""/>
          <p:cNvSpPr/>
          <p:nvPr/>
        </p:nvSpPr>
        <p:spPr>
          <a:xfrm>
            <a:off x="6067425" y="42291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8" name=""/>
          <p:cNvSpPr txBox="1"/>
          <p:nvPr/>
        </p:nvSpPr>
        <p:spPr>
          <a:xfrm>
            <a:off x="7781925" y="4343400"/>
            <a:ext cx="17526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café.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意味が変わる</a:t>
            </a:r>
          </a:p>
        </p:txBody>
      </p:sp>
      <p:sp>
        <p:nvSpPr>
          <p:cNvPr id="5" name=""/>
          <p:cNvSpPr txBox="1"/>
          <p:nvPr/>
        </p:nvSpPr>
        <p:spPr>
          <a:xfrm>
            <a:off x="2247900" y="42862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友達に「カフェ行こうよ」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10668000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1047750" y="1838325"/>
            <a:ext cx="48958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Let's go to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café.</a:t>
            </a:r>
          </a:p>
        </p:txBody>
      </p:sp>
      <p:sp>
        <p:nvSpPr>
          <p:cNvPr id="8" name=""/>
          <p:cNvSpPr txBox="1"/>
          <p:nvPr/>
        </p:nvSpPr>
        <p:spPr>
          <a:xfrm>
            <a:off x="6343650" y="182880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9" name=""/>
          <p:cNvSpPr txBox="1"/>
          <p:nvPr/>
        </p:nvSpPr>
        <p:spPr>
          <a:xfrm>
            <a:off x="7048500" y="1714500"/>
            <a:ext cx="277177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E1A1C"/>
                </a:solidFill>
                <a:latin typeface="Noto Sans JP"/>
                <a:ea typeface="Noto Sans JP"/>
              </a:rPr>
              <a:t>どこでもいいから</a:t>
            </a:r>
          </a:p>
        </p:txBody>
      </p:sp>
      <p:sp>
        <p:nvSpPr>
          <p:cNvPr id="10" name=""/>
          <p:cNvSpPr txBox="1"/>
          <p:nvPr/>
        </p:nvSpPr>
        <p:spPr>
          <a:xfrm>
            <a:off x="7048500" y="211455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E1A1C"/>
                </a:solidFill>
                <a:latin typeface="Noto Sans JP"/>
                <a:ea typeface="Noto Sans JP"/>
              </a:rPr>
              <a:t>カフェに行こう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意味が変わる</a:t>
            </a:r>
          </a:p>
        </p:txBody>
      </p:sp>
      <p:sp>
        <p:nvSpPr>
          <p:cNvPr id="5" name=""/>
          <p:cNvSpPr txBox="1"/>
          <p:nvPr/>
        </p:nvSpPr>
        <p:spPr>
          <a:xfrm>
            <a:off x="2247900" y="42862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友達に「カフェ行こうよ」</a:t>
            </a:r>
          </a:p>
        </p:txBody>
      </p:sp>
      <p:sp>
        <p:nvSpPr>
          <p:cNvPr id="6" name=""/>
          <p:cNvSpPr/>
          <p:nvPr/>
        </p:nvSpPr>
        <p:spPr>
          <a:xfrm>
            <a:off x="762000" y="1104900"/>
            <a:ext cx="10668000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1047750" y="1838325"/>
            <a:ext cx="48958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Let's go to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café.</a:t>
            </a:r>
          </a:p>
        </p:txBody>
      </p:sp>
      <p:sp>
        <p:nvSpPr>
          <p:cNvPr id="8" name=""/>
          <p:cNvSpPr txBox="1"/>
          <p:nvPr/>
        </p:nvSpPr>
        <p:spPr>
          <a:xfrm>
            <a:off x="6343650" y="182880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9" name=""/>
          <p:cNvSpPr txBox="1"/>
          <p:nvPr/>
        </p:nvSpPr>
        <p:spPr>
          <a:xfrm>
            <a:off x="7048500" y="1714500"/>
            <a:ext cx="277177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E1A1C"/>
                </a:solidFill>
                <a:latin typeface="Noto Sans JP"/>
                <a:ea typeface="Noto Sans JP"/>
              </a:rPr>
              <a:t>どこでもいいから</a:t>
            </a:r>
          </a:p>
        </p:txBody>
      </p:sp>
      <p:sp>
        <p:nvSpPr>
          <p:cNvPr id="10" name=""/>
          <p:cNvSpPr txBox="1"/>
          <p:nvPr/>
        </p:nvSpPr>
        <p:spPr>
          <a:xfrm>
            <a:off x="7048500" y="211455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E1A1C"/>
                </a:solidFill>
                <a:latin typeface="Noto Sans JP"/>
                <a:ea typeface="Noto Sans JP"/>
              </a:rPr>
              <a:t>カフェに行こう</a:t>
            </a:r>
          </a:p>
        </p:txBody>
      </p:sp>
      <p:sp>
        <p:nvSpPr>
          <p:cNvPr id="11" name=""/>
          <p:cNvSpPr/>
          <p:nvPr/>
        </p:nvSpPr>
        <p:spPr>
          <a:xfrm>
            <a:off x="762000" y="3314700"/>
            <a:ext cx="10668000" cy="20002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2" name=""/>
          <p:cNvSpPr txBox="1"/>
          <p:nvPr/>
        </p:nvSpPr>
        <p:spPr>
          <a:xfrm>
            <a:off x="1047750" y="4048125"/>
            <a:ext cx="54102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Let's go to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café.</a:t>
            </a:r>
          </a:p>
        </p:txBody>
      </p:sp>
      <p:sp>
        <p:nvSpPr>
          <p:cNvPr id="13" name=""/>
          <p:cNvSpPr txBox="1"/>
          <p:nvPr/>
        </p:nvSpPr>
        <p:spPr>
          <a:xfrm>
            <a:off x="6343650" y="403860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F3A6C8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4" name=""/>
          <p:cNvSpPr txBox="1"/>
          <p:nvPr/>
        </p:nvSpPr>
        <p:spPr>
          <a:xfrm>
            <a:off x="7048500" y="3924300"/>
            <a:ext cx="29718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E1A1C"/>
                </a:solidFill>
                <a:latin typeface="Noto Sans JP"/>
                <a:ea typeface="Noto Sans JP"/>
              </a:rPr>
              <a:t>2人がわかっている</a:t>
            </a:r>
          </a:p>
        </p:txBody>
      </p:sp>
      <p:sp>
        <p:nvSpPr>
          <p:cNvPr id="15" name=""/>
          <p:cNvSpPr txBox="1"/>
          <p:nvPr/>
        </p:nvSpPr>
        <p:spPr>
          <a:xfrm>
            <a:off x="7048500" y="4324350"/>
            <a:ext cx="463867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C8417F"/>
                </a:solidFill>
                <a:latin typeface="Noto Sans JP"/>
                <a:ea typeface="Noto Sans JP"/>
              </a:rPr>
              <a:t>いつもの、あのカフェ</a:t>
            </a:r>
            <a:pPr/>
            <a:r>
              <a:rPr sz="2100" b="1">
                <a:solidFill>
                  <a:srgbClr val="1E1A1C"/>
                </a:solidFill>
                <a:latin typeface="Noto Sans JP"/>
                <a:ea typeface="Noto Sans JP"/>
              </a:rPr>
              <a:t>に行こう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2962275" y="2628900"/>
            <a:ext cx="75628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Arial"/>
                <a:ea typeface="Arial"/>
              </a:rPr>
              <a:t>a</a:t>
            </a:r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1E1A1C"/>
                </a:solidFill>
                <a:latin typeface="Arial"/>
                <a:ea typeface="Arial"/>
              </a:rPr>
              <a:t>the</a:t>
            </a:r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 を変えるだけで</a:t>
            </a:r>
          </a:p>
        </p:txBody>
      </p:sp>
      <p:sp>
        <p:nvSpPr>
          <p:cNvPr id="4" name=""/>
          <p:cNvSpPr txBox="1"/>
          <p:nvPr/>
        </p:nvSpPr>
        <p:spPr>
          <a:xfrm>
            <a:off x="2533650" y="3514725"/>
            <a:ext cx="71342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伝わる意味</a:t>
            </a:r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が変わる！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914400" y="971550"/>
            <a:ext cx="10096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QUIZ</a:t>
            </a:r>
          </a:p>
        </p:txBody>
      </p:sp>
      <p:sp>
        <p:nvSpPr>
          <p:cNvPr id="5" name=""/>
          <p:cNvSpPr txBox="1"/>
          <p:nvPr/>
        </p:nvSpPr>
        <p:spPr>
          <a:xfrm>
            <a:off x="914400" y="1162050"/>
            <a:ext cx="348615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Arial"/>
                <a:ea typeface="Arial"/>
              </a:rPr>
              <a:t>a</a:t>
            </a:r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 と </a:t>
            </a:r>
            <a:pPr/>
            <a:r>
              <a:rPr sz="6300" b="1">
                <a:solidFill>
                  <a:srgbClr val="1E1A1C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6" name=""/>
          <p:cNvSpPr txBox="1"/>
          <p:nvPr/>
        </p:nvSpPr>
        <p:spPr>
          <a:xfrm>
            <a:off x="914400" y="2190750"/>
            <a:ext cx="401955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どっち？</a:t>
            </a:r>
          </a:p>
        </p:txBody>
      </p:sp>
      <p:sp>
        <p:nvSpPr>
          <p:cNvPr id="7" name=""/>
          <p:cNvSpPr/>
          <p:nvPr/>
        </p:nvSpPr>
        <p:spPr>
          <a:xfrm>
            <a:off x="914400" y="350520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8" name=""/>
          <p:cNvSpPr txBox="1"/>
          <p:nvPr/>
        </p:nvSpPr>
        <p:spPr>
          <a:xfrm>
            <a:off x="914400" y="3810000"/>
            <a:ext cx="52292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カッコに入るのは a か the か。全4問！</a:t>
            </a:r>
          </a:p>
        </p:txBody>
      </p:sp>
      <p:sp>
        <p:nvSpPr>
          <p:cNvPr id="9" name=""/>
          <p:cNvSpPr/>
          <p:nvPr/>
        </p:nvSpPr>
        <p:spPr>
          <a:xfrm>
            <a:off x="914400" y="4438650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76300" y="45148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447800" y="4476750"/>
            <a:ext cx="36766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問題を見て、a か the か考える</a:t>
            </a:r>
          </a:p>
        </p:txBody>
      </p:sp>
      <p:sp>
        <p:nvSpPr>
          <p:cNvPr id="12" name=""/>
          <p:cNvSpPr/>
          <p:nvPr/>
        </p:nvSpPr>
        <p:spPr>
          <a:xfrm>
            <a:off x="914400" y="4953000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76300" y="50292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4" name=""/>
          <p:cNvSpPr txBox="1"/>
          <p:nvPr/>
        </p:nvSpPr>
        <p:spPr>
          <a:xfrm>
            <a:off x="1447800" y="499110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声に出して答えてみる</a:t>
            </a:r>
          </a:p>
        </p:txBody>
      </p:sp>
      <p:sp>
        <p:nvSpPr>
          <p:cNvPr id="15" name=""/>
          <p:cNvSpPr/>
          <p:nvPr/>
        </p:nvSpPr>
        <p:spPr>
          <a:xfrm>
            <a:off x="914400" y="5467350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76300" y="55435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7" name=""/>
          <p:cNvSpPr txBox="1"/>
          <p:nvPr/>
        </p:nvSpPr>
        <p:spPr>
          <a:xfrm>
            <a:off x="1447800" y="550545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答え合わせ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0962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23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クイズ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2105025"/>
            <a:ext cx="27717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bought</a:t>
            </a:r>
          </a:p>
        </p:txBody>
      </p:sp>
      <p:sp>
        <p:nvSpPr>
          <p:cNvPr id="7" name=""/>
          <p:cNvSpPr/>
          <p:nvPr/>
        </p:nvSpPr>
        <p:spPr>
          <a:xfrm>
            <a:off x="3067050" y="1990725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8" name=""/>
          <p:cNvSpPr txBox="1"/>
          <p:nvPr/>
        </p:nvSpPr>
        <p:spPr>
          <a:xfrm>
            <a:off x="4781550" y="2105025"/>
            <a:ext cx="50101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book yesterday.</a:t>
            </a:r>
          </a:p>
        </p:txBody>
      </p:sp>
      <p:sp>
        <p:nvSpPr>
          <p:cNvPr id="9" name=""/>
          <p:cNvSpPr/>
          <p:nvPr/>
        </p:nvSpPr>
        <p:spPr>
          <a:xfrm>
            <a:off x="762000" y="3152775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2476500" y="3267075"/>
            <a:ext cx="78009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book is really interesting.</a:t>
            </a:r>
          </a:p>
        </p:txBody>
      </p:sp>
      <p:sp>
        <p:nvSpPr>
          <p:cNvPr id="11" name=""/>
          <p:cNvSpPr/>
          <p:nvPr/>
        </p:nvSpPr>
        <p:spPr>
          <a:xfrm>
            <a:off x="762000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62025" y="5534025"/>
            <a:ext cx="6381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5638800"/>
            <a:ext cx="638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or</a:t>
            </a:r>
          </a:p>
        </p:txBody>
      </p:sp>
      <p:sp>
        <p:nvSpPr>
          <p:cNvPr id="14" name=""/>
          <p:cNvSpPr/>
          <p:nvPr/>
        </p:nvSpPr>
        <p:spPr>
          <a:xfrm>
            <a:off x="2486025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2447925" y="5534025"/>
            <a:ext cx="11334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3876675" y="560070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どっち？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2105025"/>
            <a:ext cx="27717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bought</a:t>
            </a:r>
          </a:p>
        </p:txBody>
      </p:sp>
      <p:sp>
        <p:nvSpPr>
          <p:cNvPr id="7" name=""/>
          <p:cNvSpPr/>
          <p:nvPr/>
        </p:nvSpPr>
        <p:spPr>
          <a:xfrm>
            <a:off x="3067050" y="1990725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C8417F"/>
          </a:solidFill>
          <a:ln/>
        </p:spPr>
      </p:sp>
      <p:sp>
        <p:nvSpPr>
          <p:cNvPr id="8" name=""/>
          <p:cNvSpPr txBox="1"/>
          <p:nvPr/>
        </p:nvSpPr>
        <p:spPr>
          <a:xfrm>
            <a:off x="3495675" y="2124075"/>
            <a:ext cx="6667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050" b="1">
                <a:solidFill>
                  <a:srgbClr val="FFFFF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9" name=""/>
          <p:cNvSpPr txBox="1"/>
          <p:nvPr/>
        </p:nvSpPr>
        <p:spPr>
          <a:xfrm>
            <a:off x="4781550" y="2105025"/>
            <a:ext cx="50101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book yesterday.</a:t>
            </a:r>
          </a:p>
        </p:txBody>
      </p:sp>
      <p:sp>
        <p:nvSpPr>
          <p:cNvPr id="10" name=""/>
          <p:cNvSpPr/>
          <p:nvPr/>
        </p:nvSpPr>
        <p:spPr>
          <a:xfrm>
            <a:off x="762000" y="3152775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C8417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38200" y="3286125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05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3267075"/>
            <a:ext cx="78009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book is really interesting.</a:t>
            </a:r>
          </a:p>
        </p:txBody>
      </p:sp>
      <p:sp>
        <p:nvSpPr>
          <p:cNvPr id="13" name=""/>
          <p:cNvSpPr/>
          <p:nvPr/>
        </p:nvSpPr>
        <p:spPr>
          <a:xfrm>
            <a:off x="762000" y="5143500"/>
            <a:ext cx="106680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/>
          <p:nvPr/>
        </p:nvSpPr>
        <p:spPr>
          <a:xfrm>
            <a:off x="1047750" y="5448300"/>
            <a:ext cx="4953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52525" y="54864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解説</a:t>
            </a:r>
          </a:p>
        </p:txBody>
      </p:sp>
      <p:sp>
        <p:nvSpPr>
          <p:cNvPr id="16" name=""/>
          <p:cNvSpPr txBox="1"/>
          <p:nvPr/>
        </p:nvSpPr>
        <p:spPr>
          <a:xfrm>
            <a:off x="1676400" y="5419725"/>
            <a:ext cx="84296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1回目は初めて話に出る本 → </a:t>
            </a:r>
            <a:pPr/>
            <a:r>
              <a:rPr sz="19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 ／ 2回目は「その本」 → </a:t>
            </a:r>
            <a:pPr/>
            <a:r>
              <a:rPr sz="19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7" name=""/>
          <p:cNvSpPr txBox="1"/>
          <p:nvPr/>
        </p:nvSpPr>
        <p:spPr>
          <a:xfrm>
            <a:off x="1047750" y="5905500"/>
            <a:ext cx="6105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昨日、本を買ったの。その本がすごくおもしろくて。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0962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23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クイズ</a:t>
            </a:r>
          </a:p>
        </p:txBody>
      </p:sp>
      <p:sp>
        <p:nvSpPr>
          <p:cNvPr id="6" name=""/>
          <p:cNvSpPr/>
          <p:nvPr/>
        </p:nvSpPr>
        <p:spPr>
          <a:xfrm>
            <a:off x="762000" y="1085850"/>
            <a:ext cx="2600325" cy="4667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1162050"/>
            <a:ext cx="2895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窓が1つしかない部屋で</a:t>
            </a:r>
          </a:p>
        </p:txBody>
      </p:sp>
      <p:sp>
        <p:nvSpPr>
          <p:cNvPr id="8" name=""/>
          <p:cNvSpPr txBox="1"/>
          <p:nvPr/>
        </p:nvSpPr>
        <p:spPr>
          <a:xfrm>
            <a:off x="762000" y="3038475"/>
            <a:ext cx="4438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Can you open</a:t>
            </a:r>
          </a:p>
        </p:txBody>
      </p:sp>
      <p:sp>
        <p:nvSpPr>
          <p:cNvPr id="9" name=""/>
          <p:cNvSpPr/>
          <p:nvPr/>
        </p:nvSpPr>
        <p:spPr>
          <a:xfrm>
            <a:off x="4514850" y="29337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229350" y="3038475"/>
            <a:ext cx="3000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window?</a:t>
            </a:r>
          </a:p>
        </p:txBody>
      </p:sp>
      <p:sp>
        <p:nvSpPr>
          <p:cNvPr id="11" name=""/>
          <p:cNvSpPr/>
          <p:nvPr/>
        </p:nvSpPr>
        <p:spPr>
          <a:xfrm>
            <a:off x="762000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62025" y="5534025"/>
            <a:ext cx="6381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5638800"/>
            <a:ext cx="638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or</a:t>
            </a:r>
          </a:p>
        </p:txBody>
      </p:sp>
      <p:sp>
        <p:nvSpPr>
          <p:cNvPr id="14" name=""/>
          <p:cNvSpPr/>
          <p:nvPr/>
        </p:nvSpPr>
        <p:spPr>
          <a:xfrm>
            <a:off x="2486025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2447925" y="5534025"/>
            <a:ext cx="11334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3876675" y="560070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どっち？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6" name=""/>
          <p:cNvSpPr/>
          <p:nvPr/>
        </p:nvSpPr>
        <p:spPr>
          <a:xfrm>
            <a:off x="762000" y="1085850"/>
            <a:ext cx="2600325" cy="4667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1162050"/>
            <a:ext cx="2895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窓が1つしかない部屋で</a:t>
            </a:r>
          </a:p>
        </p:txBody>
      </p:sp>
      <p:sp>
        <p:nvSpPr>
          <p:cNvPr id="8" name=""/>
          <p:cNvSpPr txBox="1"/>
          <p:nvPr/>
        </p:nvSpPr>
        <p:spPr>
          <a:xfrm>
            <a:off x="762000" y="3038475"/>
            <a:ext cx="4438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Can you open</a:t>
            </a:r>
          </a:p>
        </p:txBody>
      </p:sp>
      <p:sp>
        <p:nvSpPr>
          <p:cNvPr id="9" name=""/>
          <p:cNvSpPr/>
          <p:nvPr/>
        </p:nvSpPr>
        <p:spPr>
          <a:xfrm>
            <a:off x="4514850" y="29337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C8417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667250" y="3067050"/>
            <a:ext cx="1209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05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6229350" y="3038475"/>
            <a:ext cx="3000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window?</a:t>
            </a:r>
          </a:p>
        </p:txBody>
      </p:sp>
      <p:sp>
        <p:nvSpPr>
          <p:cNvPr id="12" name=""/>
          <p:cNvSpPr/>
          <p:nvPr/>
        </p:nvSpPr>
        <p:spPr>
          <a:xfrm>
            <a:off x="762000" y="5143500"/>
            <a:ext cx="106680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/>
          <p:nvPr/>
        </p:nvSpPr>
        <p:spPr>
          <a:xfrm>
            <a:off x="1047750" y="5448300"/>
            <a:ext cx="4953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52525" y="54864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解説</a:t>
            </a:r>
          </a:p>
        </p:txBody>
      </p:sp>
      <p:sp>
        <p:nvSpPr>
          <p:cNvPr id="15" name=""/>
          <p:cNvSpPr txBox="1"/>
          <p:nvPr/>
        </p:nvSpPr>
        <p:spPr>
          <a:xfrm>
            <a:off x="1676400" y="5419725"/>
            <a:ext cx="43148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この部屋の窓だとわかる → </a:t>
            </a:r>
            <a:pPr/>
            <a:r>
              <a:rPr sz="19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1047750" y="5905500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窓を開けてくれる？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0962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23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クイズ</a:t>
            </a:r>
          </a:p>
        </p:txBody>
      </p:sp>
      <p:sp>
        <p:nvSpPr>
          <p:cNvPr id="6" name=""/>
          <p:cNvSpPr/>
          <p:nvPr/>
        </p:nvSpPr>
        <p:spPr>
          <a:xfrm>
            <a:off x="762000" y="1085850"/>
            <a:ext cx="2895600" cy="4667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1162050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「いつか犬を飼いたいな」</a:t>
            </a:r>
          </a:p>
        </p:txBody>
      </p:sp>
      <p:sp>
        <p:nvSpPr>
          <p:cNvPr id="8" name=""/>
          <p:cNvSpPr txBox="1"/>
          <p:nvPr/>
        </p:nvSpPr>
        <p:spPr>
          <a:xfrm>
            <a:off x="762000" y="3038475"/>
            <a:ext cx="3943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want to get</a:t>
            </a:r>
          </a:p>
        </p:txBody>
      </p:sp>
      <p:sp>
        <p:nvSpPr>
          <p:cNvPr id="9" name=""/>
          <p:cNvSpPr/>
          <p:nvPr/>
        </p:nvSpPr>
        <p:spPr>
          <a:xfrm>
            <a:off x="4086225" y="29337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5800725" y="3038475"/>
            <a:ext cx="4476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dog someday.</a:t>
            </a:r>
          </a:p>
        </p:txBody>
      </p:sp>
      <p:sp>
        <p:nvSpPr>
          <p:cNvPr id="11" name=""/>
          <p:cNvSpPr/>
          <p:nvPr/>
        </p:nvSpPr>
        <p:spPr>
          <a:xfrm>
            <a:off x="762000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62025" y="5534025"/>
            <a:ext cx="6381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5638800"/>
            <a:ext cx="638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or</a:t>
            </a:r>
          </a:p>
        </p:txBody>
      </p:sp>
      <p:sp>
        <p:nvSpPr>
          <p:cNvPr id="14" name=""/>
          <p:cNvSpPr/>
          <p:nvPr/>
        </p:nvSpPr>
        <p:spPr>
          <a:xfrm>
            <a:off x="2486025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2447925" y="5534025"/>
            <a:ext cx="11334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6" name=""/>
          <p:cNvSpPr txBox="1"/>
          <p:nvPr/>
        </p:nvSpPr>
        <p:spPr>
          <a:xfrm>
            <a:off x="3876675" y="560070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どっち？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6" name=""/>
          <p:cNvSpPr/>
          <p:nvPr/>
        </p:nvSpPr>
        <p:spPr>
          <a:xfrm>
            <a:off x="762000" y="1085850"/>
            <a:ext cx="2895600" cy="4667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1162050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「いつか犬を飼いたいな」</a:t>
            </a:r>
          </a:p>
        </p:txBody>
      </p:sp>
      <p:sp>
        <p:nvSpPr>
          <p:cNvPr id="8" name=""/>
          <p:cNvSpPr txBox="1"/>
          <p:nvPr/>
        </p:nvSpPr>
        <p:spPr>
          <a:xfrm>
            <a:off x="762000" y="3038475"/>
            <a:ext cx="3943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want to get</a:t>
            </a:r>
          </a:p>
        </p:txBody>
      </p:sp>
      <p:sp>
        <p:nvSpPr>
          <p:cNvPr id="9" name=""/>
          <p:cNvSpPr/>
          <p:nvPr/>
        </p:nvSpPr>
        <p:spPr>
          <a:xfrm>
            <a:off x="4086225" y="2933700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C8417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514850" y="3067050"/>
            <a:ext cx="6667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050" b="1">
                <a:solidFill>
                  <a:srgbClr val="FFFFF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5800725" y="3038475"/>
            <a:ext cx="4476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dog someday.</a:t>
            </a:r>
          </a:p>
        </p:txBody>
      </p:sp>
      <p:sp>
        <p:nvSpPr>
          <p:cNvPr id="12" name=""/>
          <p:cNvSpPr/>
          <p:nvPr/>
        </p:nvSpPr>
        <p:spPr>
          <a:xfrm>
            <a:off x="762000" y="5143500"/>
            <a:ext cx="106680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/>
          <p:nvPr/>
        </p:nvSpPr>
        <p:spPr>
          <a:xfrm>
            <a:off x="1047750" y="5448300"/>
            <a:ext cx="4953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52525" y="54864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解説</a:t>
            </a:r>
          </a:p>
        </p:txBody>
      </p:sp>
      <p:sp>
        <p:nvSpPr>
          <p:cNvPr id="15" name=""/>
          <p:cNvSpPr txBox="1"/>
          <p:nvPr/>
        </p:nvSpPr>
        <p:spPr>
          <a:xfrm>
            <a:off x="1676400" y="5419725"/>
            <a:ext cx="459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まだどの犬か決まっていない → </a:t>
            </a:r>
            <a:pPr/>
            <a:r>
              <a:rPr sz="19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6" name=""/>
          <p:cNvSpPr txBox="1"/>
          <p:nvPr/>
        </p:nvSpPr>
        <p:spPr>
          <a:xfrm>
            <a:off x="1047750" y="59055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いつか犬を飼いたいな。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09625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23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クイズ</a:t>
            </a:r>
          </a:p>
        </p:txBody>
      </p:sp>
      <p:sp>
        <p:nvSpPr>
          <p:cNvPr id="6" name=""/>
          <p:cNvSpPr/>
          <p:nvPr/>
        </p:nvSpPr>
        <p:spPr>
          <a:xfrm>
            <a:off x="762000" y="1085850"/>
            <a:ext cx="2057400" cy="4667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1162050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夜、空を見上げて</a:t>
            </a:r>
          </a:p>
        </p:txBody>
      </p:sp>
      <p:sp>
        <p:nvSpPr>
          <p:cNvPr id="8" name=""/>
          <p:cNvSpPr txBox="1"/>
          <p:nvPr/>
        </p:nvSpPr>
        <p:spPr>
          <a:xfrm>
            <a:off x="762000" y="2457450"/>
            <a:ext cx="25431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Look at</a:t>
            </a:r>
          </a:p>
        </p:txBody>
      </p:sp>
      <p:sp>
        <p:nvSpPr>
          <p:cNvPr id="9" name=""/>
          <p:cNvSpPr/>
          <p:nvPr/>
        </p:nvSpPr>
        <p:spPr>
          <a:xfrm>
            <a:off x="2867025" y="2352675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3A6C8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81525" y="2457450"/>
            <a:ext cx="22479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moon!</a:t>
            </a:r>
          </a:p>
        </p:txBody>
      </p:sp>
      <p:sp>
        <p:nvSpPr>
          <p:cNvPr id="11" name=""/>
          <p:cNvSpPr txBox="1"/>
          <p:nvPr/>
        </p:nvSpPr>
        <p:spPr>
          <a:xfrm>
            <a:off x="762000" y="3619500"/>
            <a:ext cx="50101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574D52"/>
                </a:solidFill>
                <a:latin typeface="Arial"/>
                <a:ea typeface="Arial"/>
              </a:rPr>
              <a:t>It's so beautiful.</a:t>
            </a:r>
          </a:p>
        </p:txBody>
      </p:sp>
      <p:sp>
        <p:nvSpPr>
          <p:cNvPr id="12" name=""/>
          <p:cNvSpPr/>
          <p:nvPr/>
        </p:nvSpPr>
        <p:spPr>
          <a:xfrm>
            <a:off x="762000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962025" y="5534025"/>
            <a:ext cx="6381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14" name=""/>
          <p:cNvSpPr txBox="1"/>
          <p:nvPr/>
        </p:nvSpPr>
        <p:spPr>
          <a:xfrm>
            <a:off x="2019300" y="5638800"/>
            <a:ext cx="638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or</a:t>
            </a:r>
          </a:p>
        </p:txBody>
      </p:sp>
      <p:sp>
        <p:nvSpPr>
          <p:cNvPr id="15" name=""/>
          <p:cNvSpPr/>
          <p:nvPr/>
        </p:nvSpPr>
        <p:spPr>
          <a:xfrm>
            <a:off x="2486025" y="5286375"/>
            <a:ext cx="1047750" cy="1047750"/>
          </a:xfrm>
          <a:prstGeom prst="roundRect">
            <a:avLst>
              <a:gd name="adj" fmla="val 20000"/>
            </a:avLst>
          </a:prstGeom>
          <a:solidFill>
            <a:srgbClr val="FCE6E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2447925" y="5534025"/>
            <a:ext cx="11334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9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7" name=""/>
          <p:cNvSpPr txBox="1"/>
          <p:nvPr/>
        </p:nvSpPr>
        <p:spPr>
          <a:xfrm>
            <a:off x="3876675" y="560070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どっち？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10763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" name=""/>
          <p:cNvSpPr/>
          <p:nvPr/>
        </p:nvSpPr>
        <p:spPr>
          <a:xfrm>
            <a:off x="1552575" y="409575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704975" y="466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6" name=""/>
          <p:cNvSpPr/>
          <p:nvPr/>
        </p:nvSpPr>
        <p:spPr>
          <a:xfrm>
            <a:off x="762000" y="1085850"/>
            <a:ext cx="2057400" cy="4667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1162050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Noto Sans JP"/>
                <a:ea typeface="Noto Sans JP"/>
              </a:rPr>
              <a:t>夜、空を見上げて</a:t>
            </a:r>
          </a:p>
        </p:txBody>
      </p:sp>
      <p:sp>
        <p:nvSpPr>
          <p:cNvPr id="8" name=""/>
          <p:cNvSpPr txBox="1"/>
          <p:nvPr/>
        </p:nvSpPr>
        <p:spPr>
          <a:xfrm>
            <a:off x="762000" y="2457450"/>
            <a:ext cx="25431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Look at</a:t>
            </a:r>
          </a:p>
        </p:txBody>
      </p:sp>
      <p:sp>
        <p:nvSpPr>
          <p:cNvPr id="9" name=""/>
          <p:cNvSpPr/>
          <p:nvPr/>
        </p:nvSpPr>
        <p:spPr>
          <a:xfrm>
            <a:off x="2867025" y="2352675"/>
            <a:ext cx="1524000" cy="838200"/>
          </a:xfrm>
          <a:prstGeom prst="roundRect">
            <a:avLst>
              <a:gd name="adj" fmla="val 18182"/>
            </a:avLst>
          </a:prstGeom>
          <a:solidFill>
            <a:srgbClr val="C8417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019425" y="2486025"/>
            <a:ext cx="1209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05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81525" y="2457450"/>
            <a:ext cx="22479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moon!</a:t>
            </a:r>
          </a:p>
        </p:txBody>
      </p:sp>
      <p:sp>
        <p:nvSpPr>
          <p:cNvPr id="12" name=""/>
          <p:cNvSpPr txBox="1"/>
          <p:nvPr/>
        </p:nvSpPr>
        <p:spPr>
          <a:xfrm>
            <a:off x="762000" y="3619500"/>
            <a:ext cx="50101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574D52"/>
                </a:solidFill>
                <a:latin typeface="Arial"/>
                <a:ea typeface="Arial"/>
              </a:rPr>
              <a:t>It's so beautiful.</a:t>
            </a:r>
          </a:p>
        </p:txBody>
      </p:sp>
      <p:sp>
        <p:nvSpPr>
          <p:cNvPr id="13" name=""/>
          <p:cNvSpPr/>
          <p:nvPr/>
        </p:nvSpPr>
        <p:spPr>
          <a:xfrm>
            <a:off x="762000" y="5143500"/>
            <a:ext cx="106680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/>
          <p:nvPr/>
        </p:nvSpPr>
        <p:spPr>
          <a:xfrm>
            <a:off x="1047750" y="5448300"/>
            <a:ext cx="495300" cy="285750"/>
          </a:xfrm>
          <a:prstGeom prst="roundRect">
            <a:avLst>
              <a:gd name="adj" fmla="val 20000"/>
            </a:avLst>
          </a:prstGeom>
          <a:solidFill>
            <a:srgbClr val="C8417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52525" y="54864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解説</a:t>
            </a:r>
          </a:p>
        </p:txBody>
      </p:sp>
      <p:sp>
        <p:nvSpPr>
          <p:cNvPr id="16" name=""/>
          <p:cNvSpPr txBox="1"/>
          <p:nvPr/>
        </p:nvSpPr>
        <p:spPr>
          <a:xfrm>
            <a:off x="1676400" y="5419725"/>
            <a:ext cx="3343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Noto Sans JP"/>
                <a:ea typeface="Noto Sans JP"/>
              </a:rPr>
              <a:t>月は1つしかない → </a:t>
            </a:r>
            <a:pPr/>
            <a:r>
              <a:rPr sz="19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7" name=""/>
          <p:cNvSpPr txBox="1"/>
          <p:nvPr/>
        </p:nvSpPr>
        <p:spPr>
          <a:xfrm>
            <a:off x="1047750" y="5905500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見て、月！すごくきれい。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7375" y="4000500"/>
            <a:ext cx="2143125" cy="2857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4324350" y="2533650"/>
            <a:ext cx="441960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何問できた？</a:t>
            </a:r>
          </a:p>
        </p:txBody>
      </p:sp>
      <p:sp>
        <p:nvSpPr>
          <p:cNvPr id="5" name=""/>
          <p:cNvSpPr txBox="1"/>
          <p:nvPr/>
        </p:nvSpPr>
        <p:spPr>
          <a:xfrm>
            <a:off x="4886325" y="3648075"/>
            <a:ext cx="2409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050" b="1">
                <a:solidFill>
                  <a:srgbClr val="574D52"/>
                </a:solidFill>
                <a:latin typeface="Noto Sans JP"/>
                <a:ea typeface="Noto Sans JP"/>
              </a:rPr>
              <a:t>全部できた人は</a:t>
            </a:r>
          </a:p>
        </p:txBody>
      </p:sp>
      <p:sp>
        <p:nvSpPr>
          <p:cNvPr id="6" name=""/>
          <p:cNvSpPr txBox="1"/>
          <p:nvPr/>
        </p:nvSpPr>
        <p:spPr>
          <a:xfrm>
            <a:off x="4191000" y="4057650"/>
            <a:ext cx="47339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Noto Sans JP"/>
                <a:ea typeface="Noto Sans JP"/>
              </a:rPr>
              <a:t>a と the の基本はもうバッチリ！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438150"/>
            <a:ext cx="29718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E1A1C"/>
                </a:solidFill>
                <a:latin typeface="Noto Sans JP"/>
                <a:ea typeface="Noto Sans JP"/>
              </a:rPr>
              <a:t>今日のまとめ</a:t>
            </a:r>
          </a:p>
        </p:txBody>
      </p:sp>
      <p:sp>
        <p:nvSpPr>
          <p:cNvPr id="4" name=""/>
          <p:cNvSpPr txBox="1"/>
          <p:nvPr/>
        </p:nvSpPr>
        <p:spPr>
          <a:xfrm>
            <a:off x="3219450" y="676275"/>
            <a:ext cx="2686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9C9196"/>
                </a:solidFill>
                <a:latin typeface="Noto Sans JP"/>
                <a:ea typeface="Noto Sans JP"/>
              </a:rPr>
              <a:t>スクショして見返してね！</a:t>
            </a:r>
          </a:p>
        </p:txBody>
      </p:sp>
      <p:sp>
        <p:nvSpPr>
          <p:cNvPr id="5" name=""/>
          <p:cNvSpPr/>
          <p:nvPr/>
        </p:nvSpPr>
        <p:spPr>
          <a:xfrm>
            <a:off x="762000" y="114300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/>
          <p:nvPr/>
        </p:nvSpPr>
        <p:spPr>
          <a:xfrm>
            <a:off x="762000" y="1390650"/>
            <a:ext cx="5257800" cy="2076450"/>
          </a:xfrm>
          <a:prstGeom prst="roundRect">
            <a:avLst>
              <a:gd name="adj" fmla="val 8257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/>
          <p:nvPr/>
        </p:nvSpPr>
        <p:spPr>
          <a:xfrm>
            <a:off x="1009650" y="1971675"/>
            <a:ext cx="914400" cy="914400"/>
          </a:xfrm>
          <a:prstGeom prst="roundRect">
            <a:avLst>
              <a:gd name="adj" fmla="val 20833"/>
            </a:avLst>
          </a:prstGeom>
          <a:solidFill>
            <a:srgbClr val="C8417F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62050" y="2181225"/>
            <a:ext cx="60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450" b="1">
                <a:solidFill>
                  <a:srgbClr val="FFFFF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9" name=""/>
          <p:cNvSpPr txBox="1"/>
          <p:nvPr/>
        </p:nvSpPr>
        <p:spPr>
          <a:xfrm>
            <a:off x="2133600" y="2095500"/>
            <a:ext cx="33528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相手が「どれ？」と思う</a:t>
            </a:r>
          </a:p>
        </p:txBody>
      </p:sp>
      <p:sp>
        <p:nvSpPr>
          <p:cNvPr id="10" name=""/>
          <p:cNvSpPr txBox="1"/>
          <p:nvPr/>
        </p:nvSpPr>
        <p:spPr>
          <a:xfrm>
            <a:off x="2133600" y="2495550"/>
            <a:ext cx="1666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574D52"/>
                </a:solidFill>
                <a:latin typeface="Arial"/>
                <a:ea typeface="Arial"/>
              </a:rPr>
              <a:t>I saw </a:t>
            </a:r>
            <a:pPr/>
            <a:r>
              <a:rPr sz="17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750" b="1">
                <a:solidFill>
                  <a:srgbClr val="574D52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11" name=""/>
          <p:cNvSpPr/>
          <p:nvPr/>
        </p:nvSpPr>
        <p:spPr>
          <a:xfrm>
            <a:off x="6172200" y="1390650"/>
            <a:ext cx="5257800" cy="2076450"/>
          </a:xfrm>
          <a:prstGeom prst="roundRect">
            <a:avLst>
              <a:gd name="adj" fmla="val 8257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2" name=""/>
          <p:cNvSpPr/>
          <p:nvPr/>
        </p:nvSpPr>
        <p:spPr>
          <a:xfrm>
            <a:off x="6419850" y="1971675"/>
            <a:ext cx="914400" cy="914400"/>
          </a:xfrm>
          <a:prstGeom prst="roundRect">
            <a:avLst>
              <a:gd name="adj" fmla="val 20833"/>
            </a:avLst>
          </a:prstGeom>
          <a:solidFill>
            <a:srgbClr val="C8417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6362700" y="2181225"/>
            <a:ext cx="10287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450" b="1">
                <a:solidFill>
                  <a:srgbClr val="FFFFF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14" name=""/>
          <p:cNvSpPr txBox="1"/>
          <p:nvPr/>
        </p:nvSpPr>
        <p:spPr>
          <a:xfrm>
            <a:off x="7543800" y="20955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相手が「あれね」とわかる</a:t>
            </a:r>
          </a:p>
        </p:txBody>
      </p:sp>
      <p:sp>
        <p:nvSpPr>
          <p:cNvPr id="15" name=""/>
          <p:cNvSpPr txBox="1"/>
          <p:nvPr/>
        </p:nvSpPr>
        <p:spPr>
          <a:xfrm>
            <a:off x="7543800" y="24955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574D52"/>
                </a:solidFill>
                <a:latin typeface="Arial"/>
                <a:ea typeface="Arial"/>
              </a:rPr>
              <a:t>I saw </a:t>
            </a:r>
            <a:pPr/>
            <a:r>
              <a:rPr sz="17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750" b="1">
                <a:solidFill>
                  <a:srgbClr val="574D52"/>
                </a:solidFill>
                <a:latin typeface="Arial"/>
                <a:ea typeface="Arial"/>
              </a:rPr>
              <a:t> cat.</a:t>
            </a:r>
          </a:p>
        </p:txBody>
      </p:sp>
      <p:sp>
        <p:nvSpPr>
          <p:cNvPr id="16" name=""/>
          <p:cNvSpPr/>
          <p:nvPr/>
        </p:nvSpPr>
        <p:spPr>
          <a:xfrm>
            <a:off x="762000" y="3619500"/>
            <a:ext cx="3457575" cy="2076450"/>
          </a:xfrm>
          <a:prstGeom prst="roundRect">
            <a:avLst>
              <a:gd name="adj" fmla="val 8257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/>
          <p:nvPr/>
        </p:nvSpPr>
        <p:spPr>
          <a:xfrm>
            <a:off x="971550" y="3790950"/>
            <a:ext cx="323850" cy="3238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904875" y="38481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9" name=""/>
          <p:cNvSpPr txBox="1"/>
          <p:nvPr/>
        </p:nvSpPr>
        <p:spPr>
          <a:xfrm>
            <a:off x="1409700" y="3810000"/>
            <a:ext cx="21812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一度話に出たもの</a:t>
            </a:r>
          </a:p>
        </p:txBody>
      </p:sp>
      <p:sp>
        <p:nvSpPr>
          <p:cNvPr id="20" name=""/>
          <p:cNvSpPr/>
          <p:nvPr/>
        </p:nvSpPr>
        <p:spPr>
          <a:xfrm>
            <a:off x="971550" y="4924425"/>
            <a:ext cx="3038475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21" name=""/>
          <p:cNvSpPr txBox="1"/>
          <p:nvPr/>
        </p:nvSpPr>
        <p:spPr>
          <a:xfrm>
            <a:off x="971550" y="5029200"/>
            <a:ext cx="258127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cat was so cute.</a:t>
            </a:r>
          </a:p>
        </p:txBody>
      </p:sp>
      <p:sp>
        <p:nvSpPr>
          <p:cNvPr id="22" name=""/>
          <p:cNvSpPr txBox="1"/>
          <p:nvPr/>
        </p:nvSpPr>
        <p:spPr>
          <a:xfrm>
            <a:off x="971550" y="5286375"/>
            <a:ext cx="24193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Noto Sans JP"/>
                <a:ea typeface="Noto Sans JP"/>
              </a:rPr>
              <a:t>その猫がすごくかわいくて</a:t>
            </a:r>
          </a:p>
        </p:txBody>
      </p:sp>
      <p:sp>
        <p:nvSpPr>
          <p:cNvPr id="23" name=""/>
          <p:cNvSpPr/>
          <p:nvPr/>
        </p:nvSpPr>
        <p:spPr>
          <a:xfrm>
            <a:off x="4371975" y="3619500"/>
            <a:ext cx="3457575" cy="2076450"/>
          </a:xfrm>
          <a:prstGeom prst="roundRect">
            <a:avLst>
              <a:gd name="adj" fmla="val 8257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4" name=""/>
          <p:cNvSpPr/>
          <p:nvPr/>
        </p:nvSpPr>
        <p:spPr>
          <a:xfrm>
            <a:off x="4581525" y="3790950"/>
            <a:ext cx="323850" cy="3238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514850" y="38481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6" name=""/>
          <p:cNvSpPr txBox="1"/>
          <p:nvPr/>
        </p:nvSpPr>
        <p:spPr>
          <a:xfrm>
            <a:off x="5019675" y="3810000"/>
            <a:ext cx="31051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その場の状況でわかるもの</a:t>
            </a:r>
          </a:p>
        </p:txBody>
      </p:sp>
      <p:sp>
        <p:nvSpPr>
          <p:cNvPr id="27" name=""/>
          <p:cNvSpPr/>
          <p:nvPr/>
        </p:nvSpPr>
        <p:spPr>
          <a:xfrm>
            <a:off x="4581525" y="4924425"/>
            <a:ext cx="3038475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28" name=""/>
          <p:cNvSpPr txBox="1"/>
          <p:nvPr/>
        </p:nvSpPr>
        <p:spPr>
          <a:xfrm>
            <a:off x="4581525" y="5029200"/>
            <a:ext cx="30194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Can you close </a:t>
            </a:r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door?</a:t>
            </a:r>
          </a:p>
        </p:txBody>
      </p:sp>
      <p:sp>
        <p:nvSpPr>
          <p:cNvPr id="29" name=""/>
          <p:cNvSpPr txBox="1"/>
          <p:nvPr/>
        </p:nvSpPr>
        <p:spPr>
          <a:xfrm>
            <a:off x="4581525" y="5286375"/>
            <a:ext cx="20764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Noto Sans JP"/>
                <a:ea typeface="Noto Sans JP"/>
              </a:rPr>
              <a:t>ドアを閉めてくれる？</a:t>
            </a:r>
          </a:p>
        </p:txBody>
      </p:sp>
      <p:sp>
        <p:nvSpPr>
          <p:cNvPr id="30" name=""/>
          <p:cNvSpPr/>
          <p:nvPr/>
        </p:nvSpPr>
        <p:spPr>
          <a:xfrm>
            <a:off x="7972425" y="3619500"/>
            <a:ext cx="3457575" cy="2076450"/>
          </a:xfrm>
          <a:prstGeom prst="roundRect">
            <a:avLst>
              <a:gd name="adj" fmla="val 8257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8181975" y="3790950"/>
            <a:ext cx="323850" cy="32385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124825" y="38481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3" name=""/>
          <p:cNvSpPr txBox="1"/>
          <p:nvPr/>
        </p:nvSpPr>
        <p:spPr>
          <a:xfrm>
            <a:off x="8620125" y="3810000"/>
            <a:ext cx="2781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世界に1つしかないもの</a:t>
            </a:r>
          </a:p>
        </p:txBody>
      </p:sp>
      <p:sp>
        <p:nvSpPr>
          <p:cNvPr id="34" name=""/>
          <p:cNvSpPr/>
          <p:nvPr/>
        </p:nvSpPr>
        <p:spPr>
          <a:xfrm>
            <a:off x="8181975" y="4867275"/>
            <a:ext cx="3038475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5" name=""/>
          <p:cNvSpPr txBox="1"/>
          <p:nvPr/>
        </p:nvSpPr>
        <p:spPr>
          <a:xfrm>
            <a:off x="8181975" y="5019675"/>
            <a:ext cx="2552700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sun </a:t>
            </a:r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moon</a:t>
            </a:r>
          </a:p>
        </p:txBody>
      </p:sp>
      <p:sp>
        <p:nvSpPr>
          <p:cNvPr id="36" name=""/>
          <p:cNvSpPr txBox="1"/>
          <p:nvPr/>
        </p:nvSpPr>
        <p:spPr>
          <a:xfrm>
            <a:off x="8181975" y="5286375"/>
            <a:ext cx="11144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Noto Sans JP"/>
                <a:ea typeface="Noto Sans JP"/>
              </a:rPr>
              <a:t>太陽 ／ 月</a:t>
            </a:r>
          </a:p>
        </p:txBody>
      </p:sp>
      <p:sp>
        <p:nvSpPr>
          <p:cNvPr id="37" name=""/>
          <p:cNvSpPr/>
          <p:nvPr/>
        </p:nvSpPr>
        <p:spPr>
          <a:xfrm>
            <a:off x="762000" y="5838825"/>
            <a:ext cx="10668000" cy="638175"/>
          </a:xfrm>
          <a:prstGeom prst="roundRect">
            <a:avLst>
              <a:gd name="adj" fmla="val 23881"/>
            </a:avLst>
          </a:prstGeom>
          <a:solidFill>
            <a:srgbClr val="FCE6EF"/>
          </a:solidFill>
          <a:ln/>
        </p:spPr>
      </p:sp>
      <p:sp>
        <p:nvSpPr>
          <p:cNvPr id="38" name=""/>
          <p:cNvSpPr txBox="1"/>
          <p:nvPr/>
        </p:nvSpPr>
        <p:spPr>
          <a:xfrm>
            <a:off x="1628775" y="5991225"/>
            <a:ext cx="893445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1E1A1C"/>
                </a:solidFill>
                <a:latin typeface="Noto Sans JP"/>
                <a:ea typeface="Noto Sans JP"/>
              </a:rPr>
              <a:t>自分じゃなくて</a:t>
            </a:r>
            <a:pPr algn="ctr"/>
            <a:r>
              <a:rPr sz="1750" b="1">
                <a:solidFill>
                  <a:srgbClr val="C8417F"/>
                </a:solidFill>
                <a:latin typeface="Noto Sans JP"/>
                <a:ea typeface="Noto Sans JP"/>
              </a:rPr>
              <a:t>相手目線</a:t>
            </a:r>
            <a:pPr algn="ctr"/>
            <a:r>
              <a:rPr sz="1750" b="1">
                <a:solidFill>
                  <a:srgbClr val="1E1A1C"/>
                </a:solidFill>
                <a:latin typeface="Noto Sans JP"/>
                <a:ea typeface="Noto Sans JP"/>
              </a:rPr>
              <a:t>！ 「1つしかないか」ではなく</a:t>
            </a:r>
            <a:pPr algn="ctr"/>
            <a:r>
              <a:rPr sz="1750" b="1">
                <a:solidFill>
                  <a:srgbClr val="C8417F"/>
                </a:solidFill>
                <a:latin typeface="Noto Sans JP"/>
                <a:ea typeface="Noto Sans JP"/>
              </a:rPr>
              <a:t>「相手がわかるか」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2571750" y="2657475"/>
            <a:ext cx="844867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……でも、ここまで聞いて</a:t>
            </a:r>
          </a:p>
        </p:txBody>
      </p:sp>
      <p:sp>
        <p:nvSpPr>
          <p:cNvPr id="4" name=""/>
          <p:cNvSpPr txBox="1"/>
          <p:nvPr/>
        </p:nvSpPr>
        <p:spPr>
          <a:xfrm>
            <a:off x="2867025" y="3486150"/>
            <a:ext cx="64579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こう思わなかった？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16764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まだあるモヤモヤ</a:t>
            </a:r>
          </a:p>
        </p:txBody>
      </p:sp>
      <p:sp>
        <p:nvSpPr>
          <p:cNvPr id="5" name=""/>
          <p:cNvSpPr/>
          <p:nvPr/>
        </p:nvSpPr>
        <p:spPr>
          <a:xfrm>
            <a:off x="762000" y="1104900"/>
            <a:ext cx="10668000" cy="1571625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6" name=""/>
          <p:cNvSpPr/>
          <p:nvPr/>
        </p:nvSpPr>
        <p:spPr>
          <a:xfrm>
            <a:off x="1047750" y="1638300"/>
            <a:ext cx="523875" cy="5048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38250" y="1676400"/>
            <a:ext cx="5048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C8417F"/>
                </a:solidFill>
                <a:latin typeface="Noto Sans JP"/>
                <a:ea typeface="Noto Sans JP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190750" y="1628775"/>
            <a:ext cx="40195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I go to school.</a:t>
            </a:r>
          </a:p>
        </p:txBody>
      </p:sp>
      <p:sp>
        <p:nvSpPr>
          <p:cNvPr id="9" name=""/>
          <p:cNvSpPr/>
          <p:nvPr/>
        </p:nvSpPr>
        <p:spPr>
          <a:xfrm>
            <a:off x="8382000" y="127635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91550" y="1514475"/>
            <a:ext cx="2695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なんで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も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も</a:t>
            </a:r>
          </a:p>
        </p:txBody>
      </p:sp>
      <p:sp>
        <p:nvSpPr>
          <p:cNvPr id="11" name=""/>
          <p:cNvSpPr txBox="1"/>
          <p:nvPr/>
        </p:nvSpPr>
        <p:spPr>
          <a:xfrm>
            <a:off x="8591550" y="1990725"/>
            <a:ext cx="192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つかないの？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16764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まだあるモヤモヤ</a:t>
            </a:r>
          </a:p>
        </p:txBody>
      </p:sp>
      <p:sp>
        <p:nvSpPr>
          <p:cNvPr id="5" name=""/>
          <p:cNvSpPr/>
          <p:nvPr/>
        </p:nvSpPr>
        <p:spPr>
          <a:xfrm>
            <a:off x="762000" y="1104900"/>
            <a:ext cx="10668000" cy="1571625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6" name=""/>
          <p:cNvSpPr/>
          <p:nvPr/>
        </p:nvSpPr>
        <p:spPr>
          <a:xfrm>
            <a:off x="1047750" y="1638300"/>
            <a:ext cx="523875" cy="5048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38250" y="1676400"/>
            <a:ext cx="5048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C8417F"/>
                </a:solidFill>
                <a:latin typeface="Noto Sans JP"/>
                <a:ea typeface="Noto Sans JP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190750" y="1628775"/>
            <a:ext cx="40195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I go to school.</a:t>
            </a:r>
          </a:p>
        </p:txBody>
      </p:sp>
      <p:sp>
        <p:nvSpPr>
          <p:cNvPr id="9" name=""/>
          <p:cNvSpPr/>
          <p:nvPr/>
        </p:nvSpPr>
        <p:spPr>
          <a:xfrm>
            <a:off x="8382000" y="127635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91550" y="1514475"/>
            <a:ext cx="2695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なんで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も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も</a:t>
            </a:r>
          </a:p>
        </p:txBody>
      </p:sp>
      <p:sp>
        <p:nvSpPr>
          <p:cNvPr id="11" name=""/>
          <p:cNvSpPr txBox="1"/>
          <p:nvPr/>
        </p:nvSpPr>
        <p:spPr>
          <a:xfrm>
            <a:off x="8591550" y="1990725"/>
            <a:ext cx="192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つかないの？</a:t>
            </a:r>
          </a:p>
        </p:txBody>
      </p:sp>
      <p:sp>
        <p:nvSpPr>
          <p:cNvPr id="12" name=""/>
          <p:cNvSpPr/>
          <p:nvPr/>
        </p:nvSpPr>
        <p:spPr>
          <a:xfrm>
            <a:off x="762000" y="2886075"/>
            <a:ext cx="10668000" cy="1571625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/>
          <p:nvPr/>
        </p:nvSpPr>
        <p:spPr>
          <a:xfrm>
            <a:off x="1047750" y="3419475"/>
            <a:ext cx="523875" cy="5048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38250" y="3457575"/>
            <a:ext cx="5048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C8417F"/>
                </a:solidFill>
                <a:latin typeface="Noto Sans JP"/>
                <a:ea typeface="Noto Sans JP"/>
              </a:rPr>
              <a:t>?</a:t>
            </a:r>
          </a:p>
        </p:txBody>
      </p:sp>
      <p:sp>
        <p:nvSpPr>
          <p:cNvPr id="15" name=""/>
          <p:cNvSpPr txBox="1"/>
          <p:nvPr/>
        </p:nvSpPr>
        <p:spPr>
          <a:xfrm>
            <a:off x="2190750" y="3409950"/>
            <a:ext cx="17526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water</a:t>
            </a:r>
          </a:p>
        </p:txBody>
      </p:sp>
      <p:sp>
        <p:nvSpPr>
          <p:cNvPr id="16" name=""/>
          <p:cNvSpPr/>
          <p:nvPr/>
        </p:nvSpPr>
        <p:spPr>
          <a:xfrm>
            <a:off x="8382000" y="3057525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591550" y="3295650"/>
            <a:ext cx="1714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なんで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が</a:t>
            </a:r>
          </a:p>
        </p:txBody>
      </p:sp>
      <p:sp>
        <p:nvSpPr>
          <p:cNvPr id="18" name=""/>
          <p:cNvSpPr txBox="1"/>
          <p:nvPr/>
        </p:nvSpPr>
        <p:spPr>
          <a:xfrm>
            <a:off x="8591550" y="3771900"/>
            <a:ext cx="192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つかないの？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/>
          <p:nvPr/>
        </p:nvSpPr>
        <p:spPr>
          <a:xfrm>
            <a:off x="762000" y="409575"/>
            <a:ext cx="1676400" cy="371475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4400" y="466725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まだあるモヤモヤ</a:t>
            </a:r>
          </a:p>
        </p:txBody>
      </p:sp>
      <p:sp>
        <p:nvSpPr>
          <p:cNvPr id="5" name=""/>
          <p:cNvSpPr/>
          <p:nvPr/>
        </p:nvSpPr>
        <p:spPr>
          <a:xfrm>
            <a:off x="762000" y="1104900"/>
            <a:ext cx="10668000" cy="1571625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6" name=""/>
          <p:cNvSpPr/>
          <p:nvPr/>
        </p:nvSpPr>
        <p:spPr>
          <a:xfrm>
            <a:off x="1047750" y="1638300"/>
            <a:ext cx="523875" cy="5048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38250" y="1676400"/>
            <a:ext cx="5048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C8417F"/>
                </a:solidFill>
                <a:latin typeface="Noto Sans JP"/>
                <a:ea typeface="Noto Sans JP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190750" y="1628775"/>
            <a:ext cx="40195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I go to school.</a:t>
            </a:r>
          </a:p>
        </p:txBody>
      </p:sp>
      <p:sp>
        <p:nvSpPr>
          <p:cNvPr id="9" name=""/>
          <p:cNvSpPr/>
          <p:nvPr/>
        </p:nvSpPr>
        <p:spPr>
          <a:xfrm>
            <a:off x="8382000" y="127635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91550" y="1514475"/>
            <a:ext cx="26955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なんで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も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も</a:t>
            </a:r>
          </a:p>
        </p:txBody>
      </p:sp>
      <p:sp>
        <p:nvSpPr>
          <p:cNvPr id="11" name=""/>
          <p:cNvSpPr txBox="1"/>
          <p:nvPr/>
        </p:nvSpPr>
        <p:spPr>
          <a:xfrm>
            <a:off x="8591550" y="1990725"/>
            <a:ext cx="192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つかないの？</a:t>
            </a:r>
          </a:p>
        </p:txBody>
      </p:sp>
      <p:sp>
        <p:nvSpPr>
          <p:cNvPr id="12" name=""/>
          <p:cNvSpPr/>
          <p:nvPr/>
        </p:nvSpPr>
        <p:spPr>
          <a:xfrm>
            <a:off x="762000" y="2886075"/>
            <a:ext cx="10668000" cy="1571625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/>
          <p:nvPr/>
        </p:nvSpPr>
        <p:spPr>
          <a:xfrm>
            <a:off x="1047750" y="3419475"/>
            <a:ext cx="523875" cy="5048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38250" y="3457575"/>
            <a:ext cx="5048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C8417F"/>
                </a:solidFill>
                <a:latin typeface="Noto Sans JP"/>
                <a:ea typeface="Noto Sans JP"/>
              </a:rPr>
              <a:t>?</a:t>
            </a:r>
          </a:p>
        </p:txBody>
      </p:sp>
      <p:sp>
        <p:nvSpPr>
          <p:cNvPr id="15" name=""/>
          <p:cNvSpPr txBox="1"/>
          <p:nvPr/>
        </p:nvSpPr>
        <p:spPr>
          <a:xfrm>
            <a:off x="2190750" y="3409950"/>
            <a:ext cx="17526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water</a:t>
            </a:r>
          </a:p>
        </p:txBody>
      </p:sp>
      <p:sp>
        <p:nvSpPr>
          <p:cNvPr id="16" name=""/>
          <p:cNvSpPr/>
          <p:nvPr/>
        </p:nvSpPr>
        <p:spPr>
          <a:xfrm>
            <a:off x="8382000" y="3057525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591550" y="3295650"/>
            <a:ext cx="17145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なんで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が</a:t>
            </a:r>
          </a:p>
        </p:txBody>
      </p:sp>
      <p:sp>
        <p:nvSpPr>
          <p:cNvPr id="18" name=""/>
          <p:cNvSpPr txBox="1"/>
          <p:nvPr/>
        </p:nvSpPr>
        <p:spPr>
          <a:xfrm>
            <a:off x="8591550" y="3771900"/>
            <a:ext cx="192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つかないの？</a:t>
            </a:r>
          </a:p>
        </p:txBody>
      </p:sp>
      <p:sp>
        <p:nvSpPr>
          <p:cNvPr id="19" name=""/>
          <p:cNvSpPr/>
          <p:nvPr/>
        </p:nvSpPr>
        <p:spPr>
          <a:xfrm>
            <a:off x="762000" y="4667250"/>
            <a:ext cx="10668000" cy="1571625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0" name=""/>
          <p:cNvSpPr/>
          <p:nvPr/>
        </p:nvSpPr>
        <p:spPr>
          <a:xfrm>
            <a:off x="1047750" y="5200650"/>
            <a:ext cx="523875" cy="504825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238250" y="5238750"/>
            <a:ext cx="5048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C8417F"/>
                </a:solidFill>
                <a:latin typeface="Noto Sans JP"/>
                <a:ea typeface="Noto Sans JP"/>
              </a:rPr>
              <a:t>?</a:t>
            </a:r>
          </a:p>
        </p:txBody>
      </p:sp>
      <p:sp>
        <p:nvSpPr>
          <p:cNvPr id="22" name=""/>
          <p:cNvSpPr txBox="1"/>
          <p:nvPr/>
        </p:nvSpPr>
        <p:spPr>
          <a:xfrm>
            <a:off x="2190750" y="5191125"/>
            <a:ext cx="3990975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play </a:t>
            </a:r>
            <a:pPr/>
            <a:r>
              <a:rPr sz="37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3750" b="1">
                <a:solidFill>
                  <a:srgbClr val="1E1A1C"/>
                </a:solidFill>
                <a:latin typeface="Arial"/>
                <a:ea typeface="Arial"/>
              </a:rPr>
              <a:t> piano</a:t>
            </a:r>
          </a:p>
        </p:txBody>
      </p:sp>
      <p:sp>
        <p:nvSpPr>
          <p:cNvPr id="23" name=""/>
          <p:cNvSpPr/>
          <p:nvPr/>
        </p:nvSpPr>
        <p:spPr>
          <a:xfrm>
            <a:off x="8382000" y="4838700"/>
            <a:ext cx="2762250" cy="1228725"/>
          </a:xfrm>
          <a:prstGeom prst="roundRect">
            <a:avLst>
              <a:gd name="adj" fmla="val 10853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8591550" y="5076825"/>
            <a:ext cx="21050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なんで </a:t>
            </a:r>
            <a:pPr/>
            <a:r>
              <a:rPr sz="285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 が</a:t>
            </a:r>
          </a:p>
        </p:txBody>
      </p:sp>
      <p:sp>
        <p:nvSpPr>
          <p:cNvPr id="25" name=""/>
          <p:cNvSpPr txBox="1"/>
          <p:nvPr/>
        </p:nvSpPr>
        <p:spPr>
          <a:xfrm>
            <a:off x="8591550" y="5553075"/>
            <a:ext cx="1390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つくの？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25" y="5143500"/>
            <a:ext cx="1285875" cy="1714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914400" y="1485900"/>
            <a:ext cx="10668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NEXT</a:t>
            </a:r>
          </a:p>
        </p:txBody>
      </p:sp>
      <p:sp>
        <p:nvSpPr>
          <p:cNvPr id="5" name=""/>
          <p:cNvSpPr txBox="1"/>
          <p:nvPr/>
        </p:nvSpPr>
        <p:spPr>
          <a:xfrm>
            <a:off x="914400" y="1676400"/>
            <a:ext cx="770572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>
                <a:solidFill>
                  <a:srgbClr val="1E1A1C"/>
                </a:solidFill>
                <a:latin typeface="Noto Sans JP"/>
                <a:ea typeface="Noto Sans JP"/>
              </a:rPr>
              <a:t>続きはサロンで！</a:t>
            </a:r>
          </a:p>
        </p:txBody>
      </p:sp>
      <p:sp>
        <p:nvSpPr>
          <p:cNvPr id="6" name=""/>
          <p:cNvSpPr/>
          <p:nvPr/>
        </p:nvSpPr>
        <p:spPr>
          <a:xfrm>
            <a:off x="914400" y="29908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914400" y="3295650"/>
            <a:ext cx="90963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Noto Sans JP"/>
                <a:ea typeface="Noto Sans JP"/>
              </a:rPr>
              <a:t>このモヤモヤは「モヤモヤ文法スッキリ解説」の続きで解説しています</a:t>
            </a:r>
          </a:p>
        </p:txBody>
      </p:sp>
      <p:sp>
        <p:nvSpPr>
          <p:cNvPr id="8" name=""/>
          <p:cNvSpPr/>
          <p:nvPr/>
        </p:nvSpPr>
        <p:spPr>
          <a:xfrm>
            <a:off x="914400" y="3924300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76300" y="40005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" name=""/>
          <p:cNvSpPr txBox="1"/>
          <p:nvPr/>
        </p:nvSpPr>
        <p:spPr>
          <a:xfrm>
            <a:off x="1447800" y="3962400"/>
            <a:ext cx="3381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毎月6本、新しい動画を公開</a:t>
            </a:r>
          </a:p>
        </p:txBody>
      </p:sp>
      <p:sp>
        <p:nvSpPr>
          <p:cNvPr id="11" name=""/>
          <p:cNvSpPr/>
          <p:nvPr/>
        </p:nvSpPr>
        <p:spPr>
          <a:xfrm>
            <a:off x="914400" y="4438650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76300" y="451485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3" name=""/>
          <p:cNvSpPr txBox="1"/>
          <p:nvPr/>
        </p:nvSpPr>
        <p:spPr>
          <a:xfrm>
            <a:off x="1447800" y="4476750"/>
            <a:ext cx="588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動画のまとめPDFと練習問題をダウンロードできる</a:t>
            </a:r>
          </a:p>
        </p:txBody>
      </p:sp>
      <p:sp>
        <p:nvSpPr>
          <p:cNvPr id="14" name=""/>
          <p:cNvSpPr/>
          <p:nvPr/>
        </p:nvSpPr>
        <p:spPr>
          <a:xfrm>
            <a:off x="914400" y="4953000"/>
            <a:ext cx="381000" cy="38100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5029200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447800" y="4991100"/>
            <a:ext cx="6029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初心者がモヤモヤしがちな文法を、1つずつスッキリ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7375" y="4000500"/>
            <a:ext cx="2143125" cy="28575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3457575" y="1733550"/>
            <a:ext cx="6410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最後まで見てくれて</a:t>
            </a:r>
          </a:p>
        </p:txBody>
      </p:sp>
      <p:sp>
        <p:nvSpPr>
          <p:cNvPr id="5" name=""/>
          <p:cNvSpPr txBox="1"/>
          <p:nvPr/>
        </p:nvSpPr>
        <p:spPr>
          <a:xfrm>
            <a:off x="3886200" y="2562225"/>
            <a:ext cx="441960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4650" b="1">
                <a:solidFill>
                  <a:srgbClr val="1E1A1C"/>
                </a:solidFill>
                <a:latin typeface="Noto Sans JP"/>
                <a:ea typeface="Noto Sans JP"/>
              </a:rPr>
              <a:t>ありがとう！</a:t>
            </a:r>
          </a:p>
        </p:txBody>
      </p:sp>
      <p:sp>
        <p:nvSpPr>
          <p:cNvPr id="6" name=""/>
          <p:cNvSpPr txBox="1"/>
          <p:nvPr/>
        </p:nvSpPr>
        <p:spPr>
          <a:xfrm>
            <a:off x="3724275" y="3676650"/>
            <a:ext cx="58007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574D52"/>
                </a:solidFill>
                <a:latin typeface="Arial"/>
                <a:ea typeface="Arial"/>
              </a:rPr>
              <a:t>a</a:t>
            </a:r>
            <a:pPr/>
            <a:r>
              <a:rPr sz="2050" b="1">
                <a:solidFill>
                  <a:srgbClr val="574D52"/>
                </a:solidFill>
                <a:latin typeface="Noto Sans JP"/>
                <a:ea typeface="Noto Sans JP"/>
              </a:rPr>
              <a:t> と </a:t>
            </a:r>
            <a:pPr/>
            <a:r>
              <a:rPr sz="2050" b="1">
                <a:solidFill>
                  <a:srgbClr val="574D52"/>
                </a:solidFill>
                <a:latin typeface="Arial"/>
                <a:ea typeface="Arial"/>
              </a:rPr>
              <a:t>the</a:t>
            </a:r>
            <a:pPr/>
            <a:r>
              <a:rPr sz="2050" b="1">
                <a:solidFill>
                  <a:srgbClr val="574D52"/>
                </a:solidFill>
                <a:latin typeface="Noto Sans JP"/>
                <a:ea typeface="Noto Sans JP"/>
              </a:rPr>
              <a:t>、今日から意識して使ってみてね</a:t>
            </a:r>
          </a:p>
        </p:txBody>
      </p:sp>
      <p:sp>
        <p:nvSpPr>
          <p:cNvPr id="7" name=""/>
          <p:cNvSpPr txBox="1"/>
          <p:nvPr/>
        </p:nvSpPr>
        <p:spPr>
          <a:xfrm>
            <a:off x="4562475" y="4352925"/>
            <a:ext cx="3876675" cy="847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000" b="1">
                <a:solidFill>
                  <a:srgbClr val="C8417F"/>
                </a:solidFill>
                <a:latin typeface="Arial"/>
                <a:ea typeface="Arial"/>
              </a:rPr>
              <a:t>See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