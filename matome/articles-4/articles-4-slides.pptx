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9" Type="http://schemas.openxmlformats.org/officeDocument/2006/relationships/presProps" Target="presProps.xml"/><Relationship Id="rId6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7705725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990600" y="2190750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990600" y="2362200"/>
            <a:ext cx="7267575" cy="1924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3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990600" y="4229100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全25問 一緒に声に出して練習しよう！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772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練習問題（全25問）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514475" y="195262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666875" y="200977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03847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57300" y="52006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1828800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11" name=""/>
          <p:cNvSpPr txBox="1"/>
          <p:nvPr/>
        </p:nvSpPr>
        <p:spPr>
          <a:xfrm>
            <a:off x="1200150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12" name=""/>
          <p:cNvSpPr/>
          <p:nvPr/>
        </p:nvSpPr>
        <p:spPr>
          <a:xfrm>
            <a:off x="34385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42481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4005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5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04800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3733800" y="52292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7" name=""/>
          <p:cNvSpPr txBox="1"/>
          <p:nvPr/>
        </p:nvSpPr>
        <p:spPr>
          <a:xfrm>
            <a:off x="4572000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18" name=""/>
          <p:cNvSpPr txBox="1"/>
          <p:nvPr/>
        </p:nvSpPr>
        <p:spPr>
          <a:xfrm>
            <a:off x="3952875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19" name=""/>
          <p:cNvSpPr/>
          <p:nvPr/>
        </p:nvSpPr>
        <p:spPr>
          <a:xfrm>
            <a:off x="61817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69913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1437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2" name="Image 2" descr="/home/user/hina-english/matome/img/eiff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048000"/>
            <a:ext cx="1428750" cy="142875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7096125" y="52292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4" name=""/>
          <p:cNvSpPr txBox="1"/>
          <p:nvPr/>
        </p:nvSpPr>
        <p:spPr>
          <a:xfrm>
            <a:off x="7324725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25" name=""/>
          <p:cNvSpPr txBox="1"/>
          <p:nvPr/>
        </p:nvSpPr>
        <p:spPr>
          <a:xfrm>
            <a:off x="6696075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26" name=""/>
          <p:cNvSpPr/>
          <p:nvPr/>
        </p:nvSpPr>
        <p:spPr>
          <a:xfrm>
            <a:off x="893445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9734550" y="195262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9886950" y="200977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9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048000"/>
            <a:ext cx="1428750" cy="142875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9725025" y="5229225"/>
            <a:ext cx="1485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総まとめ</a:t>
            </a:r>
          </a:p>
        </p:txBody>
      </p:sp>
      <p:sp>
        <p:nvSpPr>
          <p:cNvPr id="31" name=""/>
          <p:cNvSpPr txBox="1"/>
          <p:nvPr/>
        </p:nvSpPr>
        <p:spPr>
          <a:xfrm>
            <a:off x="10020300" y="5648325"/>
            <a:ext cx="8001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13問</a:t>
            </a:r>
          </a:p>
        </p:txBody>
      </p:sp>
      <p:sp>
        <p:nvSpPr>
          <p:cNvPr id="32" name=""/>
          <p:cNvSpPr txBox="1"/>
          <p:nvPr/>
        </p:nvSpPr>
        <p:spPr>
          <a:xfrm>
            <a:off x="9448800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穴埋め4・瞬間英作文9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73367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76600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352800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1" name=""/>
          <p:cNvSpPr/>
          <p:nvPr/>
        </p:nvSpPr>
        <p:spPr>
          <a:xfrm>
            <a:off x="3000375" y="3276600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190875" y="3352800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/>
          <p:nvPr/>
        </p:nvSpPr>
        <p:spPr>
          <a:xfrm>
            <a:off x="4972050" y="3276600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62550" y="3352800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5" name=""/>
          <p:cNvSpPr/>
          <p:nvPr/>
        </p:nvSpPr>
        <p:spPr>
          <a:xfrm>
            <a:off x="7743825" y="3276600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934325" y="33528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s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univers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3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5780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3629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university student.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115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3914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862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waited for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hour.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48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1" name=""/>
          <p:cNvSpPr/>
          <p:nvPr/>
        </p:nvSpPr>
        <p:spPr>
          <a:xfrm>
            <a:off x="4419600" y="3219450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610100" y="3295650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3" name=""/>
          <p:cNvSpPr/>
          <p:nvPr/>
        </p:nvSpPr>
        <p:spPr>
          <a:xfrm>
            <a:off x="6867525" y="3219450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58025" y="3295650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5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6" name="Image 1" descr="/home/user/hina-english/matome/img/chic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7" name="Image 2" descr="/home/user/hina-english/matome/img/coff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3050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816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00575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295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410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drink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coffee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2387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は数えないので、冠詞なし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162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066925"/>
            <a:ext cx="61817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Can I have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coffee, please?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2676525"/>
            <a:ext cx="38481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coffee, please.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286125"/>
            <a:ext cx="51911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I'd like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coffee, please.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943350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6" name=""/>
          <p:cNvSpPr txBox="1"/>
          <p:nvPr/>
        </p:nvSpPr>
        <p:spPr>
          <a:xfrm>
            <a:off x="2152650" y="5343525"/>
            <a:ext cx="71151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言い方はどれでも○。「コーヒー1杯」として数えるので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動画3のおさらい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21812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複数名詞（〜全般）</a:t>
            </a:r>
          </a:p>
        </p:txBody>
      </p:sp>
      <p:sp>
        <p:nvSpPr>
          <p:cNvPr id="11" name=""/>
          <p:cNvSpPr/>
          <p:nvPr/>
        </p:nvSpPr>
        <p:spPr>
          <a:xfrm>
            <a:off x="3419475" y="3219450"/>
            <a:ext cx="29813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609975" y="3295650"/>
            <a:ext cx="33337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数えられない名詞（〜全般）</a:t>
            </a:r>
          </a:p>
        </p:txBody>
      </p:sp>
      <p:sp>
        <p:nvSpPr>
          <p:cNvPr id="13" name=""/>
          <p:cNvSpPr/>
          <p:nvPr/>
        </p:nvSpPr>
        <p:spPr>
          <a:xfrm>
            <a:off x="6496050" y="3219450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686550" y="3295650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5" name=""/>
          <p:cNvSpPr/>
          <p:nvPr/>
        </p:nvSpPr>
        <p:spPr>
          <a:xfrm>
            <a:off x="10153650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44150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pic>
        <p:nvPicPr>
          <p:cNvPr id="17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furni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hel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48350" y="22669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721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927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は数えられない名詞で、特定の家具の話でもないので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5336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dogs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324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犬全般の話（複数名詞）なので、冠詞なし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876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862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speaks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English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752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言語の名前なので、冠詞なし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30575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総まとめ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動画1〜3のミックス ・ 13問（穴埋め4・瞬間英作文9）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403860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45529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・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・なし、全部まざっています</a:t>
            </a:r>
          </a:p>
        </p:txBody>
      </p:sp>
      <p:sp>
        <p:nvSpPr>
          <p:cNvPr id="11" name=""/>
          <p:cNvSpPr/>
          <p:nvPr/>
        </p:nvSpPr>
        <p:spPr>
          <a:xfrm>
            <a:off x="5276850" y="3219450"/>
            <a:ext cx="25812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467350" y="32956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3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4" name="Image 1" descr="/home/user/hina-english/matome/img/xmas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5" name="Image 2" descr="/home/user/hina-english/matome/img/nur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6" name="Image 3" descr="/home/user/hina-english/matome/img/eg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669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10" name=""/>
          <p:cNvSpPr/>
          <p:nvPr/>
        </p:nvSpPr>
        <p:spPr>
          <a:xfrm>
            <a:off x="49911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81750" y="2257425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5572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was very crowded.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669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10" name=""/>
          <p:cNvSpPr/>
          <p:nvPr/>
        </p:nvSpPr>
        <p:spPr>
          <a:xfrm>
            <a:off x="49911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31495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81750" y="2257425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5572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was very crowded.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「さっきのカフェ」と分かるので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562600" y="2667000"/>
            <a:ext cx="44767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at this cafe.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57675" y="267652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5562600" y="2667000"/>
            <a:ext cx="44767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at this cafe.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410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6886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 next door are very cute.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629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6886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 next door are very cute.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629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400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「隣の家の犬」と特定できるので、複数でも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9907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spend</a:t>
            </a:r>
          </a:p>
        </p:txBody>
      </p:sp>
      <p:sp>
        <p:nvSpPr>
          <p:cNvPr id="10" name=""/>
          <p:cNvSpPr/>
          <p:nvPr/>
        </p:nvSpPr>
        <p:spPr>
          <a:xfrm>
            <a:off x="4743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134100" y="26670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Christmas with my family.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9907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spend</a:t>
            </a:r>
          </a:p>
        </p:txBody>
      </p:sp>
      <p:sp>
        <p:nvSpPr>
          <p:cNvPr id="10" name=""/>
          <p:cNvSpPr/>
          <p:nvPr/>
        </p:nvSpPr>
        <p:spPr>
          <a:xfrm>
            <a:off x="4743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8672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134100" y="26670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Christmas with my family.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4400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953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0388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egg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600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133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egg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286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4673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from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Philippines.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5721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島の集まり（複数形）を表す国名なので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v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4103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昨日の夜、映画を1本観ました。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v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353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昨日の夜、映画を1本観ました。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67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「1本の映画」なので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591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have too much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luggage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838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luggage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