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7" Type="http://schemas.openxmlformats.org/officeDocument/2006/relationships/presProps" Target="presProps.xml"/><Relationship Id="rId2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pic>
        <p:nvPicPr>
          <p:cNvPr id="3" name="Image 0" descr="手を振るキャラクタ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3225" y="5143500"/>
            <a:ext cx="1285875" cy="17145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838200" y="1571625"/>
            <a:ext cx="20002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C8417F"/>
                </a:solidFill>
                <a:latin typeface="Noto Sans JP"/>
                <a:ea typeface="Noto Sans JP"/>
              </a:rPr>
              <a:t>動画のおさらい</a:t>
            </a:r>
          </a:p>
        </p:txBody>
      </p:sp>
      <p:sp>
        <p:nvSpPr>
          <p:cNvPr id="5" name=""/>
          <p:cNvSpPr txBox="1"/>
          <p:nvPr/>
        </p:nvSpPr>
        <p:spPr>
          <a:xfrm>
            <a:off x="838200" y="1952625"/>
            <a:ext cx="7010400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100" b="1">
                <a:solidFill>
                  <a:srgbClr val="1E1A1C"/>
                </a:solidFill>
                <a:latin typeface="Noto Sans JP"/>
                <a:ea typeface="Noto Sans JP"/>
              </a:rPr>
              <a:t>日常英会話フレーズ</a:t>
            </a:r>
          </a:p>
        </p:txBody>
      </p:sp>
      <p:sp>
        <p:nvSpPr>
          <p:cNvPr id="6" name=""/>
          <p:cNvSpPr txBox="1"/>
          <p:nvPr/>
        </p:nvSpPr>
        <p:spPr>
          <a:xfrm>
            <a:off x="838200" y="2762250"/>
            <a:ext cx="1790700" cy="12763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9000" b="1">
                <a:solidFill>
                  <a:srgbClr val="1E1A1C"/>
                </a:solidFill>
                <a:latin typeface="Arial"/>
                <a:ea typeface="Arial"/>
              </a:rPr>
              <a:t>9</a:t>
            </a:r>
            <a:pPr/>
            <a:r>
              <a:rPr sz="5100" b="1">
                <a:solidFill>
                  <a:srgbClr val="1E1A1C"/>
                </a:solidFill>
                <a:latin typeface="Noto Sans JP"/>
                <a:ea typeface="Noto Sans JP"/>
              </a:rPr>
              <a:t>選</a:t>
            </a:r>
          </a:p>
        </p:txBody>
      </p:sp>
      <p:sp>
        <p:nvSpPr>
          <p:cNvPr id="7" name=""/>
          <p:cNvSpPr txBox="1"/>
          <p:nvPr/>
        </p:nvSpPr>
        <p:spPr>
          <a:xfrm>
            <a:off x="2247900" y="3048000"/>
            <a:ext cx="2581275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100" b="1">
                <a:solidFill>
                  <a:srgbClr val="1E1A1C"/>
                </a:solidFill>
                <a:highlight>
                  <a:srgbClr val="F9D3E3"/>
                </a:highlight>
                <a:latin typeface="Noto Sans JP"/>
                <a:ea typeface="Noto Sans JP"/>
              </a:rPr>
              <a:t>まとめ</a:t>
            </a:r>
          </a:p>
        </p:txBody>
      </p:sp>
      <p:sp>
        <p:nvSpPr>
          <p:cNvPr id="8" name=""/>
          <p:cNvSpPr/>
          <p:nvPr/>
        </p:nvSpPr>
        <p:spPr>
          <a:xfrm>
            <a:off x="838200" y="4257675"/>
            <a:ext cx="3429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838200" y="4610100"/>
            <a:ext cx="3781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574D52"/>
                </a:solidFill>
                <a:latin typeface="Noto Sans JP"/>
                <a:ea typeface="Noto Sans JP"/>
              </a:rPr>
              <a:t>動画で紹介したフレーズと例文を</a:t>
            </a:r>
          </a:p>
        </p:txBody>
      </p:sp>
      <p:sp>
        <p:nvSpPr>
          <p:cNvPr id="10" name=""/>
          <p:cNvSpPr txBox="1"/>
          <p:nvPr/>
        </p:nvSpPr>
        <p:spPr>
          <a:xfrm>
            <a:off x="838200" y="4962525"/>
            <a:ext cx="425767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574D52"/>
                </a:solidFill>
                <a:latin typeface="Noto Sans JP"/>
                <a:ea typeface="Noto Sans JP"/>
              </a:rPr>
              <a:t>このスライドでまとめて復習しよう！</a:t>
            </a:r>
          </a:p>
        </p:txBody>
      </p:sp>
      <p:sp>
        <p:nvSpPr>
          <p:cNvPr id="11" name=""/>
          <p:cNvSpPr txBox="1"/>
          <p:nvPr/>
        </p:nvSpPr>
        <p:spPr>
          <a:xfrm>
            <a:off x="7715250" y="552450"/>
            <a:ext cx="1514475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9C9196"/>
                </a:solidFill>
                <a:latin typeface="Arial"/>
                <a:ea typeface="Arial"/>
              </a:rPr>
              <a:t>CONTENTS</a:t>
            </a:r>
          </a:p>
        </p:txBody>
      </p:sp>
      <p:sp>
        <p:nvSpPr>
          <p:cNvPr id="12" name=""/>
          <p:cNvSpPr txBox="1"/>
          <p:nvPr/>
        </p:nvSpPr>
        <p:spPr>
          <a:xfrm>
            <a:off x="8058150" y="876300"/>
            <a:ext cx="18859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I feel like ~ing</a:t>
            </a:r>
          </a:p>
        </p:txBody>
      </p:sp>
      <p:sp>
        <p:nvSpPr>
          <p:cNvPr id="13" name=""/>
          <p:cNvSpPr txBox="1"/>
          <p:nvPr/>
        </p:nvSpPr>
        <p:spPr>
          <a:xfrm>
            <a:off x="7715250" y="876300"/>
            <a:ext cx="4762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C8417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4" name=""/>
          <p:cNvSpPr/>
          <p:nvPr/>
        </p:nvSpPr>
        <p:spPr>
          <a:xfrm>
            <a:off x="7715250" y="1200150"/>
            <a:ext cx="363855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5" name=""/>
          <p:cNvSpPr txBox="1"/>
          <p:nvPr/>
        </p:nvSpPr>
        <p:spPr>
          <a:xfrm>
            <a:off x="8058150" y="1295400"/>
            <a:ext cx="15049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I used to ~</a:t>
            </a:r>
          </a:p>
        </p:txBody>
      </p:sp>
      <p:sp>
        <p:nvSpPr>
          <p:cNvPr id="16" name=""/>
          <p:cNvSpPr txBox="1"/>
          <p:nvPr/>
        </p:nvSpPr>
        <p:spPr>
          <a:xfrm>
            <a:off x="7715250" y="1295400"/>
            <a:ext cx="4762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C8417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7" name=""/>
          <p:cNvSpPr/>
          <p:nvPr/>
        </p:nvSpPr>
        <p:spPr>
          <a:xfrm>
            <a:off x="7715250" y="1619250"/>
            <a:ext cx="363855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8" name=""/>
          <p:cNvSpPr txBox="1"/>
          <p:nvPr/>
        </p:nvSpPr>
        <p:spPr>
          <a:xfrm>
            <a:off x="8058150" y="1714500"/>
            <a:ext cx="20383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I should have ~</a:t>
            </a:r>
          </a:p>
        </p:txBody>
      </p:sp>
      <p:sp>
        <p:nvSpPr>
          <p:cNvPr id="19" name=""/>
          <p:cNvSpPr txBox="1"/>
          <p:nvPr/>
        </p:nvSpPr>
        <p:spPr>
          <a:xfrm>
            <a:off x="7715250" y="1714500"/>
            <a:ext cx="4762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C8417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0" name=""/>
          <p:cNvSpPr/>
          <p:nvPr/>
        </p:nvSpPr>
        <p:spPr>
          <a:xfrm>
            <a:off x="7715250" y="2038350"/>
            <a:ext cx="363855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8058150" y="2133600"/>
            <a:ext cx="225742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Do you wanna ~?</a:t>
            </a:r>
          </a:p>
        </p:txBody>
      </p:sp>
      <p:sp>
        <p:nvSpPr>
          <p:cNvPr id="22" name=""/>
          <p:cNvSpPr txBox="1"/>
          <p:nvPr/>
        </p:nvSpPr>
        <p:spPr>
          <a:xfrm>
            <a:off x="7715250" y="2133600"/>
            <a:ext cx="4762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C8417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23" name=""/>
          <p:cNvSpPr/>
          <p:nvPr/>
        </p:nvSpPr>
        <p:spPr>
          <a:xfrm>
            <a:off x="7715250" y="2457450"/>
            <a:ext cx="363855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4" name=""/>
          <p:cNvSpPr txBox="1"/>
          <p:nvPr/>
        </p:nvSpPr>
        <p:spPr>
          <a:xfrm>
            <a:off x="8058150" y="2552700"/>
            <a:ext cx="214312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I'm looking for ~</a:t>
            </a:r>
          </a:p>
        </p:txBody>
      </p:sp>
      <p:sp>
        <p:nvSpPr>
          <p:cNvPr id="25" name=""/>
          <p:cNvSpPr txBox="1"/>
          <p:nvPr/>
        </p:nvSpPr>
        <p:spPr>
          <a:xfrm>
            <a:off x="7715250" y="2552700"/>
            <a:ext cx="4762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C8417F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26" name=""/>
          <p:cNvSpPr/>
          <p:nvPr/>
        </p:nvSpPr>
        <p:spPr>
          <a:xfrm>
            <a:off x="7715250" y="2876550"/>
            <a:ext cx="363855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7" name=""/>
          <p:cNvSpPr txBox="1"/>
          <p:nvPr/>
        </p:nvSpPr>
        <p:spPr>
          <a:xfrm>
            <a:off x="8058150" y="2971800"/>
            <a:ext cx="130492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I might ~</a:t>
            </a:r>
          </a:p>
        </p:txBody>
      </p:sp>
      <p:sp>
        <p:nvSpPr>
          <p:cNvPr id="28" name=""/>
          <p:cNvSpPr txBox="1"/>
          <p:nvPr/>
        </p:nvSpPr>
        <p:spPr>
          <a:xfrm>
            <a:off x="7715250" y="2971800"/>
            <a:ext cx="4762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C8417F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29" name=""/>
          <p:cNvSpPr/>
          <p:nvPr/>
        </p:nvSpPr>
        <p:spPr>
          <a:xfrm>
            <a:off x="7715250" y="3295650"/>
            <a:ext cx="363855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30" name=""/>
          <p:cNvSpPr txBox="1"/>
          <p:nvPr/>
        </p:nvSpPr>
        <p:spPr>
          <a:xfrm>
            <a:off x="8058150" y="3390900"/>
            <a:ext cx="24384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Do you mind if I ~?</a:t>
            </a:r>
          </a:p>
        </p:txBody>
      </p:sp>
      <p:sp>
        <p:nvSpPr>
          <p:cNvPr id="31" name=""/>
          <p:cNvSpPr txBox="1"/>
          <p:nvPr/>
        </p:nvSpPr>
        <p:spPr>
          <a:xfrm>
            <a:off x="7715250" y="3390900"/>
            <a:ext cx="4762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C8417F"/>
                </a:solidFill>
                <a:latin typeface="Arial"/>
                <a:ea typeface="Arial"/>
              </a:rPr>
              <a:t>7</a:t>
            </a:r>
          </a:p>
        </p:txBody>
      </p:sp>
      <p:sp>
        <p:nvSpPr>
          <p:cNvPr id="32" name=""/>
          <p:cNvSpPr/>
          <p:nvPr/>
        </p:nvSpPr>
        <p:spPr>
          <a:xfrm>
            <a:off x="7715250" y="3714750"/>
            <a:ext cx="363855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33" name=""/>
          <p:cNvSpPr txBox="1"/>
          <p:nvPr/>
        </p:nvSpPr>
        <p:spPr>
          <a:xfrm>
            <a:off x="8058150" y="3810000"/>
            <a:ext cx="10191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I bet ~</a:t>
            </a:r>
          </a:p>
        </p:txBody>
      </p:sp>
      <p:sp>
        <p:nvSpPr>
          <p:cNvPr id="34" name=""/>
          <p:cNvSpPr txBox="1"/>
          <p:nvPr/>
        </p:nvSpPr>
        <p:spPr>
          <a:xfrm>
            <a:off x="7715250" y="3810000"/>
            <a:ext cx="4762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C8417F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35" name=""/>
          <p:cNvSpPr/>
          <p:nvPr/>
        </p:nvSpPr>
        <p:spPr>
          <a:xfrm>
            <a:off x="7715250" y="4133850"/>
            <a:ext cx="363855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36" name=""/>
          <p:cNvSpPr txBox="1"/>
          <p:nvPr/>
        </p:nvSpPr>
        <p:spPr>
          <a:xfrm>
            <a:off x="8058150" y="4229100"/>
            <a:ext cx="18669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I'm trying to ~</a:t>
            </a:r>
          </a:p>
        </p:txBody>
      </p:sp>
      <p:sp>
        <p:nvSpPr>
          <p:cNvPr id="37" name=""/>
          <p:cNvSpPr txBox="1"/>
          <p:nvPr/>
        </p:nvSpPr>
        <p:spPr>
          <a:xfrm>
            <a:off x="7715250" y="4229100"/>
            <a:ext cx="4762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C8417F"/>
                </a:solidFill>
                <a:latin typeface="Arial"/>
                <a:ea typeface="Arial"/>
              </a:rPr>
              <a:t>9</a:t>
            </a:r>
          </a:p>
        </p:txBody>
      </p:sp>
      <p:sp>
        <p:nvSpPr>
          <p:cNvPr id="38" name=""/>
          <p:cNvSpPr txBox="1"/>
          <p:nvPr/>
        </p:nvSpPr>
        <p:spPr>
          <a:xfrm>
            <a:off x="7715250" y="4657725"/>
            <a:ext cx="30384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Noto Sans JP"/>
                <a:ea typeface="Noto Sans JP"/>
              </a:rPr>
              <a:t>＋ 練習問題（全45問）と解答つき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44100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 feel like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~ing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19907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〇〇な気分</a:t>
            </a:r>
          </a:p>
        </p:txBody>
      </p:sp>
      <p:sp>
        <p:nvSpPr>
          <p:cNvPr id="6" name=""/>
          <p:cNvSpPr/>
          <p:nvPr/>
        </p:nvSpPr>
        <p:spPr>
          <a:xfrm>
            <a:off x="2362200" y="1809750"/>
            <a:ext cx="1362075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2514600" y="1857375"/>
            <a:ext cx="1562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＋動詞のing形</a:t>
            </a:r>
          </a:p>
        </p:txBody>
      </p:sp>
      <p:sp>
        <p:nvSpPr>
          <p:cNvPr id="8" name=""/>
          <p:cNvSpPr/>
          <p:nvPr/>
        </p:nvSpPr>
        <p:spPr>
          <a:xfrm>
            <a:off x="762000" y="2305050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1E1A1C"/>
          </a:solidFill>
          <a:ln/>
        </p:spPr>
      </p:sp>
      <p:sp>
        <p:nvSpPr>
          <p:cNvPr id="9" name=""/>
          <p:cNvSpPr txBox="1"/>
          <p:nvPr/>
        </p:nvSpPr>
        <p:spPr>
          <a:xfrm>
            <a:off x="866775" y="2343150"/>
            <a:ext cx="6477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否定</a:t>
            </a:r>
          </a:p>
        </p:txBody>
      </p:sp>
      <p:sp>
        <p:nvSpPr>
          <p:cNvPr id="10" name=""/>
          <p:cNvSpPr txBox="1"/>
          <p:nvPr/>
        </p:nvSpPr>
        <p:spPr>
          <a:xfrm>
            <a:off x="1371600" y="2305050"/>
            <a:ext cx="28765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E1A1C"/>
                </a:solidFill>
                <a:latin typeface="Arial"/>
                <a:ea typeface="Arial"/>
              </a:rPr>
              <a:t>I don't feel like ~ing</a:t>
            </a:r>
          </a:p>
        </p:txBody>
      </p:sp>
      <p:sp>
        <p:nvSpPr>
          <p:cNvPr id="11" name=""/>
          <p:cNvSpPr txBox="1"/>
          <p:nvPr/>
        </p:nvSpPr>
        <p:spPr>
          <a:xfrm>
            <a:off x="3705225" y="2305050"/>
            <a:ext cx="40671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〇〇な気分ではない・〇〇したくない</a:t>
            </a:r>
          </a:p>
        </p:txBody>
      </p:sp>
      <p:sp>
        <p:nvSpPr>
          <p:cNvPr id="12" name=""/>
          <p:cNvSpPr/>
          <p:nvPr/>
        </p:nvSpPr>
        <p:spPr>
          <a:xfrm>
            <a:off x="762000" y="279082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762000" y="336232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1-1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3324225"/>
            <a:ext cx="5038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feel like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eating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pizza today.</a:t>
            </a:r>
          </a:p>
        </p:txBody>
      </p:sp>
      <p:sp>
        <p:nvSpPr>
          <p:cNvPr id="15" name=""/>
          <p:cNvSpPr txBox="1"/>
          <p:nvPr/>
        </p:nvSpPr>
        <p:spPr>
          <a:xfrm>
            <a:off x="7810500" y="3343275"/>
            <a:ext cx="3476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今日ピザを食べたい気分やわ</a:t>
            </a:r>
          </a:p>
        </p:txBody>
      </p:sp>
      <p:sp>
        <p:nvSpPr>
          <p:cNvPr id="16" name=""/>
          <p:cNvSpPr/>
          <p:nvPr/>
        </p:nvSpPr>
        <p:spPr>
          <a:xfrm>
            <a:off x="762000" y="4105275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4552950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1-2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4514850"/>
            <a:ext cx="5591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don't feel like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going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out today.</a:t>
            </a:r>
          </a:p>
        </p:txBody>
      </p:sp>
      <p:sp>
        <p:nvSpPr>
          <p:cNvPr id="19" name=""/>
          <p:cNvSpPr txBox="1"/>
          <p:nvPr/>
        </p:nvSpPr>
        <p:spPr>
          <a:xfrm>
            <a:off x="7810500" y="4533900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外に出る気にならないわ</a:t>
            </a:r>
          </a:p>
        </p:txBody>
      </p:sp>
      <p:sp>
        <p:nvSpPr>
          <p:cNvPr id="20" name=""/>
          <p:cNvSpPr/>
          <p:nvPr/>
        </p:nvSpPr>
        <p:spPr>
          <a:xfrm>
            <a:off x="762000" y="52959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762000" y="574357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1-3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705475"/>
            <a:ext cx="4067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feel like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watching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TV.</a:t>
            </a:r>
          </a:p>
        </p:txBody>
      </p:sp>
      <p:sp>
        <p:nvSpPr>
          <p:cNvPr id="23" name=""/>
          <p:cNvSpPr txBox="1"/>
          <p:nvPr/>
        </p:nvSpPr>
        <p:spPr>
          <a:xfrm>
            <a:off x="7810500" y="5734050"/>
            <a:ext cx="32385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今日はテレビを見たい気分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34194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 used to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26289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昔は〇〇してた</a:t>
            </a:r>
          </a:p>
        </p:txBody>
      </p:sp>
      <p:sp>
        <p:nvSpPr>
          <p:cNvPr id="6" name=""/>
          <p:cNvSpPr/>
          <p:nvPr/>
        </p:nvSpPr>
        <p:spPr>
          <a:xfrm>
            <a:off x="2924175" y="1809750"/>
            <a:ext cx="1276350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3076575" y="185737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＋動詞の原形</a:t>
            </a:r>
          </a:p>
        </p:txBody>
      </p:sp>
      <p:sp>
        <p:nvSpPr>
          <p:cNvPr id="8" name=""/>
          <p:cNvSpPr/>
          <p:nvPr/>
        </p:nvSpPr>
        <p:spPr>
          <a:xfrm>
            <a:off x="762000" y="240030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303847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2-1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3000375"/>
            <a:ext cx="4505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used to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play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basketball.</a:t>
            </a:r>
          </a:p>
        </p:txBody>
      </p:sp>
      <p:sp>
        <p:nvSpPr>
          <p:cNvPr id="11" name=""/>
          <p:cNvSpPr txBox="1"/>
          <p:nvPr/>
        </p:nvSpPr>
        <p:spPr>
          <a:xfrm>
            <a:off x="7810500" y="3019425"/>
            <a:ext cx="2505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バスケ昔やっていた</a:t>
            </a:r>
          </a:p>
        </p:txBody>
      </p:sp>
      <p:sp>
        <p:nvSpPr>
          <p:cNvPr id="12" name=""/>
          <p:cNvSpPr/>
          <p:nvPr/>
        </p:nvSpPr>
        <p:spPr>
          <a:xfrm>
            <a:off x="762000" y="38481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3" name=""/>
          <p:cNvSpPr txBox="1"/>
          <p:nvPr/>
        </p:nvSpPr>
        <p:spPr>
          <a:xfrm>
            <a:off x="762000" y="435292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2-2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4324350"/>
            <a:ext cx="31051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used to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smoke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.</a:t>
            </a:r>
          </a:p>
        </p:txBody>
      </p:sp>
      <p:sp>
        <p:nvSpPr>
          <p:cNvPr id="15" name=""/>
          <p:cNvSpPr txBox="1"/>
          <p:nvPr/>
        </p:nvSpPr>
        <p:spPr>
          <a:xfrm>
            <a:off x="7810500" y="4343400"/>
            <a:ext cx="2505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昔はタバコ吸ってた</a:t>
            </a:r>
          </a:p>
        </p:txBody>
      </p:sp>
      <p:sp>
        <p:nvSpPr>
          <p:cNvPr id="16" name=""/>
          <p:cNvSpPr/>
          <p:nvPr/>
        </p:nvSpPr>
        <p:spPr>
          <a:xfrm>
            <a:off x="762000" y="516255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5676900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2-3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5648325"/>
            <a:ext cx="4714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used to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work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late </a:t>
            </a:r>
            <a:pPr/>
            <a:r>
              <a:rPr sz="2500" b="1">
                <a:solidFill>
                  <a:srgbClr val="9C9196"/>
                </a:solidFill>
                <a:latin typeface="Arial"/>
                <a:ea typeface="Arial"/>
              </a:rPr>
              <a:t>(often)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.</a:t>
            </a:r>
          </a:p>
        </p:txBody>
      </p:sp>
      <p:sp>
        <p:nvSpPr>
          <p:cNvPr id="19" name=""/>
          <p:cNvSpPr txBox="1"/>
          <p:nvPr/>
        </p:nvSpPr>
        <p:spPr>
          <a:xfrm>
            <a:off x="7810500" y="5667375"/>
            <a:ext cx="2505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昔はよく残業してた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48291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 should have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〇〇しとけばよかった</a:t>
            </a:r>
          </a:p>
        </p:txBody>
      </p:sp>
      <p:sp>
        <p:nvSpPr>
          <p:cNvPr id="6" name=""/>
          <p:cNvSpPr/>
          <p:nvPr/>
        </p:nvSpPr>
        <p:spPr>
          <a:xfrm>
            <a:off x="3790950" y="1809750"/>
            <a:ext cx="1114425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3943350" y="18573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＋過去分詞</a:t>
            </a:r>
          </a:p>
        </p:txBody>
      </p:sp>
      <p:sp>
        <p:nvSpPr>
          <p:cNvPr id="8" name=""/>
          <p:cNvSpPr/>
          <p:nvPr/>
        </p:nvSpPr>
        <p:spPr>
          <a:xfrm>
            <a:off x="762000" y="2305050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1E1A1C"/>
          </a:solidFill>
          <a:ln/>
        </p:spPr>
      </p:sp>
      <p:sp>
        <p:nvSpPr>
          <p:cNvPr id="9" name=""/>
          <p:cNvSpPr txBox="1"/>
          <p:nvPr/>
        </p:nvSpPr>
        <p:spPr>
          <a:xfrm>
            <a:off x="866775" y="2343150"/>
            <a:ext cx="6477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否定</a:t>
            </a:r>
          </a:p>
        </p:txBody>
      </p:sp>
      <p:sp>
        <p:nvSpPr>
          <p:cNvPr id="10" name=""/>
          <p:cNvSpPr txBox="1"/>
          <p:nvPr/>
        </p:nvSpPr>
        <p:spPr>
          <a:xfrm>
            <a:off x="1371600" y="2305050"/>
            <a:ext cx="26479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E1A1C"/>
                </a:solidFill>
                <a:latin typeface="Arial"/>
                <a:ea typeface="Arial"/>
              </a:rPr>
              <a:t>I shouldn't have ~</a:t>
            </a:r>
          </a:p>
        </p:txBody>
      </p:sp>
      <p:sp>
        <p:nvSpPr>
          <p:cNvPr id="11" name=""/>
          <p:cNvSpPr txBox="1"/>
          <p:nvPr/>
        </p:nvSpPr>
        <p:spPr>
          <a:xfrm>
            <a:off x="3505200" y="2305050"/>
            <a:ext cx="2752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〇〇しなければよかった</a:t>
            </a:r>
          </a:p>
        </p:txBody>
      </p:sp>
      <p:sp>
        <p:nvSpPr>
          <p:cNvPr id="12" name=""/>
          <p:cNvSpPr/>
          <p:nvPr/>
        </p:nvSpPr>
        <p:spPr>
          <a:xfrm>
            <a:off x="762000" y="279082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762000" y="336232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3-1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3181350"/>
            <a:ext cx="39909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should have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left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earlier.</a:t>
            </a:r>
          </a:p>
        </p:txBody>
      </p:sp>
      <p:sp>
        <p:nvSpPr>
          <p:cNvPr id="15" name=""/>
          <p:cNvSpPr txBox="1"/>
          <p:nvPr/>
        </p:nvSpPr>
        <p:spPr>
          <a:xfrm>
            <a:off x="1600200" y="3552825"/>
            <a:ext cx="34099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もっとはやく出とけばよかった</a:t>
            </a:r>
          </a:p>
        </p:txBody>
      </p:sp>
      <p:sp>
        <p:nvSpPr>
          <p:cNvPr id="16" name=""/>
          <p:cNvSpPr/>
          <p:nvPr/>
        </p:nvSpPr>
        <p:spPr>
          <a:xfrm>
            <a:off x="762000" y="4105275"/>
            <a:ext cx="61341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4552950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3-2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4371975"/>
            <a:ext cx="4276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should have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bought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that.</a:t>
            </a:r>
          </a:p>
        </p:txBody>
      </p:sp>
      <p:sp>
        <p:nvSpPr>
          <p:cNvPr id="19" name=""/>
          <p:cNvSpPr txBox="1"/>
          <p:nvPr/>
        </p:nvSpPr>
        <p:spPr>
          <a:xfrm>
            <a:off x="1600200" y="4743450"/>
            <a:ext cx="2752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あれ買えばよかったのに</a:t>
            </a:r>
          </a:p>
        </p:txBody>
      </p:sp>
      <p:sp>
        <p:nvSpPr>
          <p:cNvPr id="20" name=""/>
          <p:cNvSpPr/>
          <p:nvPr/>
        </p:nvSpPr>
        <p:spPr>
          <a:xfrm>
            <a:off x="762000" y="5295900"/>
            <a:ext cx="61341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762000" y="574357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3-3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56260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shouldn't have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said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that.</a:t>
            </a:r>
          </a:p>
        </p:txBody>
      </p:sp>
      <p:sp>
        <p:nvSpPr>
          <p:cNvPr id="23" name=""/>
          <p:cNvSpPr txBox="1"/>
          <p:nvPr/>
        </p:nvSpPr>
        <p:spPr>
          <a:xfrm>
            <a:off x="1600200" y="5934075"/>
            <a:ext cx="31908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言わんかったらよかったのに</a:t>
            </a:r>
          </a:p>
        </p:txBody>
      </p:sp>
      <p:sp>
        <p:nvSpPr>
          <p:cNvPr id="24" name=""/>
          <p:cNvSpPr/>
          <p:nvPr/>
        </p:nvSpPr>
        <p:spPr>
          <a:xfrm>
            <a:off x="7239000" y="3114675"/>
            <a:ext cx="4191000" cy="3362325"/>
          </a:xfrm>
          <a:prstGeom prst="roundRect">
            <a:avLst>
              <a:gd name="adj" fmla="val 566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5" name=""/>
          <p:cNvSpPr txBox="1"/>
          <p:nvPr/>
        </p:nvSpPr>
        <p:spPr>
          <a:xfrm>
            <a:off x="8096250" y="3362325"/>
            <a:ext cx="26289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Noto Sans JP"/>
                <a:ea typeface="Noto Sans JP"/>
              </a:rPr>
              <a:t>ケーキで比べてみよう</a:t>
            </a:r>
          </a:p>
        </p:txBody>
      </p:sp>
      <p:sp>
        <p:nvSpPr>
          <p:cNvPr id="26" name=""/>
          <p:cNvSpPr/>
          <p:nvPr/>
        </p:nvSpPr>
        <p:spPr>
          <a:xfrm>
            <a:off x="7524750" y="3362325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C8417F"/>
          </a:solidFill>
          <a:ln/>
        </p:spPr>
      </p:sp>
      <p:sp>
        <p:nvSpPr>
          <p:cNvPr id="27" name=""/>
          <p:cNvSpPr txBox="1"/>
          <p:nvPr/>
        </p:nvSpPr>
        <p:spPr>
          <a:xfrm>
            <a:off x="7629525" y="3400425"/>
            <a:ext cx="6477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比較</a:t>
            </a:r>
          </a:p>
        </p:txBody>
      </p:sp>
      <p:sp>
        <p:nvSpPr>
          <p:cNvPr id="28" name=""/>
          <p:cNvSpPr txBox="1"/>
          <p:nvPr/>
        </p:nvSpPr>
        <p:spPr>
          <a:xfrm>
            <a:off x="7524750" y="3781425"/>
            <a:ext cx="36004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</a:t>
            </a:r>
            <a:pPr/>
            <a:r>
              <a:rPr sz="16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should have</a:t>
            </a:r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 eaten the cake.</a:t>
            </a:r>
          </a:p>
        </p:txBody>
      </p:sp>
      <p:sp>
        <p:nvSpPr>
          <p:cNvPr id="29" name=""/>
          <p:cNvSpPr txBox="1"/>
          <p:nvPr/>
        </p:nvSpPr>
        <p:spPr>
          <a:xfrm>
            <a:off x="7524750" y="4057650"/>
            <a:ext cx="29241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ケーキを食べておけばよかった</a:t>
            </a:r>
          </a:p>
        </p:txBody>
      </p:sp>
      <p:sp>
        <p:nvSpPr>
          <p:cNvPr id="30" name=""/>
          <p:cNvSpPr txBox="1"/>
          <p:nvPr/>
        </p:nvSpPr>
        <p:spPr>
          <a:xfrm>
            <a:off x="7524750" y="4410075"/>
            <a:ext cx="38671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</a:t>
            </a:r>
            <a:pPr/>
            <a:r>
              <a:rPr sz="16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shouldn't have</a:t>
            </a:r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 eaten the cake.</a:t>
            </a:r>
          </a:p>
        </p:txBody>
      </p:sp>
      <p:sp>
        <p:nvSpPr>
          <p:cNvPr id="31" name=""/>
          <p:cNvSpPr txBox="1"/>
          <p:nvPr/>
        </p:nvSpPr>
        <p:spPr>
          <a:xfrm>
            <a:off x="7524750" y="4686300"/>
            <a:ext cx="2952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ケーキを食べなければよかった</a:t>
            </a:r>
          </a:p>
        </p:txBody>
      </p:sp>
      <p:sp>
        <p:nvSpPr>
          <p:cNvPr id="32" name=""/>
          <p:cNvSpPr/>
          <p:nvPr/>
        </p:nvSpPr>
        <p:spPr>
          <a:xfrm>
            <a:off x="7524750" y="5067300"/>
            <a:ext cx="36195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33" name=""/>
          <p:cNvSpPr txBox="1"/>
          <p:nvPr/>
        </p:nvSpPr>
        <p:spPr>
          <a:xfrm>
            <a:off x="8096250" y="5210175"/>
            <a:ext cx="26289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Noto Sans JP"/>
                <a:ea typeface="Noto Sans JP"/>
              </a:rPr>
              <a:t>ネイティブはこう言う</a:t>
            </a:r>
          </a:p>
        </p:txBody>
      </p:sp>
      <p:sp>
        <p:nvSpPr>
          <p:cNvPr id="34" name=""/>
          <p:cNvSpPr/>
          <p:nvPr/>
        </p:nvSpPr>
        <p:spPr>
          <a:xfrm>
            <a:off x="7524750" y="5210175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C8417F"/>
          </a:solidFill>
          <a:ln/>
        </p:spPr>
      </p:sp>
      <p:sp>
        <p:nvSpPr>
          <p:cNvPr id="35" name=""/>
          <p:cNvSpPr txBox="1"/>
          <p:nvPr/>
        </p:nvSpPr>
        <p:spPr>
          <a:xfrm>
            <a:off x="7629525" y="5248275"/>
            <a:ext cx="6477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発音</a:t>
            </a:r>
          </a:p>
        </p:txBody>
      </p:sp>
      <p:sp>
        <p:nvSpPr>
          <p:cNvPr id="36" name=""/>
          <p:cNvSpPr/>
          <p:nvPr/>
        </p:nvSpPr>
        <p:spPr>
          <a:xfrm>
            <a:off x="7524750" y="5629275"/>
            <a:ext cx="3619500" cy="523875"/>
          </a:xfrm>
          <a:prstGeom prst="roundRect">
            <a:avLst>
              <a:gd name="adj" fmla="val 25455"/>
            </a:avLst>
          </a:prstGeom>
          <a:solidFill>
            <a:srgbClr val="FCE6EF"/>
          </a:solidFill>
          <a:ln/>
        </p:spPr>
      </p:sp>
      <p:sp>
        <p:nvSpPr>
          <p:cNvPr id="37" name=""/>
          <p:cNvSpPr txBox="1"/>
          <p:nvPr/>
        </p:nvSpPr>
        <p:spPr>
          <a:xfrm>
            <a:off x="7734300" y="5743575"/>
            <a:ext cx="21050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E1A1C"/>
                </a:solidFill>
                <a:latin typeface="Arial"/>
                <a:ea typeface="Arial"/>
              </a:rPr>
              <a:t>should have</a:t>
            </a:r>
          </a:p>
        </p:txBody>
      </p:sp>
      <p:sp>
        <p:nvSpPr>
          <p:cNvPr id="38" name=""/>
          <p:cNvSpPr txBox="1"/>
          <p:nvPr/>
        </p:nvSpPr>
        <p:spPr>
          <a:xfrm>
            <a:off x="9382125" y="5753100"/>
            <a:ext cx="6096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39" name=""/>
          <p:cNvSpPr txBox="1"/>
          <p:nvPr/>
        </p:nvSpPr>
        <p:spPr>
          <a:xfrm>
            <a:off x="9725025" y="5743575"/>
            <a:ext cx="17335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C8417F"/>
                </a:solidFill>
                <a:latin typeface="Arial"/>
                <a:ea typeface="Arial"/>
              </a:rPr>
              <a:t>should've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54673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Do you wanna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23145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〇〇したい？</a:t>
            </a:r>
          </a:p>
        </p:txBody>
      </p:sp>
      <p:sp>
        <p:nvSpPr>
          <p:cNvPr id="6" name=""/>
          <p:cNvSpPr/>
          <p:nvPr/>
        </p:nvSpPr>
        <p:spPr>
          <a:xfrm>
            <a:off x="2647950" y="1809750"/>
            <a:ext cx="1276350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2800350" y="185737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＋動詞の原形</a:t>
            </a:r>
          </a:p>
        </p:txBody>
      </p:sp>
      <p:sp>
        <p:nvSpPr>
          <p:cNvPr id="8" name=""/>
          <p:cNvSpPr/>
          <p:nvPr/>
        </p:nvSpPr>
        <p:spPr>
          <a:xfrm>
            <a:off x="762000" y="2305050"/>
            <a:ext cx="742950" cy="276225"/>
          </a:xfrm>
          <a:prstGeom prst="roundRect">
            <a:avLst>
              <a:gd name="adj" fmla="val 20690"/>
            </a:avLst>
          </a:prstGeom>
          <a:solidFill>
            <a:srgbClr val="C8417F"/>
          </a:solidFill>
          <a:ln/>
        </p:spPr>
      </p:sp>
      <p:sp>
        <p:nvSpPr>
          <p:cNvPr id="9" name=""/>
          <p:cNvSpPr txBox="1"/>
          <p:nvPr/>
        </p:nvSpPr>
        <p:spPr>
          <a:xfrm>
            <a:off x="866775" y="234315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0" name=""/>
          <p:cNvSpPr txBox="1"/>
          <p:nvPr/>
        </p:nvSpPr>
        <p:spPr>
          <a:xfrm>
            <a:off x="1638300" y="2305050"/>
            <a:ext cx="24479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E1A1C"/>
                </a:solidFill>
                <a:latin typeface="Arial"/>
                <a:ea typeface="Arial"/>
              </a:rPr>
              <a:t>wanna = want to</a:t>
            </a:r>
          </a:p>
        </p:txBody>
      </p:sp>
      <p:sp>
        <p:nvSpPr>
          <p:cNvPr id="11" name=""/>
          <p:cNvSpPr txBox="1"/>
          <p:nvPr/>
        </p:nvSpPr>
        <p:spPr>
          <a:xfrm>
            <a:off x="3600450" y="2305050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くだけた話し言葉の言い方</a:t>
            </a:r>
          </a:p>
        </p:txBody>
      </p:sp>
      <p:sp>
        <p:nvSpPr>
          <p:cNvPr id="12" name=""/>
          <p:cNvSpPr/>
          <p:nvPr/>
        </p:nvSpPr>
        <p:spPr>
          <a:xfrm>
            <a:off x="762000" y="279082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762000" y="336232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4-1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3324225"/>
            <a:ext cx="52578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wanna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eat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out today?</a:t>
            </a:r>
          </a:p>
        </p:txBody>
      </p:sp>
      <p:sp>
        <p:nvSpPr>
          <p:cNvPr id="15" name=""/>
          <p:cNvSpPr txBox="1"/>
          <p:nvPr/>
        </p:nvSpPr>
        <p:spPr>
          <a:xfrm>
            <a:off x="7810500" y="3343275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今日外食せえへん？</a:t>
            </a:r>
          </a:p>
        </p:txBody>
      </p:sp>
      <p:sp>
        <p:nvSpPr>
          <p:cNvPr id="16" name=""/>
          <p:cNvSpPr/>
          <p:nvPr/>
        </p:nvSpPr>
        <p:spPr>
          <a:xfrm>
            <a:off x="762000" y="4105275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4552950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4-2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4514850"/>
            <a:ext cx="6000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wanna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come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to the party?</a:t>
            </a:r>
          </a:p>
        </p:txBody>
      </p:sp>
      <p:sp>
        <p:nvSpPr>
          <p:cNvPr id="19" name=""/>
          <p:cNvSpPr txBox="1"/>
          <p:nvPr/>
        </p:nvSpPr>
        <p:spPr>
          <a:xfrm>
            <a:off x="7810500" y="4533900"/>
            <a:ext cx="2505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パーティーに来る？</a:t>
            </a:r>
          </a:p>
        </p:txBody>
      </p:sp>
      <p:sp>
        <p:nvSpPr>
          <p:cNvPr id="20" name=""/>
          <p:cNvSpPr/>
          <p:nvPr/>
        </p:nvSpPr>
        <p:spPr>
          <a:xfrm>
            <a:off x="762000" y="52959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762000" y="574357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4-3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705475"/>
            <a:ext cx="5286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wanna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eat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ice cream?</a:t>
            </a:r>
          </a:p>
        </p:txBody>
      </p:sp>
      <p:sp>
        <p:nvSpPr>
          <p:cNvPr id="23" name=""/>
          <p:cNvSpPr txBox="1"/>
          <p:nvPr/>
        </p:nvSpPr>
        <p:spPr>
          <a:xfrm>
            <a:off x="7810500" y="5734050"/>
            <a:ext cx="3200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アイスクリーム食べたい？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51244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I'm looking for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29527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〇〇を探してます</a:t>
            </a:r>
          </a:p>
        </p:txBody>
      </p:sp>
      <p:sp>
        <p:nvSpPr>
          <p:cNvPr id="6" name=""/>
          <p:cNvSpPr/>
          <p:nvPr/>
        </p:nvSpPr>
        <p:spPr>
          <a:xfrm>
            <a:off x="3200400" y="1809750"/>
            <a:ext cx="790575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3352800" y="185737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＋名詞</a:t>
            </a:r>
          </a:p>
        </p:txBody>
      </p:sp>
      <p:sp>
        <p:nvSpPr>
          <p:cNvPr id="8" name=""/>
          <p:cNvSpPr/>
          <p:nvPr/>
        </p:nvSpPr>
        <p:spPr>
          <a:xfrm>
            <a:off x="762000" y="240030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303847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5-1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2857500"/>
            <a:ext cx="439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looking for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bathroom.</a:t>
            </a:r>
          </a:p>
        </p:txBody>
      </p:sp>
      <p:sp>
        <p:nvSpPr>
          <p:cNvPr id="11" name=""/>
          <p:cNvSpPr txBox="1"/>
          <p:nvPr/>
        </p:nvSpPr>
        <p:spPr>
          <a:xfrm>
            <a:off x="1600200" y="3228975"/>
            <a:ext cx="42576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すいません、トイレ探してるんですけど</a:t>
            </a:r>
          </a:p>
        </p:txBody>
      </p:sp>
      <p:sp>
        <p:nvSpPr>
          <p:cNvPr id="12" name=""/>
          <p:cNvSpPr/>
          <p:nvPr/>
        </p:nvSpPr>
        <p:spPr>
          <a:xfrm>
            <a:off x="762000" y="3848100"/>
            <a:ext cx="61341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3" name=""/>
          <p:cNvSpPr txBox="1"/>
          <p:nvPr/>
        </p:nvSpPr>
        <p:spPr>
          <a:xfrm>
            <a:off x="762000" y="435292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5-2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4181475"/>
            <a:ext cx="42672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looking for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station.</a:t>
            </a:r>
          </a:p>
        </p:txBody>
      </p:sp>
      <p:sp>
        <p:nvSpPr>
          <p:cNvPr id="15" name=""/>
          <p:cNvSpPr txBox="1"/>
          <p:nvPr/>
        </p:nvSpPr>
        <p:spPr>
          <a:xfrm>
            <a:off x="1600200" y="4552950"/>
            <a:ext cx="27336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駅を探してるんですけど</a:t>
            </a:r>
          </a:p>
        </p:txBody>
      </p:sp>
      <p:sp>
        <p:nvSpPr>
          <p:cNvPr id="16" name=""/>
          <p:cNvSpPr/>
          <p:nvPr/>
        </p:nvSpPr>
        <p:spPr>
          <a:xfrm>
            <a:off x="762000" y="5162550"/>
            <a:ext cx="61341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5676900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5-3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550545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looking for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my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phone.</a:t>
            </a:r>
          </a:p>
        </p:txBody>
      </p:sp>
      <p:sp>
        <p:nvSpPr>
          <p:cNvPr id="19" name=""/>
          <p:cNvSpPr txBox="1"/>
          <p:nvPr/>
        </p:nvSpPr>
        <p:spPr>
          <a:xfrm>
            <a:off x="1600200" y="5876925"/>
            <a:ext cx="25146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私の携帯を探してます</a:t>
            </a:r>
          </a:p>
        </p:txBody>
      </p:sp>
      <p:sp>
        <p:nvSpPr>
          <p:cNvPr id="20" name=""/>
          <p:cNvSpPr/>
          <p:nvPr/>
        </p:nvSpPr>
        <p:spPr>
          <a:xfrm>
            <a:off x="7239000" y="2724150"/>
            <a:ext cx="4191000" cy="3752850"/>
          </a:xfrm>
          <a:prstGeom prst="roundRect">
            <a:avLst>
              <a:gd name="adj" fmla="val 507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8096250" y="2971800"/>
            <a:ext cx="24765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Noto Sans JP"/>
                <a:ea typeface="Noto Sans JP"/>
              </a:rPr>
              <a:t>冠詞 the と a の違い</a:t>
            </a:r>
          </a:p>
        </p:txBody>
      </p:sp>
      <p:sp>
        <p:nvSpPr>
          <p:cNvPr id="22" name=""/>
          <p:cNvSpPr/>
          <p:nvPr/>
        </p:nvSpPr>
        <p:spPr>
          <a:xfrm>
            <a:off x="7524750" y="2971800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C8417F"/>
          </a:solidFill>
          <a:ln/>
        </p:spPr>
      </p:sp>
      <p:sp>
        <p:nvSpPr>
          <p:cNvPr id="23" name=""/>
          <p:cNvSpPr txBox="1"/>
          <p:nvPr/>
        </p:nvSpPr>
        <p:spPr>
          <a:xfrm>
            <a:off x="7629525" y="3009900"/>
            <a:ext cx="6477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文法</a:t>
            </a:r>
          </a:p>
        </p:txBody>
      </p:sp>
      <p:sp>
        <p:nvSpPr>
          <p:cNvPr id="24" name=""/>
          <p:cNvSpPr/>
          <p:nvPr/>
        </p:nvSpPr>
        <p:spPr>
          <a:xfrm>
            <a:off x="7524750" y="3429000"/>
            <a:ext cx="723900" cy="628650"/>
          </a:xfrm>
          <a:prstGeom prst="roundRect">
            <a:avLst>
              <a:gd name="adj" fmla="val 24242"/>
            </a:avLst>
          </a:prstGeom>
          <a:solidFill>
            <a:srgbClr val="FCE6EF"/>
          </a:solidFill>
          <a:ln/>
        </p:spPr>
      </p:sp>
      <p:sp>
        <p:nvSpPr>
          <p:cNvPr id="25" name=""/>
          <p:cNvSpPr txBox="1"/>
          <p:nvPr/>
        </p:nvSpPr>
        <p:spPr>
          <a:xfrm>
            <a:off x="7486650" y="3590925"/>
            <a:ext cx="80010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</a:p>
        </p:txBody>
      </p:sp>
      <p:sp>
        <p:nvSpPr>
          <p:cNvPr id="26" name=""/>
          <p:cNvSpPr txBox="1"/>
          <p:nvPr/>
        </p:nvSpPr>
        <p:spPr>
          <a:xfrm>
            <a:off x="8401050" y="3457575"/>
            <a:ext cx="14382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E1A1C"/>
                </a:solidFill>
                <a:latin typeface="Noto Sans JP"/>
                <a:ea typeface="Noto Sans JP"/>
              </a:rPr>
              <a:t>特定の場所</a:t>
            </a:r>
          </a:p>
        </p:txBody>
      </p:sp>
      <p:sp>
        <p:nvSpPr>
          <p:cNvPr id="27" name=""/>
          <p:cNvSpPr txBox="1"/>
          <p:nvPr/>
        </p:nvSpPr>
        <p:spPr>
          <a:xfrm>
            <a:off x="8401050" y="3810000"/>
            <a:ext cx="31146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Arial"/>
                <a:ea typeface="Arial"/>
              </a:rPr>
              <a:t>I'm looking for </a:t>
            </a:r>
            <a:pPr/>
            <a:r>
              <a:rPr sz="15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500" b="1">
                <a:solidFill>
                  <a:srgbClr val="574D52"/>
                </a:solidFill>
                <a:latin typeface="Arial"/>
                <a:ea typeface="Arial"/>
              </a:rPr>
              <a:t> station.</a:t>
            </a:r>
          </a:p>
        </p:txBody>
      </p:sp>
      <p:sp>
        <p:nvSpPr>
          <p:cNvPr id="28" name=""/>
          <p:cNvSpPr/>
          <p:nvPr/>
        </p:nvSpPr>
        <p:spPr>
          <a:xfrm>
            <a:off x="7524750" y="4229100"/>
            <a:ext cx="723900" cy="628650"/>
          </a:xfrm>
          <a:prstGeom prst="roundRect">
            <a:avLst>
              <a:gd name="adj" fmla="val 24242"/>
            </a:avLst>
          </a:prstGeom>
          <a:solidFill>
            <a:srgbClr val="FCE6EF"/>
          </a:solidFill>
          <a:ln/>
        </p:spPr>
      </p:sp>
      <p:sp>
        <p:nvSpPr>
          <p:cNvPr id="29" name=""/>
          <p:cNvSpPr txBox="1"/>
          <p:nvPr/>
        </p:nvSpPr>
        <p:spPr>
          <a:xfrm>
            <a:off x="7629525" y="4391025"/>
            <a:ext cx="5143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C8417F"/>
                </a:solidFill>
                <a:latin typeface="Arial"/>
                <a:ea typeface="Arial"/>
              </a:rPr>
              <a:t>a</a:t>
            </a:r>
          </a:p>
        </p:txBody>
      </p:sp>
      <p:sp>
        <p:nvSpPr>
          <p:cNvPr id="30" name=""/>
          <p:cNvSpPr txBox="1"/>
          <p:nvPr/>
        </p:nvSpPr>
        <p:spPr>
          <a:xfrm>
            <a:off x="8401050" y="4257675"/>
            <a:ext cx="16573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E1A1C"/>
                </a:solidFill>
                <a:latin typeface="Noto Sans JP"/>
                <a:ea typeface="Noto Sans JP"/>
              </a:rPr>
              <a:t>一般的なもの</a:t>
            </a:r>
          </a:p>
        </p:txBody>
      </p:sp>
      <p:sp>
        <p:nvSpPr>
          <p:cNvPr id="31" name=""/>
          <p:cNvSpPr txBox="1"/>
          <p:nvPr/>
        </p:nvSpPr>
        <p:spPr>
          <a:xfrm>
            <a:off x="8401050" y="4610100"/>
            <a:ext cx="31908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Arial"/>
                <a:ea typeface="Arial"/>
              </a:rPr>
              <a:t>I'm looking for </a:t>
            </a:r>
            <a:pPr/>
            <a:r>
              <a:rPr sz="150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1500" b="1">
                <a:solidFill>
                  <a:srgbClr val="574D52"/>
                </a:solidFill>
                <a:latin typeface="Arial"/>
                <a:ea typeface="Arial"/>
              </a:rPr>
              <a:t> bathroom.</a:t>
            </a:r>
          </a:p>
        </p:txBody>
      </p:sp>
      <p:sp>
        <p:nvSpPr>
          <p:cNvPr id="32" name=""/>
          <p:cNvSpPr/>
          <p:nvPr/>
        </p:nvSpPr>
        <p:spPr>
          <a:xfrm>
            <a:off x="7524750" y="5038725"/>
            <a:ext cx="36195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33" name=""/>
          <p:cNvSpPr txBox="1"/>
          <p:nvPr/>
        </p:nvSpPr>
        <p:spPr>
          <a:xfrm>
            <a:off x="7524750" y="5229225"/>
            <a:ext cx="3905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17F"/>
                </a:solidFill>
                <a:latin typeface="Noto Sans JP"/>
                <a:ea typeface="Noto Sans JP"/>
              </a:rPr>
              <a:t>The</a:t>
            </a:r>
            <a:pPr/>
            <a:r>
              <a:rPr sz="1350" b="1">
                <a:solidFill>
                  <a:srgbClr val="574D52"/>
                </a:solidFill>
                <a:latin typeface="Noto Sans JP"/>
                <a:ea typeface="Noto Sans JP"/>
              </a:rPr>
              <a:t> は世界遺産などの固有名詞にも使う</a:t>
            </a:r>
          </a:p>
        </p:txBody>
      </p:sp>
      <p:sp>
        <p:nvSpPr>
          <p:cNvPr id="34" name=""/>
          <p:cNvSpPr txBox="1"/>
          <p:nvPr/>
        </p:nvSpPr>
        <p:spPr>
          <a:xfrm>
            <a:off x="7524750" y="5619750"/>
            <a:ext cx="435292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 Eiffel Tower </a:t>
            </a:r>
            <a:pPr/>
            <a:r>
              <a:rPr sz="1600" b="1">
                <a:solidFill>
                  <a:srgbClr val="1E1A1C"/>
                </a:solidFill>
                <a:latin typeface="Noto Sans JP"/>
                <a:ea typeface="Noto Sans JP"/>
              </a:rPr>
              <a:t>／</a:t>
            </a:r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16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 Tokyo Tower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29146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 might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〇〇するかもしれない</a:t>
            </a:r>
          </a:p>
        </p:txBody>
      </p:sp>
      <p:sp>
        <p:nvSpPr>
          <p:cNvPr id="6" name=""/>
          <p:cNvSpPr/>
          <p:nvPr/>
        </p:nvSpPr>
        <p:spPr>
          <a:xfrm>
            <a:off x="3790950" y="1809750"/>
            <a:ext cx="1276350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3943350" y="185737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＋動詞の原形</a:t>
            </a:r>
          </a:p>
        </p:txBody>
      </p:sp>
      <p:sp>
        <p:nvSpPr>
          <p:cNvPr id="8" name=""/>
          <p:cNvSpPr/>
          <p:nvPr/>
        </p:nvSpPr>
        <p:spPr>
          <a:xfrm>
            <a:off x="762000" y="2305050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1E1A1C"/>
          </a:solidFill>
          <a:ln/>
        </p:spPr>
      </p:sp>
      <p:sp>
        <p:nvSpPr>
          <p:cNvPr id="9" name=""/>
          <p:cNvSpPr txBox="1"/>
          <p:nvPr/>
        </p:nvSpPr>
        <p:spPr>
          <a:xfrm>
            <a:off x="866775" y="2343150"/>
            <a:ext cx="6477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否定</a:t>
            </a:r>
          </a:p>
        </p:txBody>
      </p:sp>
      <p:sp>
        <p:nvSpPr>
          <p:cNvPr id="10" name=""/>
          <p:cNvSpPr txBox="1"/>
          <p:nvPr/>
        </p:nvSpPr>
        <p:spPr>
          <a:xfrm>
            <a:off x="1371600" y="2305050"/>
            <a:ext cx="19621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E1A1C"/>
                </a:solidFill>
                <a:latin typeface="Arial"/>
                <a:ea typeface="Arial"/>
              </a:rPr>
              <a:t>I might not ~</a:t>
            </a:r>
          </a:p>
        </p:txBody>
      </p:sp>
      <p:sp>
        <p:nvSpPr>
          <p:cNvPr id="11" name=""/>
          <p:cNvSpPr txBox="1"/>
          <p:nvPr/>
        </p:nvSpPr>
        <p:spPr>
          <a:xfrm>
            <a:off x="2914650" y="2305050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〇〇しないかも</a:t>
            </a:r>
          </a:p>
        </p:txBody>
      </p:sp>
      <p:sp>
        <p:nvSpPr>
          <p:cNvPr id="12" name=""/>
          <p:cNvSpPr/>
          <p:nvPr/>
        </p:nvSpPr>
        <p:spPr>
          <a:xfrm>
            <a:off x="762000" y="279082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762000" y="336232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6-1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3324225"/>
            <a:ext cx="4000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might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eat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a cupcake.</a:t>
            </a:r>
          </a:p>
        </p:txBody>
      </p:sp>
      <p:sp>
        <p:nvSpPr>
          <p:cNvPr id="15" name=""/>
          <p:cNvSpPr txBox="1"/>
          <p:nvPr/>
        </p:nvSpPr>
        <p:spPr>
          <a:xfrm>
            <a:off x="7810500" y="3343275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カップケーキ食べるかも</a:t>
            </a:r>
          </a:p>
        </p:txBody>
      </p:sp>
      <p:sp>
        <p:nvSpPr>
          <p:cNvPr id="16" name=""/>
          <p:cNvSpPr/>
          <p:nvPr/>
        </p:nvSpPr>
        <p:spPr>
          <a:xfrm>
            <a:off x="762000" y="4105275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4552950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6-2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4514850"/>
            <a:ext cx="2809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might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be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late.</a:t>
            </a:r>
          </a:p>
        </p:txBody>
      </p:sp>
      <p:sp>
        <p:nvSpPr>
          <p:cNvPr id="19" name=""/>
          <p:cNvSpPr txBox="1"/>
          <p:nvPr/>
        </p:nvSpPr>
        <p:spPr>
          <a:xfrm>
            <a:off x="7810500" y="4362450"/>
            <a:ext cx="2514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ちょっと遅れるかも</a:t>
            </a:r>
          </a:p>
        </p:txBody>
      </p:sp>
      <p:sp>
        <p:nvSpPr>
          <p:cNvPr id="20" name=""/>
          <p:cNvSpPr/>
          <p:nvPr/>
        </p:nvSpPr>
        <p:spPr>
          <a:xfrm>
            <a:off x="7810500" y="4733925"/>
            <a:ext cx="1847850" cy="295275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7924800" y="4772025"/>
            <a:ext cx="22098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74D52"/>
                </a:solidFill>
                <a:latin typeface="Noto Sans JP"/>
                <a:ea typeface="Noto Sans JP"/>
              </a:rPr>
              <a:t>late ＝ 遅れる〈形容詞〉</a:t>
            </a:r>
          </a:p>
        </p:txBody>
      </p:sp>
      <p:sp>
        <p:nvSpPr>
          <p:cNvPr id="22" name=""/>
          <p:cNvSpPr/>
          <p:nvPr/>
        </p:nvSpPr>
        <p:spPr>
          <a:xfrm>
            <a:off x="762000" y="52959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3" name=""/>
          <p:cNvSpPr txBox="1"/>
          <p:nvPr/>
        </p:nvSpPr>
        <p:spPr>
          <a:xfrm>
            <a:off x="762000" y="574357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6-3</a:t>
            </a:r>
          </a:p>
        </p:txBody>
      </p:sp>
      <p:sp>
        <p:nvSpPr>
          <p:cNvPr id="24" name=""/>
          <p:cNvSpPr txBox="1"/>
          <p:nvPr/>
        </p:nvSpPr>
        <p:spPr>
          <a:xfrm>
            <a:off x="1600200" y="5705475"/>
            <a:ext cx="3790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might not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go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today.</a:t>
            </a:r>
          </a:p>
        </p:txBody>
      </p:sp>
      <p:sp>
        <p:nvSpPr>
          <p:cNvPr id="25" name=""/>
          <p:cNvSpPr txBox="1"/>
          <p:nvPr/>
        </p:nvSpPr>
        <p:spPr>
          <a:xfrm>
            <a:off x="7810500" y="5734050"/>
            <a:ext cx="2514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今日は行かないかも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7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59055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Do you mind if I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81534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〇〇してもいいですか？／〇〇しても構いませんか？</a:t>
            </a:r>
          </a:p>
        </p:txBody>
      </p:sp>
      <p:sp>
        <p:nvSpPr>
          <p:cNvPr id="6" name=""/>
          <p:cNvSpPr/>
          <p:nvPr/>
        </p:nvSpPr>
        <p:spPr>
          <a:xfrm>
            <a:off x="762000" y="240030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7" name=""/>
          <p:cNvSpPr txBox="1"/>
          <p:nvPr/>
        </p:nvSpPr>
        <p:spPr>
          <a:xfrm>
            <a:off x="762000" y="303847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7-1</a:t>
            </a:r>
          </a:p>
        </p:txBody>
      </p:sp>
      <p:sp>
        <p:nvSpPr>
          <p:cNvPr id="8" name=""/>
          <p:cNvSpPr txBox="1"/>
          <p:nvPr/>
        </p:nvSpPr>
        <p:spPr>
          <a:xfrm>
            <a:off x="1600200" y="2857500"/>
            <a:ext cx="40957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mind if I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sit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here?</a:t>
            </a:r>
          </a:p>
        </p:txBody>
      </p:sp>
      <p:sp>
        <p:nvSpPr>
          <p:cNvPr id="9" name=""/>
          <p:cNvSpPr txBox="1"/>
          <p:nvPr/>
        </p:nvSpPr>
        <p:spPr>
          <a:xfrm>
            <a:off x="1600200" y="3228975"/>
            <a:ext cx="31623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ここに座ってもいいですか？</a:t>
            </a:r>
          </a:p>
        </p:txBody>
      </p:sp>
      <p:sp>
        <p:nvSpPr>
          <p:cNvPr id="10" name=""/>
          <p:cNvSpPr/>
          <p:nvPr/>
        </p:nvSpPr>
        <p:spPr>
          <a:xfrm>
            <a:off x="762000" y="3848100"/>
            <a:ext cx="61341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1" name=""/>
          <p:cNvSpPr txBox="1"/>
          <p:nvPr/>
        </p:nvSpPr>
        <p:spPr>
          <a:xfrm>
            <a:off x="762000" y="435292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7-2</a:t>
            </a:r>
          </a:p>
        </p:txBody>
      </p:sp>
      <p:sp>
        <p:nvSpPr>
          <p:cNvPr id="12" name=""/>
          <p:cNvSpPr txBox="1"/>
          <p:nvPr/>
        </p:nvSpPr>
        <p:spPr>
          <a:xfrm>
            <a:off x="1600200" y="4181475"/>
            <a:ext cx="5562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mind if I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open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the window?</a:t>
            </a:r>
          </a:p>
        </p:txBody>
      </p:sp>
      <p:sp>
        <p:nvSpPr>
          <p:cNvPr id="13" name=""/>
          <p:cNvSpPr txBox="1"/>
          <p:nvPr/>
        </p:nvSpPr>
        <p:spPr>
          <a:xfrm>
            <a:off x="1600200" y="4552950"/>
            <a:ext cx="31718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窓を開けても構いませんか？</a:t>
            </a:r>
          </a:p>
        </p:txBody>
      </p:sp>
      <p:sp>
        <p:nvSpPr>
          <p:cNvPr id="14" name=""/>
          <p:cNvSpPr/>
          <p:nvPr/>
        </p:nvSpPr>
        <p:spPr>
          <a:xfrm>
            <a:off x="762000" y="5162550"/>
            <a:ext cx="61341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5" name=""/>
          <p:cNvSpPr txBox="1"/>
          <p:nvPr/>
        </p:nvSpPr>
        <p:spPr>
          <a:xfrm>
            <a:off x="762000" y="5676900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7-3</a:t>
            </a:r>
          </a:p>
        </p:txBody>
      </p:sp>
      <p:sp>
        <p:nvSpPr>
          <p:cNvPr id="16" name=""/>
          <p:cNvSpPr txBox="1"/>
          <p:nvPr/>
        </p:nvSpPr>
        <p:spPr>
          <a:xfrm>
            <a:off x="1600200" y="5505450"/>
            <a:ext cx="5172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mind if I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ask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a question?</a:t>
            </a:r>
          </a:p>
        </p:txBody>
      </p:sp>
      <p:sp>
        <p:nvSpPr>
          <p:cNvPr id="17" name=""/>
          <p:cNvSpPr txBox="1"/>
          <p:nvPr/>
        </p:nvSpPr>
        <p:spPr>
          <a:xfrm>
            <a:off x="1600200" y="5876925"/>
            <a:ext cx="27241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質問してもいいですか？</a:t>
            </a:r>
          </a:p>
        </p:txBody>
      </p:sp>
      <p:sp>
        <p:nvSpPr>
          <p:cNvPr id="18" name=""/>
          <p:cNvSpPr/>
          <p:nvPr/>
        </p:nvSpPr>
        <p:spPr>
          <a:xfrm>
            <a:off x="7239000" y="2724150"/>
            <a:ext cx="4191000" cy="3876675"/>
          </a:xfrm>
          <a:prstGeom prst="roundRect">
            <a:avLst>
              <a:gd name="adj" fmla="val 4914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9" name=""/>
          <p:cNvSpPr txBox="1"/>
          <p:nvPr/>
        </p:nvSpPr>
        <p:spPr>
          <a:xfrm>
            <a:off x="8229600" y="2971800"/>
            <a:ext cx="26479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Noto Sans JP"/>
                <a:ea typeface="Noto Sans JP"/>
              </a:rPr>
              <a:t>聞かれたらこう返そう</a:t>
            </a:r>
          </a:p>
        </p:txBody>
      </p:sp>
      <p:sp>
        <p:nvSpPr>
          <p:cNvPr id="20" name=""/>
          <p:cNvSpPr/>
          <p:nvPr/>
        </p:nvSpPr>
        <p:spPr>
          <a:xfrm>
            <a:off x="7524750" y="2971800"/>
            <a:ext cx="609600" cy="276225"/>
          </a:xfrm>
          <a:prstGeom prst="roundRect">
            <a:avLst>
              <a:gd name="adj" fmla="val 20690"/>
            </a:avLst>
          </a:prstGeom>
          <a:solidFill>
            <a:srgbClr val="C8417F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629525" y="3009900"/>
            <a:ext cx="800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答え方</a:t>
            </a:r>
          </a:p>
        </p:txBody>
      </p:sp>
      <p:sp>
        <p:nvSpPr>
          <p:cNvPr id="22" name=""/>
          <p:cNvSpPr/>
          <p:nvPr/>
        </p:nvSpPr>
        <p:spPr>
          <a:xfrm>
            <a:off x="7524750" y="3429000"/>
            <a:ext cx="3619500" cy="942975"/>
          </a:xfrm>
          <a:prstGeom prst="roundRect">
            <a:avLst>
              <a:gd name="adj" fmla="val 16162"/>
            </a:avLst>
          </a:prstGeom>
          <a:solidFill>
            <a:srgbClr val="FCE6EF"/>
          </a:solidFill>
          <a:ln/>
        </p:spPr>
      </p:sp>
      <p:sp>
        <p:nvSpPr>
          <p:cNvPr id="23" name=""/>
          <p:cNvSpPr/>
          <p:nvPr/>
        </p:nvSpPr>
        <p:spPr>
          <a:xfrm>
            <a:off x="7715250" y="3629025"/>
            <a:ext cx="533400" cy="533400"/>
          </a:xfrm>
          <a:prstGeom prst="ellipse">
            <a:avLst/>
          </a:prstGeom>
          <a:solidFill>
            <a:srgbClr val="C8417F"/>
          </a:solidFill>
          <a:ln/>
        </p:spPr>
      </p:sp>
      <p:sp>
        <p:nvSpPr>
          <p:cNvPr id="24" name=""/>
          <p:cNvSpPr txBox="1"/>
          <p:nvPr/>
        </p:nvSpPr>
        <p:spPr>
          <a:xfrm>
            <a:off x="7677150" y="3800475"/>
            <a:ext cx="61912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rial"/>
              </a:rPr>
              <a:t>OK</a:t>
            </a:r>
          </a:p>
        </p:txBody>
      </p:sp>
      <p:sp>
        <p:nvSpPr>
          <p:cNvPr id="25" name=""/>
          <p:cNvSpPr txBox="1"/>
          <p:nvPr/>
        </p:nvSpPr>
        <p:spPr>
          <a:xfrm>
            <a:off x="8382000" y="3657600"/>
            <a:ext cx="31718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Arial"/>
                <a:ea typeface="Arial"/>
              </a:rPr>
              <a:t>No. </a:t>
            </a:r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／</a:t>
            </a:r>
            <a:pPr/>
            <a:r>
              <a:rPr sz="1800" b="1">
                <a:solidFill>
                  <a:srgbClr val="1E1A1C"/>
                </a:solidFill>
                <a:latin typeface="Arial"/>
                <a:ea typeface="Arial"/>
              </a:rPr>
              <a:t> Sure, go ahead!</a:t>
            </a:r>
          </a:p>
        </p:txBody>
      </p:sp>
      <p:sp>
        <p:nvSpPr>
          <p:cNvPr id="26" name=""/>
          <p:cNvSpPr txBox="1"/>
          <p:nvPr/>
        </p:nvSpPr>
        <p:spPr>
          <a:xfrm>
            <a:off x="8382000" y="3962400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いいえ、構いません！</a:t>
            </a:r>
          </a:p>
        </p:txBody>
      </p:sp>
      <p:sp>
        <p:nvSpPr>
          <p:cNvPr id="27" name=""/>
          <p:cNvSpPr/>
          <p:nvPr/>
        </p:nvSpPr>
        <p:spPr>
          <a:xfrm>
            <a:off x="7524750" y="4543425"/>
            <a:ext cx="3619500" cy="876300"/>
          </a:xfrm>
          <a:prstGeom prst="roundRect">
            <a:avLst>
              <a:gd name="adj" fmla="val 17391"/>
            </a:avLst>
          </a:prstGeom>
          <a:solidFill>
            <a:srgbClr val="EFEAEC"/>
          </a:solidFill>
          <a:ln/>
        </p:spPr>
      </p:sp>
      <p:sp>
        <p:nvSpPr>
          <p:cNvPr id="28" name=""/>
          <p:cNvSpPr/>
          <p:nvPr/>
        </p:nvSpPr>
        <p:spPr>
          <a:xfrm>
            <a:off x="7715250" y="4714875"/>
            <a:ext cx="533400" cy="533400"/>
          </a:xfrm>
          <a:prstGeom prst="ellipse">
            <a:avLst/>
          </a:prstGeom>
          <a:solidFill>
            <a:srgbClr val="1E1A1C"/>
          </a:solidFill>
          <a:ln/>
        </p:spPr>
      </p:sp>
      <p:sp>
        <p:nvSpPr>
          <p:cNvPr id="29" name=""/>
          <p:cNvSpPr txBox="1"/>
          <p:nvPr/>
        </p:nvSpPr>
        <p:spPr>
          <a:xfrm>
            <a:off x="7677150" y="4886325"/>
            <a:ext cx="61912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rial"/>
              </a:rPr>
              <a:t>NG</a:t>
            </a:r>
          </a:p>
        </p:txBody>
      </p:sp>
      <p:sp>
        <p:nvSpPr>
          <p:cNvPr id="30" name=""/>
          <p:cNvSpPr txBox="1"/>
          <p:nvPr/>
        </p:nvSpPr>
        <p:spPr>
          <a:xfrm>
            <a:off x="8382000" y="4714875"/>
            <a:ext cx="2219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Arial"/>
                <a:ea typeface="Arial"/>
              </a:rPr>
              <a:t>Yes, I do mind.</a:t>
            </a:r>
          </a:p>
        </p:txBody>
      </p:sp>
      <p:sp>
        <p:nvSpPr>
          <p:cNvPr id="31" name=""/>
          <p:cNvSpPr txBox="1"/>
          <p:nvPr/>
        </p:nvSpPr>
        <p:spPr>
          <a:xfrm>
            <a:off x="8382000" y="5010150"/>
            <a:ext cx="3314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構います（＝座らないでください）</a:t>
            </a:r>
          </a:p>
        </p:txBody>
      </p:sp>
      <p:sp>
        <p:nvSpPr>
          <p:cNvPr id="32" name=""/>
          <p:cNvSpPr/>
          <p:nvPr/>
        </p:nvSpPr>
        <p:spPr>
          <a:xfrm>
            <a:off x="7524750" y="5600700"/>
            <a:ext cx="36195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33" name=""/>
          <p:cNvSpPr txBox="1"/>
          <p:nvPr/>
        </p:nvSpPr>
        <p:spPr>
          <a:xfrm>
            <a:off x="7524750" y="5791200"/>
            <a:ext cx="30670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latin typeface="Noto Sans JP"/>
                <a:ea typeface="Noto Sans JP"/>
              </a:rPr>
              <a:t>mind</a:t>
            </a:r>
            <a:pPr/>
            <a:r>
              <a:rPr sz="1350" b="1">
                <a:solidFill>
                  <a:srgbClr val="574D52"/>
                </a:solidFill>
                <a:latin typeface="Noto Sans JP"/>
                <a:ea typeface="Noto Sans JP"/>
              </a:rPr>
              <a:t> ＝「気にする」なので、</a:t>
            </a:r>
          </a:p>
        </p:txBody>
      </p:sp>
      <p:sp>
        <p:nvSpPr>
          <p:cNvPr id="34" name=""/>
          <p:cNvSpPr txBox="1"/>
          <p:nvPr/>
        </p:nvSpPr>
        <p:spPr>
          <a:xfrm>
            <a:off x="7524750" y="6067425"/>
            <a:ext cx="40576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17F"/>
                </a:solidFill>
                <a:latin typeface="Noto Sans JP"/>
                <a:ea typeface="Noto Sans JP"/>
              </a:rPr>
              <a:t>No</a:t>
            </a:r>
            <a:pPr/>
            <a:r>
              <a:rPr sz="1350" b="1">
                <a:solidFill>
                  <a:srgbClr val="574D52"/>
                </a:solidFill>
                <a:latin typeface="Noto Sans JP"/>
                <a:ea typeface="Noto Sans JP"/>
              </a:rPr>
              <a:t> ＝「気にしないよ」＝ どうぞ！になる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2143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 bet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23145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絶対〇〇やで</a:t>
            </a:r>
          </a:p>
        </p:txBody>
      </p:sp>
      <p:sp>
        <p:nvSpPr>
          <p:cNvPr id="6" name=""/>
          <p:cNvSpPr/>
          <p:nvPr/>
        </p:nvSpPr>
        <p:spPr>
          <a:xfrm>
            <a:off x="2647950" y="1809750"/>
            <a:ext cx="1762125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2800350" y="1857375"/>
            <a:ext cx="2019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＋文（主語＋動詞）</a:t>
            </a:r>
          </a:p>
        </p:txBody>
      </p:sp>
      <p:sp>
        <p:nvSpPr>
          <p:cNvPr id="8" name=""/>
          <p:cNvSpPr/>
          <p:nvPr/>
        </p:nvSpPr>
        <p:spPr>
          <a:xfrm>
            <a:off x="762000" y="240030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303847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8-1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3000375"/>
            <a:ext cx="3990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bet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it's going to rain.</a:t>
            </a:r>
          </a:p>
        </p:txBody>
      </p:sp>
      <p:sp>
        <p:nvSpPr>
          <p:cNvPr id="11" name=""/>
          <p:cNvSpPr txBox="1"/>
          <p:nvPr/>
        </p:nvSpPr>
        <p:spPr>
          <a:xfrm>
            <a:off x="7810500" y="3019425"/>
            <a:ext cx="22669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絶対に雨が降るで</a:t>
            </a:r>
          </a:p>
        </p:txBody>
      </p:sp>
      <p:sp>
        <p:nvSpPr>
          <p:cNvPr id="12" name=""/>
          <p:cNvSpPr/>
          <p:nvPr/>
        </p:nvSpPr>
        <p:spPr>
          <a:xfrm>
            <a:off x="762000" y="38481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3" name=""/>
          <p:cNvSpPr txBox="1"/>
          <p:nvPr/>
        </p:nvSpPr>
        <p:spPr>
          <a:xfrm>
            <a:off x="762000" y="435292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8-2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4324350"/>
            <a:ext cx="48006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bet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you'll love this movie.</a:t>
            </a:r>
          </a:p>
        </p:txBody>
      </p:sp>
      <p:sp>
        <p:nvSpPr>
          <p:cNvPr id="15" name=""/>
          <p:cNvSpPr txBox="1"/>
          <p:nvPr/>
        </p:nvSpPr>
        <p:spPr>
          <a:xfrm>
            <a:off x="7810500" y="4343400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この映画絶対気に入るよ</a:t>
            </a:r>
          </a:p>
        </p:txBody>
      </p:sp>
      <p:sp>
        <p:nvSpPr>
          <p:cNvPr id="16" name=""/>
          <p:cNvSpPr/>
          <p:nvPr/>
        </p:nvSpPr>
        <p:spPr>
          <a:xfrm>
            <a:off x="762000" y="516255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5676900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8-3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5648325"/>
            <a:ext cx="3000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bet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he slept in.</a:t>
            </a:r>
          </a:p>
        </p:txBody>
      </p:sp>
      <p:sp>
        <p:nvSpPr>
          <p:cNvPr id="19" name=""/>
          <p:cNvSpPr txBox="1"/>
          <p:nvPr/>
        </p:nvSpPr>
        <p:spPr>
          <a:xfrm>
            <a:off x="7810500" y="5667375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絶対あいつ寝坊したわ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9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44005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I'm trying to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36195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〇〇しようとしている</a:t>
            </a:r>
          </a:p>
        </p:txBody>
      </p:sp>
      <p:sp>
        <p:nvSpPr>
          <p:cNvPr id="6" name=""/>
          <p:cNvSpPr/>
          <p:nvPr/>
        </p:nvSpPr>
        <p:spPr>
          <a:xfrm>
            <a:off x="3781425" y="1809750"/>
            <a:ext cx="1276350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3933825" y="185737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＋動詞の原形</a:t>
            </a:r>
          </a:p>
        </p:txBody>
      </p:sp>
      <p:sp>
        <p:nvSpPr>
          <p:cNvPr id="8" name=""/>
          <p:cNvSpPr/>
          <p:nvPr/>
        </p:nvSpPr>
        <p:spPr>
          <a:xfrm>
            <a:off x="762000" y="240030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303847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9-1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3000375"/>
            <a:ext cx="476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trying to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learn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English.</a:t>
            </a:r>
          </a:p>
        </p:txBody>
      </p:sp>
      <p:sp>
        <p:nvSpPr>
          <p:cNvPr id="11" name=""/>
          <p:cNvSpPr txBox="1"/>
          <p:nvPr/>
        </p:nvSpPr>
        <p:spPr>
          <a:xfrm>
            <a:off x="7810500" y="3019425"/>
            <a:ext cx="29813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英語を学ぼうとしている</a:t>
            </a:r>
          </a:p>
        </p:txBody>
      </p:sp>
      <p:sp>
        <p:nvSpPr>
          <p:cNvPr id="12" name=""/>
          <p:cNvSpPr/>
          <p:nvPr/>
        </p:nvSpPr>
        <p:spPr>
          <a:xfrm>
            <a:off x="762000" y="38481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3" name=""/>
          <p:cNvSpPr txBox="1"/>
          <p:nvPr/>
        </p:nvSpPr>
        <p:spPr>
          <a:xfrm>
            <a:off x="762000" y="435292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9-2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4324350"/>
            <a:ext cx="4533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trying to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save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money.</a:t>
            </a:r>
          </a:p>
        </p:txBody>
      </p:sp>
      <p:sp>
        <p:nvSpPr>
          <p:cNvPr id="15" name=""/>
          <p:cNvSpPr txBox="1"/>
          <p:nvPr/>
        </p:nvSpPr>
        <p:spPr>
          <a:xfrm>
            <a:off x="7810500" y="4171950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節約しようとしている</a:t>
            </a:r>
          </a:p>
        </p:txBody>
      </p:sp>
      <p:sp>
        <p:nvSpPr>
          <p:cNvPr id="16" name=""/>
          <p:cNvSpPr/>
          <p:nvPr/>
        </p:nvSpPr>
        <p:spPr>
          <a:xfrm>
            <a:off x="7810500" y="4533900"/>
            <a:ext cx="1323975" cy="295275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924800" y="4572000"/>
            <a:ext cx="16002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74D52"/>
                </a:solidFill>
                <a:latin typeface="Noto Sans JP"/>
                <a:ea typeface="Noto Sans JP"/>
              </a:rPr>
              <a:t>save ＝ 節約する</a:t>
            </a:r>
          </a:p>
        </p:txBody>
      </p:sp>
      <p:sp>
        <p:nvSpPr>
          <p:cNvPr id="18" name=""/>
          <p:cNvSpPr/>
          <p:nvPr/>
        </p:nvSpPr>
        <p:spPr>
          <a:xfrm>
            <a:off x="762000" y="516255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9" name=""/>
          <p:cNvSpPr txBox="1"/>
          <p:nvPr/>
        </p:nvSpPr>
        <p:spPr>
          <a:xfrm>
            <a:off x="762000" y="5676900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9-3</a:t>
            </a:r>
          </a:p>
        </p:txBody>
      </p:sp>
      <p:sp>
        <p:nvSpPr>
          <p:cNvPr id="20" name=""/>
          <p:cNvSpPr txBox="1"/>
          <p:nvPr/>
        </p:nvSpPr>
        <p:spPr>
          <a:xfrm>
            <a:off x="1600200" y="5648325"/>
            <a:ext cx="44862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trying to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figure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it out.</a:t>
            </a:r>
          </a:p>
        </p:txBody>
      </p:sp>
      <p:sp>
        <p:nvSpPr>
          <p:cNvPr id="21" name=""/>
          <p:cNvSpPr txBox="1"/>
          <p:nvPr/>
        </p:nvSpPr>
        <p:spPr>
          <a:xfrm>
            <a:off x="7810500" y="5667375"/>
            <a:ext cx="3457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今頑張って解決してるところ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495300"/>
            <a:ext cx="46291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E1A1C"/>
                </a:solidFill>
                <a:latin typeface="Noto Sans JP"/>
                <a:ea typeface="Noto Sans JP"/>
              </a:rPr>
              <a:t>9フレーズ まとめ一覧</a:t>
            </a:r>
          </a:p>
        </p:txBody>
      </p:sp>
      <p:sp>
        <p:nvSpPr>
          <p:cNvPr id="4" name=""/>
          <p:cNvSpPr txBox="1"/>
          <p:nvPr/>
        </p:nvSpPr>
        <p:spPr>
          <a:xfrm>
            <a:off x="4657725" y="733425"/>
            <a:ext cx="26860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9C9196"/>
                </a:solidFill>
                <a:latin typeface="Noto Sans JP"/>
                <a:ea typeface="Noto Sans JP"/>
              </a:rPr>
              <a:t>スクショして見返してね！</a:t>
            </a:r>
          </a:p>
        </p:txBody>
      </p:sp>
      <p:sp>
        <p:nvSpPr>
          <p:cNvPr id="5" name=""/>
          <p:cNvSpPr/>
          <p:nvPr/>
        </p:nvSpPr>
        <p:spPr>
          <a:xfrm>
            <a:off x="762000" y="1200150"/>
            <a:ext cx="3429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6" name=""/>
          <p:cNvSpPr/>
          <p:nvPr/>
        </p:nvSpPr>
        <p:spPr>
          <a:xfrm>
            <a:off x="762000" y="14668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7" name=""/>
          <p:cNvSpPr txBox="1"/>
          <p:nvPr/>
        </p:nvSpPr>
        <p:spPr>
          <a:xfrm>
            <a:off x="971550" y="16097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8" name=""/>
          <p:cNvSpPr txBox="1"/>
          <p:nvPr/>
        </p:nvSpPr>
        <p:spPr>
          <a:xfrm>
            <a:off x="1200150" y="1600200"/>
            <a:ext cx="19240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 feel like ~ing</a:t>
            </a:r>
          </a:p>
        </p:txBody>
      </p:sp>
      <p:sp>
        <p:nvSpPr>
          <p:cNvPr id="9" name=""/>
          <p:cNvSpPr txBox="1"/>
          <p:nvPr/>
        </p:nvSpPr>
        <p:spPr>
          <a:xfrm>
            <a:off x="971550" y="18954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〇〇な気分</a:t>
            </a:r>
          </a:p>
        </p:txBody>
      </p:sp>
      <p:sp>
        <p:nvSpPr>
          <p:cNvPr id="10" name=""/>
          <p:cNvSpPr/>
          <p:nvPr/>
        </p:nvSpPr>
        <p:spPr>
          <a:xfrm>
            <a:off x="971550" y="24765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971550" y="2552700"/>
            <a:ext cx="26289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 feel like eating pizza today.</a:t>
            </a:r>
          </a:p>
        </p:txBody>
      </p:sp>
      <p:sp>
        <p:nvSpPr>
          <p:cNvPr id="12" name=""/>
          <p:cNvSpPr txBox="1"/>
          <p:nvPr/>
        </p:nvSpPr>
        <p:spPr>
          <a:xfrm>
            <a:off x="971550" y="2733675"/>
            <a:ext cx="219075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今日ピザを食べたい気分やわ</a:t>
            </a:r>
          </a:p>
        </p:txBody>
      </p:sp>
      <p:sp>
        <p:nvSpPr>
          <p:cNvPr id="13" name=""/>
          <p:cNvSpPr/>
          <p:nvPr/>
        </p:nvSpPr>
        <p:spPr>
          <a:xfrm>
            <a:off x="4362450" y="14668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4" name=""/>
          <p:cNvSpPr txBox="1"/>
          <p:nvPr/>
        </p:nvSpPr>
        <p:spPr>
          <a:xfrm>
            <a:off x="4572000" y="16097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5" name=""/>
          <p:cNvSpPr txBox="1"/>
          <p:nvPr/>
        </p:nvSpPr>
        <p:spPr>
          <a:xfrm>
            <a:off x="4800600" y="1600200"/>
            <a:ext cx="15430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 used to ~</a:t>
            </a:r>
          </a:p>
        </p:txBody>
      </p:sp>
      <p:sp>
        <p:nvSpPr>
          <p:cNvPr id="16" name=""/>
          <p:cNvSpPr txBox="1"/>
          <p:nvPr/>
        </p:nvSpPr>
        <p:spPr>
          <a:xfrm>
            <a:off x="4572000" y="1895475"/>
            <a:ext cx="1638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昔は〇〇してた</a:t>
            </a:r>
          </a:p>
        </p:txBody>
      </p:sp>
      <p:sp>
        <p:nvSpPr>
          <p:cNvPr id="17" name=""/>
          <p:cNvSpPr/>
          <p:nvPr/>
        </p:nvSpPr>
        <p:spPr>
          <a:xfrm>
            <a:off x="4572000" y="24765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18" name=""/>
          <p:cNvSpPr txBox="1"/>
          <p:nvPr/>
        </p:nvSpPr>
        <p:spPr>
          <a:xfrm>
            <a:off x="4572000" y="2552700"/>
            <a:ext cx="2390775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 used to play basketball.</a:t>
            </a:r>
          </a:p>
        </p:txBody>
      </p:sp>
      <p:sp>
        <p:nvSpPr>
          <p:cNvPr id="19" name=""/>
          <p:cNvSpPr txBox="1"/>
          <p:nvPr/>
        </p:nvSpPr>
        <p:spPr>
          <a:xfrm>
            <a:off x="4572000" y="2733675"/>
            <a:ext cx="160972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バスケ昔やっていた</a:t>
            </a:r>
          </a:p>
        </p:txBody>
      </p:sp>
      <p:sp>
        <p:nvSpPr>
          <p:cNvPr id="20" name=""/>
          <p:cNvSpPr/>
          <p:nvPr/>
        </p:nvSpPr>
        <p:spPr>
          <a:xfrm>
            <a:off x="7962900" y="14668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8172450" y="16097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2" name=""/>
          <p:cNvSpPr txBox="1"/>
          <p:nvPr/>
        </p:nvSpPr>
        <p:spPr>
          <a:xfrm>
            <a:off x="8401050" y="160020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 should have ~</a:t>
            </a:r>
          </a:p>
        </p:txBody>
      </p:sp>
      <p:sp>
        <p:nvSpPr>
          <p:cNvPr id="23" name=""/>
          <p:cNvSpPr txBox="1"/>
          <p:nvPr/>
        </p:nvSpPr>
        <p:spPr>
          <a:xfrm>
            <a:off x="8172450" y="1895475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〇〇しとけばよかった</a:t>
            </a:r>
          </a:p>
        </p:txBody>
      </p:sp>
      <p:sp>
        <p:nvSpPr>
          <p:cNvPr id="24" name=""/>
          <p:cNvSpPr/>
          <p:nvPr/>
        </p:nvSpPr>
        <p:spPr>
          <a:xfrm>
            <a:off x="8172450" y="24765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25" name=""/>
          <p:cNvSpPr txBox="1"/>
          <p:nvPr/>
        </p:nvSpPr>
        <p:spPr>
          <a:xfrm>
            <a:off x="8172450" y="2552700"/>
            <a:ext cx="2343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 should have left earlier.</a:t>
            </a:r>
          </a:p>
        </p:txBody>
      </p:sp>
      <p:sp>
        <p:nvSpPr>
          <p:cNvPr id="26" name=""/>
          <p:cNvSpPr txBox="1"/>
          <p:nvPr/>
        </p:nvSpPr>
        <p:spPr>
          <a:xfrm>
            <a:off x="8172450" y="2733675"/>
            <a:ext cx="233362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もっとはやく出とけばよかった</a:t>
            </a:r>
          </a:p>
        </p:txBody>
      </p:sp>
      <p:sp>
        <p:nvSpPr>
          <p:cNvPr id="27" name=""/>
          <p:cNvSpPr/>
          <p:nvPr/>
        </p:nvSpPr>
        <p:spPr>
          <a:xfrm>
            <a:off x="762000" y="31813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8" name=""/>
          <p:cNvSpPr txBox="1"/>
          <p:nvPr/>
        </p:nvSpPr>
        <p:spPr>
          <a:xfrm>
            <a:off x="971550" y="33242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29" name=""/>
          <p:cNvSpPr txBox="1"/>
          <p:nvPr/>
        </p:nvSpPr>
        <p:spPr>
          <a:xfrm>
            <a:off x="1200150" y="3314700"/>
            <a:ext cx="2362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Do you wanna ~?</a:t>
            </a:r>
          </a:p>
        </p:txBody>
      </p:sp>
      <p:sp>
        <p:nvSpPr>
          <p:cNvPr id="30" name=""/>
          <p:cNvSpPr txBox="1"/>
          <p:nvPr/>
        </p:nvSpPr>
        <p:spPr>
          <a:xfrm>
            <a:off x="971550" y="360997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〇〇したい？</a:t>
            </a:r>
          </a:p>
        </p:txBody>
      </p:sp>
      <p:sp>
        <p:nvSpPr>
          <p:cNvPr id="31" name=""/>
          <p:cNvSpPr/>
          <p:nvPr/>
        </p:nvSpPr>
        <p:spPr>
          <a:xfrm>
            <a:off x="971550" y="41910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32" name=""/>
          <p:cNvSpPr txBox="1"/>
          <p:nvPr/>
        </p:nvSpPr>
        <p:spPr>
          <a:xfrm>
            <a:off x="971550" y="4267200"/>
            <a:ext cx="2771775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Do you wanna eat out today?</a:t>
            </a:r>
          </a:p>
        </p:txBody>
      </p:sp>
      <p:sp>
        <p:nvSpPr>
          <p:cNvPr id="33" name=""/>
          <p:cNvSpPr txBox="1"/>
          <p:nvPr/>
        </p:nvSpPr>
        <p:spPr>
          <a:xfrm>
            <a:off x="971550" y="4448175"/>
            <a:ext cx="160972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今日外食せえへん？</a:t>
            </a:r>
          </a:p>
        </p:txBody>
      </p:sp>
      <p:sp>
        <p:nvSpPr>
          <p:cNvPr id="34" name=""/>
          <p:cNvSpPr/>
          <p:nvPr/>
        </p:nvSpPr>
        <p:spPr>
          <a:xfrm>
            <a:off x="4362450" y="31813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35" name=""/>
          <p:cNvSpPr txBox="1"/>
          <p:nvPr/>
        </p:nvSpPr>
        <p:spPr>
          <a:xfrm>
            <a:off x="4572000" y="33242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36" name=""/>
          <p:cNvSpPr txBox="1"/>
          <p:nvPr/>
        </p:nvSpPr>
        <p:spPr>
          <a:xfrm>
            <a:off x="4800600" y="3314700"/>
            <a:ext cx="21907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I'm looking for ~</a:t>
            </a:r>
          </a:p>
        </p:txBody>
      </p:sp>
      <p:sp>
        <p:nvSpPr>
          <p:cNvPr id="37" name=""/>
          <p:cNvSpPr txBox="1"/>
          <p:nvPr/>
        </p:nvSpPr>
        <p:spPr>
          <a:xfrm>
            <a:off x="4572000" y="3609975"/>
            <a:ext cx="1809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〇〇を探してます</a:t>
            </a:r>
          </a:p>
        </p:txBody>
      </p:sp>
      <p:sp>
        <p:nvSpPr>
          <p:cNvPr id="38" name=""/>
          <p:cNvSpPr/>
          <p:nvPr/>
        </p:nvSpPr>
        <p:spPr>
          <a:xfrm>
            <a:off x="4572000" y="41910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39" name=""/>
          <p:cNvSpPr txBox="1"/>
          <p:nvPr/>
        </p:nvSpPr>
        <p:spPr>
          <a:xfrm>
            <a:off x="4572000" y="4267200"/>
            <a:ext cx="2486025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I'm looking for the station.</a:t>
            </a:r>
          </a:p>
        </p:txBody>
      </p:sp>
      <p:sp>
        <p:nvSpPr>
          <p:cNvPr id="40" name=""/>
          <p:cNvSpPr txBox="1"/>
          <p:nvPr/>
        </p:nvSpPr>
        <p:spPr>
          <a:xfrm>
            <a:off x="4572000" y="4448175"/>
            <a:ext cx="189547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駅を探してるんですけど</a:t>
            </a:r>
          </a:p>
        </p:txBody>
      </p:sp>
      <p:sp>
        <p:nvSpPr>
          <p:cNvPr id="41" name=""/>
          <p:cNvSpPr/>
          <p:nvPr/>
        </p:nvSpPr>
        <p:spPr>
          <a:xfrm>
            <a:off x="7962900" y="31813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42" name=""/>
          <p:cNvSpPr txBox="1"/>
          <p:nvPr/>
        </p:nvSpPr>
        <p:spPr>
          <a:xfrm>
            <a:off x="8172450" y="33242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43" name=""/>
          <p:cNvSpPr txBox="1"/>
          <p:nvPr/>
        </p:nvSpPr>
        <p:spPr>
          <a:xfrm>
            <a:off x="8401050" y="3314700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 might ~</a:t>
            </a:r>
          </a:p>
        </p:txBody>
      </p:sp>
      <p:sp>
        <p:nvSpPr>
          <p:cNvPr id="44" name=""/>
          <p:cNvSpPr txBox="1"/>
          <p:nvPr/>
        </p:nvSpPr>
        <p:spPr>
          <a:xfrm>
            <a:off x="8172450" y="3609975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〇〇するかもしれない</a:t>
            </a:r>
          </a:p>
        </p:txBody>
      </p:sp>
      <p:sp>
        <p:nvSpPr>
          <p:cNvPr id="45" name=""/>
          <p:cNvSpPr/>
          <p:nvPr/>
        </p:nvSpPr>
        <p:spPr>
          <a:xfrm>
            <a:off x="8172450" y="41910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46" name=""/>
          <p:cNvSpPr txBox="1"/>
          <p:nvPr/>
        </p:nvSpPr>
        <p:spPr>
          <a:xfrm>
            <a:off x="8172450" y="4267200"/>
            <a:ext cx="1533525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 might be late.</a:t>
            </a:r>
          </a:p>
        </p:txBody>
      </p:sp>
      <p:sp>
        <p:nvSpPr>
          <p:cNvPr id="47" name=""/>
          <p:cNvSpPr txBox="1"/>
          <p:nvPr/>
        </p:nvSpPr>
        <p:spPr>
          <a:xfrm>
            <a:off x="8172450" y="4448175"/>
            <a:ext cx="162877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ちょっと遅れるかも</a:t>
            </a:r>
          </a:p>
        </p:txBody>
      </p:sp>
      <p:sp>
        <p:nvSpPr>
          <p:cNvPr id="48" name=""/>
          <p:cNvSpPr/>
          <p:nvPr/>
        </p:nvSpPr>
        <p:spPr>
          <a:xfrm>
            <a:off x="762000" y="48958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49" name=""/>
          <p:cNvSpPr txBox="1"/>
          <p:nvPr/>
        </p:nvSpPr>
        <p:spPr>
          <a:xfrm>
            <a:off x="971550" y="50387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7</a:t>
            </a:r>
          </a:p>
        </p:txBody>
      </p:sp>
      <p:sp>
        <p:nvSpPr>
          <p:cNvPr id="50" name=""/>
          <p:cNvSpPr txBox="1"/>
          <p:nvPr/>
        </p:nvSpPr>
        <p:spPr>
          <a:xfrm>
            <a:off x="1200150" y="5029200"/>
            <a:ext cx="25050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Do you mind if I ~?</a:t>
            </a:r>
          </a:p>
        </p:txBody>
      </p:sp>
      <p:sp>
        <p:nvSpPr>
          <p:cNvPr id="51" name=""/>
          <p:cNvSpPr txBox="1"/>
          <p:nvPr/>
        </p:nvSpPr>
        <p:spPr>
          <a:xfrm>
            <a:off x="971550" y="5324475"/>
            <a:ext cx="2362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〇〇してもいいですか？</a:t>
            </a:r>
          </a:p>
        </p:txBody>
      </p:sp>
      <p:sp>
        <p:nvSpPr>
          <p:cNvPr id="52" name=""/>
          <p:cNvSpPr/>
          <p:nvPr/>
        </p:nvSpPr>
        <p:spPr>
          <a:xfrm>
            <a:off x="971550" y="59055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53" name=""/>
          <p:cNvSpPr txBox="1"/>
          <p:nvPr/>
        </p:nvSpPr>
        <p:spPr>
          <a:xfrm>
            <a:off x="971550" y="5981700"/>
            <a:ext cx="24003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Do you mind if I sit here?</a:t>
            </a:r>
          </a:p>
        </p:txBody>
      </p:sp>
      <p:sp>
        <p:nvSpPr>
          <p:cNvPr id="54" name=""/>
          <p:cNvSpPr txBox="1"/>
          <p:nvPr/>
        </p:nvSpPr>
        <p:spPr>
          <a:xfrm>
            <a:off x="971550" y="6162675"/>
            <a:ext cx="21717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ここに座ってもいいですか？</a:t>
            </a:r>
          </a:p>
        </p:txBody>
      </p:sp>
      <p:sp>
        <p:nvSpPr>
          <p:cNvPr id="55" name=""/>
          <p:cNvSpPr/>
          <p:nvPr/>
        </p:nvSpPr>
        <p:spPr>
          <a:xfrm>
            <a:off x="4362450" y="48958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56" name=""/>
          <p:cNvSpPr txBox="1"/>
          <p:nvPr/>
        </p:nvSpPr>
        <p:spPr>
          <a:xfrm>
            <a:off x="4572000" y="50387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57" name=""/>
          <p:cNvSpPr txBox="1"/>
          <p:nvPr/>
        </p:nvSpPr>
        <p:spPr>
          <a:xfrm>
            <a:off x="4800600" y="5029200"/>
            <a:ext cx="10382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 bet ~</a:t>
            </a:r>
          </a:p>
        </p:txBody>
      </p:sp>
      <p:sp>
        <p:nvSpPr>
          <p:cNvPr id="58" name=""/>
          <p:cNvSpPr txBox="1"/>
          <p:nvPr/>
        </p:nvSpPr>
        <p:spPr>
          <a:xfrm>
            <a:off x="4572000" y="532447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絶対〇〇やで</a:t>
            </a:r>
          </a:p>
        </p:txBody>
      </p:sp>
      <p:sp>
        <p:nvSpPr>
          <p:cNvPr id="59" name=""/>
          <p:cNvSpPr/>
          <p:nvPr/>
        </p:nvSpPr>
        <p:spPr>
          <a:xfrm>
            <a:off x="4572000" y="59055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60" name=""/>
          <p:cNvSpPr txBox="1"/>
          <p:nvPr/>
        </p:nvSpPr>
        <p:spPr>
          <a:xfrm>
            <a:off x="4572000" y="5981700"/>
            <a:ext cx="2524125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 bet you'll love this movie.</a:t>
            </a:r>
          </a:p>
        </p:txBody>
      </p:sp>
      <p:sp>
        <p:nvSpPr>
          <p:cNvPr id="61" name=""/>
          <p:cNvSpPr txBox="1"/>
          <p:nvPr/>
        </p:nvSpPr>
        <p:spPr>
          <a:xfrm>
            <a:off x="4572000" y="6162675"/>
            <a:ext cx="19050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この映画絶対気に入るよ</a:t>
            </a:r>
          </a:p>
        </p:txBody>
      </p:sp>
      <p:sp>
        <p:nvSpPr>
          <p:cNvPr id="62" name=""/>
          <p:cNvSpPr/>
          <p:nvPr/>
        </p:nvSpPr>
        <p:spPr>
          <a:xfrm>
            <a:off x="7962900" y="48958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63" name=""/>
          <p:cNvSpPr txBox="1"/>
          <p:nvPr/>
        </p:nvSpPr>
        <p:spPr>
          <a:xfrm>
            <a:off x="8172450" y="50387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9</a:t>
            </a:r>
          </a:p>
        </p:txBody>
      </p:sp>
      <p:sp>
        <p:nvSpPr>
          <p:cNvPr id="64" name=""/>
          <p:cNvSpPr txBox="1"/>
          <p:nvPr/>
        </p:nvSpPr>
        <p:spPr>
          <a:xfrm>
            <a:off x="8401050" y="5029200"/>
            <a:ext cx="19145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I'm trying to ~</a:t>
            </a:r>
          </a:p>
        </p:txBody>
      </p:sp>
      <p:sp>
        <p:nvSpPr>
          <p:cNvPr id="65" name=""/>
          <p:cNvSpPr txBox="1"/>
          <p:nvPr/>
        </p:nvSpPr>
        <p:spPr>
          <a:xfrm>
            <a:off x="8172450" y="53244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〇〇しようとしている</a:t>
            </a:r>
          </a:p>
        </p:txBody>
      </p:sp>
      <p:sp>
        <p:nvSpPr>
          <p:cNvPr id="66" name=""/>
          <p:cNvSpPr/>
          <p:nvPr/>
        </p:nvSpPr>
        <p:spPr>
          <a:xfrm>
            <a:off x="8172450" y="59055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67" name=""/>
          <p:cNvSpPr txBox="1"/>
          <p:nvPr/>
        </p:nvSpPr>
        <p:spPr>
          <a:xfrm>
            <a:off x="8172450" y="5981700"/>
            <a:ext cx="24003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I'm trying to save money.</a:t>
            </a:r>
          </a:p>
        </p:txBody>
      </p:sp>
      <p:sp>
        <p:nvSpPr>
          <p:cNvPr id="68" name=""/>
          <p:cNvSpPr txBox="1"/>
          <p:nvPr/>
        </p:nvSpPr>
        <p:spPr>
          <a:xfrm>
            <a:off x="8172450" y="6162675"/>
            <a:ext cx="177165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節約しようとしている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pic>
        <p:nvPicPr>
          <p:cNvPr id="3" name="Image 0" descr="手を振るキャラクタ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3225" y="5143500"/>
            <a:ext cx="1285875" cy="17145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914400" y="1514475"/>
            <a:ext cx="17430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17F"/>
                </a:solidFill>
                <a:latin typeface="Arial"/>
                <a:ea typeface="Arial"/>
              </a:rPr>
              <a:t>PRACTICE</a:t>
            </a:r>
          </a:p>
        </p:txBody>
      </p:sp>
      <p:sp>
        <p:nvSpPr>
          <p:cNvPr id="5" name=""/>
          <p:cNvSpPr txBox="1"/>
          <p:nvPr/>
        </p:nvSpPr>
        <p:spPr>
          <a:xfrm>
            <a:off x="914400" y="1685925"/>
            <a:ext cx="4200525" cy="1209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600" b="1">
                <a:solidFill>
                  <a:srgbClr val="1E1A1C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6" name=""/>
          <p:cNvSpPr/>
          <p:nvPr/>
        </p:nvSpPr>
        <p:spPr>
          <a:xfrm>
            <a:off x="914400" y="3028950"/>
            <a:ext cx="3429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7" name=""/>
          <p:cNvSpPr txBox="1"/>
          <p:nvPr/>
        </p:nvSpPr>
        <p:spPr>
          <a:xfrm>
            <a:off x="914400" y="3333750"/>
            <a:ext cx="7467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日本語を英語にしてみよう！ 各フレーズ5問 × 9 ＝ 全45問</a:t>
            </a:r>
          </a:p>
        </p:txBody>
      </p:sp>
      <p:sp>
        <p:nvSpPr>
          <p:cNvPr id="8" name=""/>
          <p:cNvSpPr/>
          <p:nvPr/>
        </p:nvSpPr>
        <p:spPr>
          <a:xfrm>
            <a:off x="914400" y="3952875"/>
            <a:ext cx="361950" cy="361950"/>
          </a:xfrm>
          <a:prstGeom prst="ellipse">
            <a:avLst/>
          </a:prstGeom>
          <a:solidFill>
            <a:srgbClr val="FCE6EF"/>
          </a:solidFill>
          <a:ln/>
        </p:spPr>
      </p:sp>
      <p:sp>
        <p:nvSpPr>
          <p:cNvPr id="9" name=""/>
          <p:cNvSpPr txBox="1"/>
          <p:nvPr/>
        </p:nvSpPr>
        <p:spPr>
          <a:xfrm>
            <a:off x="866775" y="4029075"/>
            <a:ext cx="4667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C8417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0" name=""/>
          <p:cNvSpPr txBox="1"/>
          <p:nvPr/>
        </p:nvSpPr>
        <p:spPr>
          <a:xfrm>
            <a:off x="1428750" y="3990975"/>
            <a:ext cx="399097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574D52"/>
                </a:solidFill>
                <a:latin typeface="Noto Sans JP"/>
                <a:ea typeface="Noto Sans JP"/>
              </a:rPr>
              <a:t>日本語を読んで、英語で書いてみる</a:t>
            </a:r>
          </a:p>
        </p:txBody>
      </p:sp>
      <p:sp>
        <p:nvSpPr>
          <p:cNvPr id="11" name=""/>
          <p:cNvSpPr/>
          <p:nvPr/>
        </p:nvSpPr>
        <p:spPr>
          <a:xfrm>
            <a:off x="914400" y="4448175"/>
            <a:ext cx="361950" cy="361950"/>
          </a:xfrm>
          <a:prstGeom prst="ellipse">
            <a:avLst/>
          </a:prstGeom>
          <a:solidFill>
            <a:srgbClr val="FCE6E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66775" y="4524375"/>
            <a:ext cx="4667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C8417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3" name=""/>
          <p:cNvSpPr txBox="1"/>
          <p:nvPr/>
        </p:nvSpPr>
        <p:spPr>
          <a:xfrm>
            <a:off x="1428750" y="4486275"/>
            <a:ext cx="40005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574D52"/>
                </a:solidFill>
                <a:latin typeface="Noto Sans JP"/>
                <a:ea typeface="Noto Sans JP"/>
              </a:rPr>
              <a:t>書いた英語を声に出して言ってみる</a:t>
            </a:r>
          </a:p>
        </p:txBody>
      </p:sp>
      <p:sp>
        <p:nvSpPr>
          <p:cNvPr id="14" name=""/>
          <p:cNvSpPr/>
          <p:nvPr/>
        </p:nvSpPr>
        <p:spPr>
          <a:xfrm>
            <a:off x="914400" y="4943475"/>
            <a:ext cx="361950" cy="361950"/>
          </a:xfrm>
          <a:prstGeom prst="ellipse">
            <a:avLst/>
          </a:prstGeom>
          <a:solidFill>
            <a:srgbClr val="FCE6E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66775" y="5019675"/>
            <a:ext cx="4667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C8417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6" name=""/>
          <p:cNvSpPr txBox="1"/>
          <p:nvPr/>
        </p:nvSpPr>
        <p:spPr>
          <a:xfrm>
            <a:off x="1428750" y="4981575"/>
            <a:ext cx="40195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574D52"/>
                </a:solidFill>
                <a:latin typeface="Noto Sans JP"/>
                <a:ea typeface="Noto Sans JP"/>
              </a:rPr>
              <a:t>最後の「解答」ページで答え合わせ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4" name=""/>
          <p:cNvSpPr/>
          <p:nvPr/>
        </p:nvSpPr>
        <p:spPr>
          <a:xfrm>
            <a:off x="1200150" y="419100"/>
            <a:ext cx="914400" cy="342900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333500" y="46672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971550"/>
            <a:ext cx="2762250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I feel like </a:t>
            </a:r>
            <a:pPr/>
            <a:r>
              <a:rPr sz="2550" b="1">
                <a:solidFill>
                  <a:srgbClr val="C8417F"/>
                </a:solidFill>
                <a:latin typeface="Arial"/>
                <a:ea typeface="Arial"/>
              </a:rPr>
              <a:t>~ing</a:t>
            </a:r>
          </a:p>
        </p:txBody>
      </p:sp>
      <p:sp>
        <p:nvSpPr>
          <p:cNvPr id="7" name=""/>
          <p:cNvSpPr txBox="1"/>
          <p:nvPr/>
        </p:nvSpPr>
        <p:spPr>
          <a:xfrm>
            <a:off x="3038475" y="1019175"/>
            <a:ext cx="1552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〇〇な気分</a:t>
            </a:r>
          </a:p>
        </p:txBody>
      </p:sp>
      <p:sp>
        <p:nvSpPr>
          <p:cNvPr id="8" name=""/>
          <p:cNvSpPr/>
          <p:nvPr/>
        </p:nvSpPr>
        <p:spPr>
          <a:xfrm>
            <a:off x="762000" y="15144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19240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1866900"/>
            <a:ext cx="40195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今夜はお寿司を食べたい気分。</a:t>
            </a:r>
          </a:p>
        </p:txBody>
      </p:sp>
      <p:sp>
        <p:nvSpPr>
          <p:cNvPr id="11" name=""/>
          <p:cNvSpPr/>
          <p:nvPr/>
        </p:nvSpPr>
        <p:spPr>
          <a:xfrm>
            <a:off x="1600200" y="25812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2" name=""/>
          <p:cNvSpPr txBox="1"/>
          <p:nvPr/>
        </p:nvSpPr>
        <p:spPr>
          <a:xfrm>
            <a:off x="762000" y="28670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3" name=""/>
          <p:cNvSpPr txBox="1"/>
          <p:nvPr/>
        </p:nvSpPr>
        <p:spPr>
          <a:xfrm>
            <a:off x="1600200" y="2809875"/>
            <a:ext cx="40195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今日は料理する気分じゃない。</a:t>
            </a:r>
          </a:p>
        </p:txBody>
      </p:sp>
      <p:sp>
        <p:nvSpPr>
          <p:cNvPr id="14" name=""/>
          <p:cNvSpPr/>
          <p:nvPr/>
        </p:nvSpPr>
        <p:spPr>
          <a:xfrm>
            <a:off x="1600200" y="352425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5" name=""/>
          <p:cNvSpPr txBox="1"/>
          <p:nvPr/>
        </p:nvSpPr>
        <p:spPr>
          <a:xfrm>
            <a:off x="762000" y="381000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6" name=""/>
          <p:cNvSpPr txBox="1"/>
          <p:nvPr/>
        </p:nvSpPr>
        <p:spPr>
          <a:xfrm>
            <a:off x="1600200" y="3752850"/>
            <a:ext cx="3238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買い物に行きたい気分。</a:t>
            </a:r>
          </a:p>
        </p:txBody>
      </p:sp>
      <p:sp>
        <p:nvSpPr>
          <p:cNvPr id="17" name=""/>
          <p:cNvSpPr/>
          <p:nvPr/>
        </p:nvSpPr>
        <p:spPr>
          <a:xfrm>
            <a:off x="1600200" y="446722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8" name=""/>
          <p:cNvSpPr txBox="1"/>
          <p:nvPr/>
        </p:nvSpPr>
        <p:spPr>
          <a:xfrm>
            <a:off x="762000" y="475297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9" name=""/>
          <p:cNvSpPr txBox="1"/>
          <p:nvPr/>
        </p:nvSpPr>
        <p:spPr>
          <a:xfrm>
            <a:off x="1600200" y="4695825"/>
            <a:ext cx="34956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今は何もしたくない気分。</a:t>
            </a:r>
          </a:p>
        </p:txBody>
      </p:sp>
      <p:sp>
        <p:nvSpPr>
          <p:cNvPr id="20" name=""/>
          <p:cNvSpPr/>
          <p:nvPr/>
        </p:nvSpPr>
        <p:spPr>
          <a:xfrm>
            <a:off x="1600200" y="541020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62000" y="56959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638800"/>
            <a:ext cx="27051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映画を観たい気分。</a:t>
            </a:r>
          </a:p>
        </p:txBody>
      </p:sp>
      <p:sp>
        <p:nvSpPr>
          <p:cNvPr id="23" name=""/>
          <p:cNvSpPr/>
          <p:nvPr/>
        </p:nvSpPr>
        <p:spPr>
          <a:xfrm>
            <a:off x="1600200" y="63531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4" name=""/>
          <p:cNvSpPr/>
          <p:nvPr/>
        </p:nvSpPr>
        <p:spPr>
          <a:xfrm>
            <a:off x="1200150" y="419100"/>
            <a:ext cx="914400" cy="342900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333500" y="46672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971550"/>
            <a:ext cx="218122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I used to </a:t>
            </a:r>
            <a:pPr/>
            <a:r>
              <a:rPr sz="25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7" name=""/>
          <p:cNvSpPr txBox="1"/>
          <p:nvPr/>
        </p:nvSpPr>
        <p:spPr>
          <a:xfrm>
            <a:off x="2533650" y="1019175"/>
            <a:ext cx="20193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昔は〇〇してた</a:t>
            </a:r>
          </a:p>
        </p:txBody>
      </p:sp>
      <p:sp>
        <p:nvSpPr>
          <p:cNvPr id="8" name=""/>
          <p:cNvSpPr/>
          <p:nvPr/>
        </p:nvSpPr>
        <p:spPr>
          <a:xfrm>
            <a:off x="762000" y="15144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19240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1866900"/>
            <a:ext cx="32004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昔はピアノを弾いてた。</a:t>
            </a:r>
          </a:p>
        </p:txBody>
      </p:sp>
      <p:sp>
        <p:nvSpPr>
          <p:cNvPr id="11" name=""/>
          <p:cNvSpPr/>
          <p:nvPr/>
        </p:nvSpPr>
        <p:spPr>
          <a:xfrm>
            <a:off x="1600200" y="25812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2" name=""/>
          <p:cNvSpPr txBox="1"/>
          <p:nvPr/>
        </p:nvSpPr>
        <p:spPr>
          <a:xfrm>
            <a:off x="762000" y="28670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3" name=""/>
          <p:cNvSpPr txBox="1"/>
          <p:nvPr/>
        </p:nvSpPr>
        <p:spPr>
          <a:xfrm>
            <a:off x="1600200" y="2809875"/>
            <a:ext cx="2962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昔は大阪に住んでた。</a:t>
            </a:r>
          </a:p>
        </p:txBody>
      </p:sp>
      <p:sp>
        <p:nvSpPr>
          <p:cNvPr id="14" name=""/>
          <p:cNvSpPr/>
          <p:nvPr/>
        </p:nvSpPr>
        <p:spPr>
          <a:xfrm>
            <a:off x="1600200" y="352425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5" name=""/>
          <p:cNvSpPr txBox="1"/>
          <p:nvPr/>
        </p:nvSpPr>
        <p:spPr>
          <a:xfrm>
            <a:off x="762000" y="381000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6" name=""/>
          <p:cNvSpPr txBox="1"/>
          <p:nvPr/>
        </p:nvSpPr>
        <p:spPr>
          <a:xfrm>
            <a:off x="1600200" y="3752850"/>
            <a:ext cx="34861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昔はコーヒーを飲んでた。</a:t>
            </a:r>
          </a:p>
        </p:txBody>
      </p:sp>
      <p:sp>
        <p:nvSpPr>
          <p:cNvPr id="17" name=""/>
          <p:cNvSpPr/>
          <p:nvPr/>
        </p:nvSpPr>
        <p:spPr>
          <a:xfrm>
            <a:off x="1600200" y="446722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8" name=""/>
          <p:cNvSpPr txBox="1"/>
          <p:nvPr/>
        </p:nvSpPr>
        <p:spPr>
          <a:xfrm>
            <a:off x="762000" y="475297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9" name=""/>
          <p:cNvSpPr txBox="1"/>
          <p:nvPr/>
        </p:nvSpPr>
        <p:spPr>
          <a:xfrm>
            <a:off x="1600200" y="4695825"/>
            <a:ext cx="269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昔は毎朝走ってた。</a:t>
            </a:r>
          </a:p>
        </p:txBody>
      </p:sp>
      <p:sp>
        <p:nvSpPr>
          <p:cNvPr id="20" name=""/>
          <p:cNvSpPr/>
          <p:nvPr/>
        </p:nvSpPr>
        <p:spPr>
          <a:xfrm>
            <a:off x="1600200" y="541020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62000" y="56959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638800"/>
            <a:ext cx="269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昔は犬を飼ってた。</a:t>
            </a:r>
          </a:p>
        </p:txBody>
      </p:sp>
      <p:sp>
        <p:nvSpPr>
          <p:cNvPr id="23" name=""/>
          <p:cNvSpPr/>
          <p:nvPr/>
        </p:nvSpPr>
        <p:spPr>
          <a:xfrm>
            <a:off x="1600200" y="63531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4" name=""/>
          <p:cNvSpPr/>
          <p:nvPr/>
        </p:nvSpPr>
        <p:spPr>
          <a:xfrm>
            <a:off x="1200150" y="419100"/>
            <a:ext cx="914400" cy="342900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333500" y="46672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971550"/>
            <a:ext cx="303847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I should have </a:t>
            </a:r>
            <a:pPr/>
            <a:r>
              <a:rPr sz="25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7" name=""/>
          <p:cNvSpPr txBox="1"/>
          <p:nvPr/>
        </p:nvSpPr>
        <p:spPr>
          <a:xfrm>
            <a:off x="3276600" y="1019175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〇〇しとけばよかった</a:t>
            </a:r>
          </a:p>
        </p:txBody>
      </p:sp>
      <p:sp>
        <p:nvSpPr>
          <p:cNvPr id="8" name=""/>
          <p:cNvSpPr/>
          <p:nvPr/>
        </p:nvSpPr>
        <p:spPr>
          <a:xfrm>
            <a:off x="762000" y="15144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19240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1866900"/>
            <a:ext cx="40195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もっと勉強しとけばよかった。</a:t>
            </a:r>
          </a:p>
        </p:txBody>
      </p:sp>
      <p:sp>
        <p:nvSpPr>
          <p:cNvPr id="11" name=""/>
          <p:cNvSpPr/>
          <p:nvPr/>
        </p:nvSpPr>
        <p:spPr>
          <a:xfrm>
            <a:off x="1600200" y="25812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2" name=""/>
          <p:cNvSpPr txBox="1"/>
          <p:nvPr/>
        </p:nvSpPr>
        <p:spPr>
          <a:xfrm>
            <a:off x="762000" y="28670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3" name=""/>
          <p:cNvSpPr txBox="1"/>
          <p:nvPr/>
        </p:nvSpPr>
        <p:spPr>
          <a:xfrm>
            <a:off x="1600200" y="2809875"/>
            <a:ext cx="45529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昨日夜ふかししなければよかった。</a:t>
            </a:r>
          </a:p>
        </p:txBody>
      </p:sp>
      <p:sp>
        <p:nvSpPr>
          <p:cNvPr id="14" name=""/>
          <p:cNvSpPr/>
          <p:nvPr/>
        </p:nvSpPr>
        <p:spPr>
          <a:xfrm>
            <a:off x="5391150" y="2857500"/>
            <a:ext cx="2619375" cy="2667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5505450" y="2886075"/>
            <a:ext cx="30956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8417F"/>
                </a:solidFill>
                <a:latin typeface="Noto Sans JP"/>
                <a:ea typeface="Noto Sans JP"/>
              </a:rPr>
              <a:t>ヒント：夜ふかしする = stay up late</a:t>
            </a:r>
          </a:p>
        </p:txBody>
      </p:sp>
      <p:sp>
        <p:nvSpPr>
          <p:cNvPr id="16" name=""/>
          <p:cNvSpPr/>
          <p:nvPr/>
        </p:nvSpPr>
        <p:spPr>
          <a:xfrm>
            <a:off x="1600200" y="352425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7" name=""/>
          <p:cNvSpPr txBox="1"/>
          <p:nvPr/>
        </p:nvSpPr>
        <p:spPr>
          <a:xfrm>
            <a:off x="762000" y="381000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3752850"/>
            <a:ext cx="40195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もっと早く寝とけばよかった。</a:t>
            </a:r>
          </a:p>
        </p:txBody>
      </p:sp>
      <p:sp>
        <p:nvSpPr>
          <p:cNvPr id="19" name=""/>
          <p:cNvSpPr/>
          <p:nvPr/>
        </p:nvSpPr>
        <p:spPr>
          <a:xfrm>
            <a:off x="4933950" y="3800475"/>
            <a:ext cx="1524000" cy="2667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20" name=""/>
          <p:cNvSpPr txBox="1"/>
          <p:nvPr/>
        </p:nvSpPr>
        <p:spPr>
          <a:xfrm>
            <a:off x="5048250" y="3829050"/>
            <a:ext cx="18288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8417F"/>
                </a:solidFill>
                <a:latin typeface="Noto Sans JP"/>
                <a:ea typeface="Noto Sans JP"/>
              </a:rPr>
              <a:t>ヒント：go → gone</a:t>
            </a:r>
          </a:p>
        </p:txBody>
      </p:sp>
      <p:sp>
        <p:nvSpPr>
          <p:cNvPr id="21" name=""/>
          <p:cNvSpPr/>
          <p:nvPr/>
        </p:nvSpPr>
        <p:spPr>
          <a:xfrm>
            <a:off x="1600200" y="446722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2" name=""/>
          <p:cNvSpPr txBox="1"/>
          <p:nvPr/>
        </p:nvSpPr>
        <p:spPr>
          <a:xfrm>
            <a:off x="762000" y="475297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23" name=""/>
          <p:cNvSpPr txBox="1"/>
          <p:nvPr/>
        </p:nvSpPr>
        <p:spPr>
          <a:xfrm>
            <a:off x="1600200" y="4695825"/>
            <a:ext cx="3743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傘を持ってくればよかった。</a:t>
            </a:r>
          </a:p>
        </p:txBody>
      </p:sp>
      <p:sp>
        <p:nvSpPr>
          <p:cNvPr id="24" name=""/>
          <p:cNvSpPr/>
          <p:nvPr/>
        </p:nvSpPr>
        <p:spPr>
          <a:xfrm>
            <a:off x="4686300" y="4743450"/>
            <a:ext cx="1971675" cy="2667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25" name=""/>
          <p:cNvSpPr txBox="1"/>
          <p:nvPr/>
        </p:nvSpPr>
        <p:spPr>
          <a:xfrm>
            <a:off x="4800600" y="4772025"/>
            <a:ext cx="23431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8417F"/>
                </a:solidFill>
                <a:latin typeface="Noto Sans JP"/>
                <a:ea typeface="Noto Sans JP"/>
              </a:rPr>
              <a:t>ヒント：bring → brought</a:t>
            </a:r>
          </a:p>
        </p:txBody>
      </p:sp>
      <p:sp>
        <p:nvSpPr>
          <p:cNvPr id="26" name=""/>
          <p:cNvSpPr/>
          <p:nvPr/>
        </p:nvSpPr>
        <p:spPr>
          <a:xfrm>
            <a:off x="1600200" y="541020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7" name=""/>
          <p:cNvSpPr txBox="1"/>
          <p:nvPr/>
        </p:nvSpPr>
        <p:spPr>
          <a:xfrm>
            <a:off x="762000" y="56959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28" name=""/>
          <p:cNvSpPr txBox="1"/>
          <p:nvPr/>
        </p:nvSpPr>
        <p:spPr>
          <a:xfrm>
            <a:off x="1600200" y="5638800"/>
            <a:ext cx="42862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あんなに飲まなければよかった。</a:t>
            </a:r>
          </a:p>
        </p:txBody>
      </p:sp>
      <p:sp>
        <p:nvSpPr>
          <p:cNvPr id="29" name=""/>
          <p:cNvSpPr/>
          <p:nvPr/>
        </p:nvSpPr>
        <p:spPr>
          <a:xfrm>
            <a:off x="5162550" y="5686425"/>
            <a:ext cx="1828800" cy="2667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30" name=""/>
          <p:cNvSpPr txBox="1"/>
          <p:nvPr/>
        </p:nvSpPr>
        <p:spPr>
          <a:xfrm>
            <a:off x="5276850" y="5715000"/>
            <a:ext cx="2181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8417F"/>
                </a:solidFill>
                <a:latin typeface="Noto Sans JP"/>
                <a:ea typeface="Noto Sans JP"/>
              </a:rPr>
              <a:t>ヒント：drink → drunk</a:t>
            </a:r>
          </a:p>
        </p:txBody>
      </p:sp>
      <p:sp>
        <p:nvSpPr>
          <p:cNvPr id="31" name=""/>
          <p:cNvSpPr/>
          <p:nvPr/>
        </p:nvSpPr>
        <p:spPr>
          <a:xfrm>
            <a:off x="1600200" y="63531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4" name=""/>
          <p:cNvSpPr/>
          <p:nvPr/>
        </p:nvSpPr>
        <p:spPr>
          <a:xfrm>
            <a:off x="1200150" y="419100"/>
            <a:ext cx="914400" cy="342900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333500" y="46672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971550"/>
            <a:ext cx="341947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Do you wanna </a:t>
            </a:r>
            <a:pPr/>
            <a:r>
              <a:rPr sz="25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7" name=""/>
          <p:cNvSpPr txBox="1"/>
          <p:nvPr/>
        </p:nvSpPr>
        <p:spPr>
          <a:xfrm>
            <a:off x="3609975" y="1019175"/>
            <a:ext cx="17907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〇〇したい？</a:t>
            </a:r>
          </a:p>
        </p:txBody>
      </p:sp>
      <p:sp>
        <p:nvSpPr>
          <p:cNvPr id="8" name=""/>
          <p:cNvSpPr/>
          <p:nvPr/>
        </p:nvSpPr>
        <p:spPr>
          <a:xfrm>
            <a:off x="762000" y="15144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19240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1866900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ビーチ行かへん？</a:t>
            </a:r>
          </a:p>
        </p:txBody>
      </p:sp>
      <p:sp>
        <p:nvSpPr>
          <p:cNvPr id="11" name=""/>
          <p:cNvSpPr/>
          <p:nvPr/>
        </p:nvSpPr>
        <p:spPr>
          <a:xfrm>
            <a:off x="1600200" y="25812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2" name=""/>
          <p:cNvSpPr txBox="1"/>
          <p:nvPr/>
        </p:nvSpPr>
        <p:spPr>
          <a:xfrm>
            <a:off x="762000" y="28670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3" name=""/>
          <p:cNvSpPr txBox="1"/>
          <p:nvPr/>
        </p:nvSpPr>
        <p:spPr>
          <a:xfrm>
            <a:off x="1600200" y="2809875"/>
            <a:ext cx="34956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コーヒー飲みに行かへん？</a:t>
            </a:r>
          </a:p>
        </p:txBody>
      </p:sp>
      <p:sp>
        <p:nvSpPr>
          <p:cNvPr id="14" name=""/>
          <p:cNvSpPr/>
          <p:nvPr/>
        </p:nvSpPr>
        <p:spPr>
          <a:xfrm>
            <a:off x="1600200" y="352425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5" name=""/>
          <p:cNvSpPr txBox="1"/>
          <p:nvPr/>
        </p:nvSpPr>
        <p:spPr>
          <a:xfrm>
            <a:off x="762000" y="381000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6" name=""/>
          <p:cNvSpPr txBox="1"/>
          <p:nvPr/>
        </p:nvSpPr>
        <p:spPr>
          <a:xfrm>
            <a:off x="1600200" y="3752850"/>
            <a:ext cx="1657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映画観る？</a:t>
            </a:r>
          </a:p>
        </p:txBody>
      </p:sp>
      <p:sp>
        <p:nvSpPr>
          <p:cNvPr id="17" name=""/>
          <p:cNvSpPr/>
          <p:nvPr/>
        </p:nvSpPr>
        <p:spPr>
          <a:xfrm>
            <a:off x="1600200" y="446722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8" name=""/>
          <p:cNvSpPr txBox="1"/>
          <p:nvPr/>
        </p:nvSpPr>
        <p:spPr>
          <a:xfrm>
            <a:off x="762000" y="475297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9" name=""/>
          <p:cNvSpPr txBox="1"/>
          <p:nvPr/>
        </p:nvSpPr>
        <p:spPr>
          <a:xfrm>
            <a:off x="1600200" y="4695825"/>
            <a:ext cx="3238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一緒にランチ食べへん？</a:t>
            </a:r>
          </a:p>
        </p:txBody>
      </p:sp>
      <p:sp>
        <p:nvSpPr>
          <p:cNvPr id="20" name=""/>
          <p:cNvSpPr/>
          <p:nvPr/>
        </p:nvSpPr>
        <p:spPr>
          <a:xfrm>
            <a:off x="1600200" y="541020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62000" y="56959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638800"/>
            <a:ext cx="21812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明日遊ばへん？</a:t>
            </a:r>
          </a:p>
        </p:txBody>
      </p:sp>
      <p:sp>
        <p:nvSpPr>
          <p:cNvPr id="23" name=""/>
          <p:cNvSpPr/>
          <p:nvPr/>
        </p:nvSpPr>
        <p:spPr>
          <a:xfrm>
            <a:off x="3333750" y="5686425"/>
            <a:ext cx="1857375" cy="2667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24" name=""/>
          <p:cNvSpPr txBox="1"/>
          <p:nvPr/>
        </p:nvSpPr>
        <p:spPr>
          <a:xfrm>
            <a:off x="3448050" y="5715000"/>
            <a:ext cx="2219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8417F"/>
                </a:solidFill>
                <a:latin typeface="Noto Sans JP"/>
                <a:ea typeface="Noto Sans JP"/>
              </a:rPr>
              <a:t>ヒント：遊ぶ = hang out</a:t>
            </a:r>
          </a:p>
        </p:txBody>
      </p:sp>
      <p:sp>
        <p:nvSpPr>
          <p:cNvPr id="25" name=""/>
          <p:cNvSpPr/>
          <p:nvPr/>
        </p:nvSpPr>
        <p:spPr>
          <a:xfrm>
            <a:off x="1600200" y="63531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4" name=""/>
          <p:cNvSpPr/>
          <p:nvPr/>
        </p:nvSpPr>
        <p:spPr>
          <a:xfrm>
            <a:off x="1200150" y="419100"/>
            <a:ext cx="914400" cy="342900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333500" y="46672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971550"/>
            <a:ext cx="319087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I'm looking for </a:t>
            </a:r>
            <a:pPr/>
            <a:r>
              <a:rPr sz="25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7" name=""/>
          <p:cNvSpPr txBox="1"/>
          <p:nvPr/>
        </p:nvSpPr>
        <p:spPr>
          <a:xfrm>
            <a:off x="3409950" y="1019175"/>
            <a:ext cx="2247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〇〇を探してます</a:t>
            </a:r>
          </a:p>
        </p:txBody>
      </p:sp>
      <p:sp>
        <p:nvSpPr>
          <p:cNvPr id="8" name=""/>
          <p:cNvSpPr/>
          <p:nvPr/>
        </p:nvSpPr>
        <p:spPr>
          <a:xfrm>
            <a:off x="762000" y="15144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19240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1866900"/>
            <a:ext cx="24003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鍵を探してます。</a:t>
            </a:r>
          </a:p>
        </p:txBody>
      </p:sp>
      <p:sp>
        <p:nvSpPr>
          <p:cNvPr id="11" name=""/>
          <p:cNvSpPr/>
          <p:nvPr/>
        </p:nvSpPr>
        <p:spPr>
          <a:xfrm>
            <a:off x="1600200" y="25812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2" name=""/>
          <p:cNvSpPr txBox="1"/>
          <p:nvPr/>
        </p:nvSpPr>
        <p:spPr>
          <a:xfrm>
            <a:off x="762000" y="28670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3" name=""/>
          <p:cNvSpPr txBox="1"/>
          <p:nvPr/>
        </p:nvSpPr>
        <p:spPr>
          <a:xfrm>
            <a:off x="1600200" y="2809875"/>
            <a:ext cx="68675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（どこでもいいから）コンビニを探してるんですけど。</a:t>
            </a:r>
          </a:p>
        </p:txBody>
      </p:sp>
      <p:sp>
        <p:nvSpPr>
          <p:cNvPr id="14" name=""/>
          <p:cNvSpPr/>
          <p:nvPr/>
        </p:nvSpPr>
        <p:spPr>
          <a:xfrm>
            <a:off x="1600200" y="352425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5" name=""/>
          <p:cNvSpPr txBox="1"/>
          <p:nvPr/>
        </p:nvSpPr>
        <p:spPr>
          <a:xfrm>
            <a:off x="762000" y="381000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6" name=""/>
          <p:cNvSpPr txBox="1"/>
          <p:nvPr/>
        </p:nvSpPr>
        <p:spPr>
          <a:xfrm>
            <a:off x="1600200" y="3752850"/>
            <a:ext cx="47815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エッフェル塔を探してるんですけど。</a:t>
            </a:r>
          </a:p>
        </p:txBody>
      </p:sp>
      <p:sp>
        <p:nvSpPr>
          <p:cNvPr id="17" name=""/>
          <p:cNvSpPr/>
          <p:nvPr/>
        </p:nvSpPr>
        <p:spPr>
          <a:xfrm>
            <a:off x="1600200" y="446722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8" name=""/>
          <p:cNvSpPr txBox="1"/>
          <p:nvPr/>
        </p:nvSpPr>
        <p:spPr>
          <a:xfrm>
            <a:off x="762000" y="475297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9" name=""/>
          <p:cNvSpPr txBox="1"/>
          <p:nvPr/>
        </p:nvSpPr>
        <p:spPr>
          <a:xfrm>
            <a:off x="1600200" y="4695825"/>
            <a:ext cx="4505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友達へのプレゼントを探してます。</a:t>
            </a:r>
          </a:p>
        </p:txBody>
      </p:sp>
      <p:sp>
        <p:nvSpPr>
          <p:cNvPr id="20" name=""/>
          <p:cNvSpPr/>
          <p:nvPr/>
        </p:nvSpPr>
        <p:spPr>
          <a:xfrm>
            <a:off x="1600200" y="541020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62000" y="56959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638800"/>
            <a:ext cx="3724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出口を探してるんですけど。</a:t>
            </a:r>
          </a:p>
        </p:txBody>
      </p:sp>
      <p:sp>
        <p:nvSpPr>
          <p:cNvPr id="23" name=""/>
          <p:cNvSpPr/>
          <p:nvPr/>
        </p:nvSpPr>
        <p:spPr>
          <a:xfrm>
            <a:off x="1600200" y="63531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4" name=""/>
          <p:cNvSpPr/>
          <p:nvPr/>
        </p:nvSpPr>
        <p:spPr>
          <a:xfrm>
            <a:off x="1200150" y="419100"/>
            <a:ext cx="914400" cy="342900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333500" y="46672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971550"/>
            <a:ext cx="1866900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I might </a:t>
            </a:r>
            <a:pPr/>
            <a:r>
              <a:rPr sz="25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7" name=""/>
          <p:cNvSpPr txBox="1"/>
          <p:nvPr/>
        </p:nvSpPr>
        <p:spPr>
          <a:xfrm>
            <a:off x="2257425" y="1019175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〇〇するかもしれない</a:t>
            </a:r>
          </a:p>
        </p:txBody>
      </p:sp>
      <p:sp>
        <p:nvSpPr>
          <p:cNvPr id="8" name=""/>
          <p:cNvSpPr/>
          <p:nvPr/>
        </p:nvSpPr>
        <p:spPr>
          <a:xfrm>
            <a:off x="762000" y="15144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19240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1866900"/>
            <a:ext cx="2962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パーティー行くかも。</a:t>
            </a:r>
          </a:p>
        </p:txBody>
      </p:sp>
      <p:sp>
        <p:nvSpPr>
          <p:cNvPr id="11" name=""/>
          <p:cNvSpPr/>
          <p:nvPr/>
        </p:nvSpPr>
        <p:spPr>
          <a:xfrm>
            <a:off x="1600200" y="25812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2" name=""/>
          <p:cNvSpPr txBox="1"/>
          <p:nvPr/>
        </p:nvSpPr>
        <p:spPr>
          <a:xfrm>
            <a:off x="762000" y="28670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3" name=""/>
          <p:cNvSpPr txBox="1"/>
          <p:nvPr/>
        </p:nvSpPr>
        <p:spPr>
          <a:xfrm>
            <a:off x="1600200" y="2809875"/>
            <a:ext cx="29718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新しい携帯買うかも。</a:t>
            </a:r>
          </a:p>
        </p:txBody>
      </p:sp>
      <p:sp>
        <p:nvSpPr>
          <p:cNvPr id="14" name=""/>
          <p:cNvSpPr/>
          <p:nvPr/>
        </p:nvSpPr>
        <p:spPr>
          <a:xfrm>
            <a:off x="1600200" y="352425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5" name=""/>
          <p:cNvSpPr txBox="1"/>
          <p:nvPr/>
        </p:nvSpPr>
        <p:spPr>
          <a:xfrm>
            <a:off x="762000" y="381000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6" name=""/>
          <p:cNvSpPr txBox="1"/>
          <p:nvPr/>
        </p:nvSpPr>
        <p:spPr>
          <a:xfrm>
            <a:off x="1600200" y="3752850"/>
            <a:ext cx="21812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時間ないかも。</a:t>
            </a:r>
          </a:p>
        </p:txBody>
      </p:sp>
      <p:sp>
        <p:nvSpPr>
          <p:cNvPr id="17" name=""/>
          <p:cNvSpPr/>
          <p:nvPr/>
        </p:nvSpPr>
        <p:spPr>
          <a:xfrm>
            <a:off x="1600200" y="446722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8" name=""/>
          <p:cNvSpPr txBox="1"/>
          <p:nvPr/>
        </p:nvSpPr>
        <p:spPr>
          <a:xfrm>
            <a:off x="762000" y="475297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9" name=""/>
          <p:cNvSpPr txBox="1"/>
          <p:nvPr/>
        </p:nvSpPr>
        <p:spPr>
          <a:xfrm>
            <a:off x="1600200" y="4695825"/>
            <a:ext cx="27051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今夜電話するかも。</a:t>
            </a:r>
          </a:p>
        </p:txBody>
      </p:sp>
      <p:sp>
        <p:nvSpPr>
          <p:cNvPr id="20" name=""/>
          <p:cNvSpPr/>
          <p:nvPr/>
        </p:nvSpPr>
        <p:spPr>
          <a:xfrm>
            <a:off x="1600200" y="541020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62000" y="56959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638800"/>
            <a:ext cx="29718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週末は家にいるかも。</a:t>
            </a:r>
          </a:p>
        </p:txBody>
      </p:sp>
      <p:sp>
        <p:nvSpPr>
          <p:cNvPr id="23" name=""/>
          <p:cNvSpPr/>
          <p:nvPr/>
        </p:nvSpPr>
        <p:spPr>
          <a:xfrm>
            <a:off x="1600200" y="63531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7</a:t>
            </a:r>
          </a:p>
        </p:txBody>
      </p:sp>
      <p:sp>
        <p:nvSpPr>
          <p:cNvPr id="4" name=""/>
          <p:cNvSpPr/>
          <p:nvPr/>
        </p:nvSpPr>
        <p:spPr>
          <a:xfrm>
            <a:off x="1200150" y="419100"/>
            <a:ext cx="914400" cy="342900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333500" y="46672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97155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Do you mind if I </a:t>
            </a:r>
            <a:pPr/>
            <a:r>
              <a:rPr sz="25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7" name=""/>
          <p:cNvSpPr txBox="1"/>
          <p:nvPr/>
        </p:nvSpPr>
        <p:spPr>
          <a:xfrm>
            <a:off x="3819525" y="1019175"/>
            <a:ext cx="29622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〇〇してもいいですか？</a:t>
            </a:r>
          </a:p>
        </p:txBody>
      </p:sp>
      <p:sp>
        <p:nvSpPr>
          <p:cNvPr id="8" name=""/>
          <p:cNvSpPr/>
          <p:nvPr/>
        </p:nvSpPr>
        <p:spPr>
          <a:xfrm>
            <a:off x="762000" y="15144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18764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1819275"/>
            <a:ext cx="3743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ドアを閉めてもいいですか？</a:t>
            </a:r>
          </a:p>
        </p:txBody>
      </p:sp>
      <p:sp>
        <p:nvSpPr>
          <p:cNvPr id="11" name=""/>
          <p:cNvSpPr/>
          <p:nvPr/>
        </p:nvSpPr>
        <p:spPr>
          <a:xfrm>
            <a:off x="1600200" y="253365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2" name=""/>
          <p:cNvSpPr txBox="1"/>
          <p:nvPr/>
        </p:nvSpPr>
        <p:spPr>
          <a:xfrm>
            <a:off x="762000" y="27146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3" name=""/>
          <p:cNvSpPr txBox="1"/>
          <p:nvPr/>
        </p:nvSpPr>
        <p:spPr>
          <a:xfrm>
            <a:off x="1600200" y="2657475"/>
            <a:ext cx="39909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このペン使ってもいいですか？</a:t>
            </a:r>
          </a:p>
        </p:txBody>
      </p:sp>
      <p:sp>
        <p:nvSpPr>
          <p:cNvPr id="14" name=""/>
          <p:cNvSpPr/>
          <p:nvPr/>
        </p:nvSpPr>
        <p:spPr>
          <a:xfrm>
            <a:off x="1600200" y="337185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5" name=""/>
          <p:cNvSpPr txBox="1"/>
          <p:nvPr/>
        </p:nvSpPr>
        <p:spPr>
          <a:xfrm>
            <a:off x="762000" y="35623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6" name=""/>
          <p:cNvSpPr txBox="1"/>
          <p:nvPr/>
        </p:nvSpPr>
        <p:spPr>
          <a:xfrm>
            <a:off x="1600200" y="3505200"/>
            <a:ext cx="3724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写真を撮ってもいいですか？</a:t>
            </a:r>
          </a:p>
        </p:txBody>
      </p:sp>
      <p:sp>
        <p:nvSpPr>
          <p:cNvPr id="17" name=""/>
          <p:cNvSpPr/>
          <p:nvPr/>
        </p:nvSpPr>
        <p:spPr>
          <a:xfrm>
            <a:off x="1600200" y="42195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8" name=""/>
          <p:cNvSpPr txBox="1"/>
          <p:nvPr/>
        </p:nvSpPr>
        <p:spPr>
          <a:xfrm>
            <a:off x="762000" y="44005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9" name=""/>
          <p:cNvSpPr txBox="1"/>
          <p:nvPr/>
        </p:nvSpPr>
        <p:spPr>
          <a:xfrm>
            <a:off x="1600200" y="4343400"/>
            <a:ext cx="4000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トイレを借りてもいいですか？</a:t>
            </a:r>
          </a:p>
        </p:txBody>
      </p:sp>
      <p:sp>
        <p:nvSpPr>
          <p:cNvPr id="20" name=""/>
          <p:cNvSpPr/>
          <p:nvPr/>
        </p:nvSpPr>
        <p:spPr>
          <a:xfrm>
            <a:off x="1600200" y="50577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62000" y="51911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133975"/>
            <a:ext cx="65722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A「エアコンつけてもいいですか？」 B「どうぞ！」</a:t>
            </a:r>
          </a:p>
        </p:txBody>
      </p:sp>
      <p:sp>
        <p:nvSpPr>
          <p:cNvPr id="23" name=""/>
          <p:cNvSpPr/>
          <p:nvPr/>
        </p:nvSpPr>
        <p:spPr>
          <a:xfrm>
            <a:off x="7153275" y="5181600"/>
            <a:ext cx="3095625" cy="2667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24" name=""/>
          <p:cNvSpPr txBox="1"/>
          <p:nvPr/>
        </p:nvSpPr>
        <p:spPr>
          <a:xfrm>
            <a:off x="7267575" y="5210175"/>
            <a:ext cx="36385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8417F"/>
                </a:solidFill>
                <a:latin typeface="Noto Sans JP"/>
                <a:ea typeface="Noto Sans JP"/>
              </a:rPr>
              <a:t>ヒント：エアコンをつける = turn on the AC</a:t>
            </a:r>
          </a:p>
        </p:txBody>
      </p:sp>
      <p:sp>
        <p:nvSpPr>
          <p:cNvPr id="25" name=""/>
          <p:cNvSpPr txBox="1"/>
          <p:nvPr/>
        </p:nvSpPr>
        <p:spPr>
          <a:xfrm>
            <a:off x="1600200" y="5753100"/>
            <a:ext cx="5715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9C9196"/>
                </a:solidFill>
                <a:latin typeface="Arial"/>
                <a:ea typeface="Arial"/>
              </a:rPr>
              <a:t>A:</a:t>
            </a:r>
          </a:p>
        </p:txBody>
      </p:sp>
      <p:sp>
        <p:nvSpPr>
          <p:cNvPr id="26" name=""/>
          <p:cNvSpPr/>
          <p:nvPr/>
        </p:nvSpPr>
        <p:spPr>
          <a:xfrm>
            <a:off x="1933575" y="5953125"/>
            <a:ext cx="9496425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7" name=""/>
          <p:cNvSpPr txBox="1"/>
          <p:nvPr/>
        </p:nvSpPr>
        <p:spPr>
          <a:xfrm>
            <a:off x="1600200" y="6257925"/>
            <a:ext cx="5715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9C9196"/>
                </a:solidFill>
                <a:latin typeface="Arial"/>
                <a:ea typeface="Arial"/>
              </a:rPr>
              <a:t>B:</a:t>
            </a:r>
          </a:p>
        </p:txBody>
      </p:sp>
      <p:sp>
        <p:nvSpPr>
          <p:cNvPr id="28" name=""/>
          <p:cNvSpPr/>
          <p:nvPr/>
        </p:nvSpPr>
        <p:spPr>
          <a:xfrm>
            <a:off x="1933575" y="6457950"/>
            <a:ext cx="9496425" cy="19050"/>
          </a:xfrm>
          <a:prstGeom prst="rect">
            <a:avLst/>
          </a:prstGeom>
          <a:solidFill>
            <a:srgbClr val="EDC6D6"/>
          </a:solidFill>
          <a:ln/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4" name=""/>
          <p:cNvSpPr/>
          <p:nvPr/>
        </p:nvSpPr>
        <p:spPr>
          <a:xfrm>
            <a:off x="1200150" y="419100"/>
            <a:ext cx="914400" cy="342900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333500" y="46672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971550"/>
            <a:ext cx="141922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I bet </a:t>
            </a:r>
            <a:pPr/>
            <a:r>
              <a:rPr sz="25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7" name=""/>
          <p:cNvSpPr txBox="1"/>
          <p:nvPr/>
        </p:nvSpPr>
        <p:spPr>
          <a:xfrm>
            <a:off x="1866900" y="1019175"/>
            <a:ext cx="17907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絶対〇〇やで</a:t>
            </a:r>
          </a:p>
        </p:txBody>
      </p:sp>
      <p:sp>
        <p:nvSpPr>
          <p:cNvPr id="8" name=""/>
          <p:cNvSpPr/>
          <p:nvPr/>
        </p:nvSpPr>
        <p:spPr>
          <a:xfrm>
            <a:off x="762000" y="15144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19240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1866900"/>
            <a:ext cx="32194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絶対あいつ遅刻するで。</a:t>
            </a:r>
          </a:p>
        </p:txBody>
      </p:sp>
      <p:sp>
        <p:nvSpPr>
          <p:cNvPr id="11" name=""/>
          <p:cNvSpPr/>
          <p:nvPr/>
        </p:nvSpPr>
        <p:spPr>
          <a:xfrm>
            <a:off x="1600200" y="25812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2" name=""/>
          <p:cNvSpPr txBox="1"/>
          <p:nvPr/>
        </p:nvSpPr>
        <p:spPr>
          <a:xfrm>
            <a:off x="762000" y="28670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3" name=""/>
          <p:cNvSpPr txBox="1"/>
          <p:nvPr/>
        </p:nvSpPr>
        <p:spPr>
          <a:xfrm>
            <a:off x="1600200" y="2809875"/>
            <a:ext cx="2962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彼女絶対気に入るで。</a:t>
            </a:r>
          </a:p>
        </p:txBody>
      </p:sp>
      <p:sp>
        <p:nvSpPr>
          <p:cNvPr id="14" name=""/>
          <p:cNvSpPr/>
          <p:nvPr/>
        </p:nvSpPr>
        <p:spPr>
          <a:xfrm>
            <a:off x="1600200" y="352425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5" name=""/>
          <p:cNvSpPr txBox="1"/>
          <p:nvPr/>
        </p:nvSpPr>
        <p:spPr>
          <a:xfrm>
            <a:off x="762000" y="381000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6" name=""/>
          <p:cNvSpPr txBox="1"/>
          <p:nvPr/>
        </p:nvSpPr>
        <p:spPr>
          <a:xfrm>
            <a:off x="1600200" y="3752850"/>
            <a:ext cx="269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絶対疲れてるやろ。</a:t>
            </a:r>
          </a:p>
        </p:txBody>
      </p:sp>
      <p:sp>
        <p:nvSpPr>
          <p:cNvPr id="17" name=""/>
          <p:cNvSpPr/>
          <p:nvPr/>
        </p:nvSpPr>
        <p:spPr>
          <a:xfrm>
            <a:off x="1600200" y="446722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8" name=""/>
          <p:cNvSpPr txBox="1"/>
          <p:nvPr/>
        </p:nvSpPr>
        <p:spPr>
          <a:xfrm>
            <a:off x="762000" y="475297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9" name=""/>
          <p:cNvSpPr txBox="1"/>
          <p:nvPr/>
        </p:nvSpPr>
        <p:spPr>
          <a:xfrm>
            <a:off x="1600200" y="4695825"/>
            <a:ext cx="2962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明日は絶対晴れるで。</a:t>
            </a:r>
          </a:p>
        </p:txBody>
      </p:sp>
      <p:sp>
        <p:nvSpPr>
          <p:cNvPr id="20" name=""/>
          <p:cNvSpPr/>
          <p:nvPr/>
        </p:nvSpPr>
        <p:spPr>
          <a:xfrm>
            <a:off x="1600200" y="541020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62000" y="56959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638800"/>
            <a:ext cx="3752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あのお店、絶対混んでるわ。</a:t>
            </a:r>
          </a:p>
        </p:txBody>
      </p:sp>
      <p:sp>
        <p:nvSpPr>
          <p:cNvPr id="23" name=""/>
          <p:cNvSpPr/>
          <p:nvPr/>
        </p:nvSpPr>
        <p:spPr>
          <a:xfrm>
            <a:off x="4695825" y="5686425"/>
            <a:ext cx="2133600" cy="2667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24" name=""/>
          <p:cNvSpPr txBox="1"/>
          <p:nvPr/>
        </p:nvSpPr>
        <p:spPr>
          <a:xfrm>
            <a:off x="4810125" y="5715000"/>
            <a:ext cx="2533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8417F"/>
                </a:solidFill>
                <a:latin typeface="Noto Sans JP"/>
                <a:ea typeface="Noto Sans JP"/>
              </a:rPr>
              <a:t>ヒント：混んでる = crowded</a:t>
            </a:r>
          </a:p>
        </p:txBody>
      </p:sp>
      <p:sp>
        <p:nvSpPr>
          <p:cNvPr id="25" name=""/>
          <p:cNvSpPr/>
          <p:nvPr/>
        </p:nvSpPr>
        <p:spPr>
          <a:xfrm>
            <a:off x="1600200" y="63531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9</a:t>
            </a:r>
          </a:p>
        </p:txBody>
      </p:sp>
      <p:sp>
        <p:nvSpPr>
          <p:cNvPr id="4" name=""/>
          <p:cNvSpPr/>
          <p:nvPr/>
        </p:nvSpPr>
        <p:spPr>
          <a:xfrm>
            <a:off x="1200150" y="419100"/>
            <a:ext cx="914400" cy="342900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333500" y="46672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971550"/>
            <a:ext cx="275272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I'm trying to </a:t>
            </a:r>
            <a:pPr/>
            <a:r>
              <a:rPr sz="25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7" name=""/>
          <p:cNvSpPr txBox="1"/>
          <p:nvPr/>
        </p:nvSpPr>
        <p:spPr>
          <a:xfrm>
            <a:off x="3028950" y="1019175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〇〇しようとしている</a:t>
            </a:r>
          </a:p>
        </p:txBody>
      </p:sp>
      <p:sp>
        <p:nvSpPr>
          <p:cNvPr id="8" name=""/>
          <p:cNvSpPr/>
          <p:nvPr/>
        </p:nvSpPr>
        <p:spPr>
          <a:xfrm>
            <a:off x="762000" y="15144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19240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1866900"/>
            <a:ext cx="269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痩せようとしてる。</a:t>
            </a:r>
          </a:p>
        </p:txBody>
      </p:sp>
      <p:sp>
        <p:nvSpPr>
          <p:cNvPr id="11" name=""/>
          <p:cNvSpPr/>
          <p:nvPr/>
        </p:nvSpPr>
        <p:spPr>
          <a:xfrm>
            <a:off x="3781425" y="1914525"/>
            <a:ext cx="2181225" cy="2667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895725" y="1943100"/>
            <a:ext cx="25908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8417F"/>
                </a:solidFill>
                <a:latin typeface="Noto Sans JP"/>
                <a:ea typeface="Noto Sans JP"/>
              </a:rPr>
              <a:t>ヒント：痩せる = lose weight</a:t>
            </a:r>
          </a:p>
        </p:txBody>
      </p:sp>
      <p:sp>
        <p:nvSpPr>
          <p:cNvPr id="13" name=""/>
          <p:cNvSpPr/>
          <p:nvPr/>
        </p:nvSpPr>
        <p:spPr>
          <a:xfrm>
            <a:off x="1600200" y="25812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4" name=""/>
          <p:cNvSpPr txBox="1"/>
          <p:nvPr/>
        </p:nvSpPr>
        <p:spPr>
          <a:xfrm>
            <a:off x="762000" y="28670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5" name=""/>
          <p:cNvSpPr txBox="1"/>
          <p:nvPr/>
        </p:nvSpPr>
        <p:spPr>
          <a:xfrm>
            <a:off x="1600200" y="2809875"/>
            <a:ext cx="34861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今寝ようとしてるところ。</a:t>
            </a:r>
          </a:p>
        </p:txBody>
      </p:sp>
      <p:sp>
        <p:nvSpPr>
          <p:cNvPr id="16" name=""/>
          <p:cNvSpPr/>
          <p:nvPr/>
        </p:nvSpPr>
        <p:spPr>
          <a:xfrm>
            <a:off x="1600200" y="352425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7" name=""/>
          <p:cNvSpPr txBox="1"/>
          <p:nvPr/>
        </p:nvSpPr>
        <p:spPr>
          <a:xfrm>
            <a:off x="762000" y="381000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3752850"/>
            <a:ext cx="32194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早起きしようとしてる。</a:t>
            </a:r>
          </a:p>
        </p:txBody>
      </p:sp>
      <p:sp>
        <p:nvSpPr>
          <p:cNvPr id="19" name=""/>
          <p:cNvSpPr/>
          <p:nvPr/>
        </p:nvSpPr>
        <p:spPr>
          <a:xfrm>
            <a:off x="1600200" y="446722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762000" y="475297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21" name=""/>
          <p:cNvSpPr txBox="1"/>
          <p:nvPr/>
        </p:nvSpPr>
        <p:spPr>
          <a:xfrm>
            <a:off x="1600200" y="4695825"/>
            <a:ext cx="3752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毎日英語を話そうとしてる。</a:t>
            </a:r>
          </a:p>
        </p:txBody>
      </p:sp>
      <p:sp>
        <p:nvSpPr>
          <p:cNvPr id="22" name=""/>
          <p:cNvSpPr/>
          <p:nvPr/>
        </p:nvSpPr>
        <p:spPr>
          <a:xfrm>
            <a:off x="1600200" y="541020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3" name=""/>
          <p:cNvSpPr txBox="1"/>
          <p:nvPr/>
        </p:nvSpPr>
        <p:spPr>
          <a:xfrm>
            <a:off x="762000" y="56959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24" name=""/>
          <p:cNvSpPr txBox="1"/>
          <p:nvPr/>
        </p:nvSpPr>
        <p:spPr>
          <a:xfrm>
            <a:off x="1600200" y="5638800"/>
            <a:ext cx="40100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今集中しようとしてるところ。</a:t>
            </a:r>
          </a:p>
        </p:txBody>
      </p:sp>
      <p:sp>
        <p:nvSpPr>
          <p:cNvPr id="25" name=""/>
          <p:cNvSpPr/>
          <p:nvPr/>
        </p:nvSpPr>
        <p:spPr>
          <a:xfrm>
            <a:off x="4924425" y="5686425"/>
            <a:ext cx="1895475" cy="2667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26" name=""/>
          <p:cNvSpPr txBox="1"/>
          <p:nvPr/>
        </p:nvSpPr>
        <p:spPr>
          <a:xfrm>
            <a:off x="5038725" y="5715000"/>
            <a:ext cx="2257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8417F"/>
                </a:solidFill>
                <a:latin typeface="Noto Sans JP"/>
                <a:ea typeface="Noto Sans JP"/>
              </a:rPr>
              <a:t>ヒント：集中する = focus</a:t>
            </a:r>
          </a:p>
        </p:txBody>
      </p:sp>
      <p:sp>
        <p:nvSpPr>
          <p:cNvPr id="27" name=""/>
          <p:cNvSpPr/>
          <p:nvPr/>
        </p:nvSpPr>
        <p:spPr>
          <a:xfrm>
            <a:off x="1600200" y="63531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pic>
        <p:nvPicPr>
          <p:cNvPr id="3" name="Image 0" descr="手を振るキャラクタ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3225" y="5143500"/>
            <a:ext cx="1285875" cy="17145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762000" y="228600"/>
            <a:ext cx="1457325" cy="714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Noto Sans JP"/>
                <a:ea typeface="Noto Sans JP"/>
              </a:rPr>
              <a:t>解答</a:t>
            </a:r>
          </a:p>
        </p:txBody>
      </p:sp>
      <p:sp>
        <p:nvSpPr>
          <p:cNvPr id="5" name=""/>
          <p:cNvSpPr txBox="1"/>
          <p:nvPr/>
        </p:nvSpPr>
        <p:spPr>
          <a:xfrm>
            <a:off x="1905000" y="476250"/>
            <a:ext cx="9334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9C9196"/>
                </a:solidFill>
                <a:latin typeface="Arial"/>
                <a:ea typeface="Arial"/>
              </a:rPr>
              <a:t>1</a:t>
            </a:r>
            <a:pPr/>
            <a:r>
              <a:rPr sz="1950" b="1">
                <a:solidFill>
                  <a:srgbClr val="9C9196"/>
                </a:solidFill>
                <a:latin typeface="Noto Sans JP"/>
                <a:ea typeface="Noto Sans JP"/>
              </a:rPr>
              <a:t>〜</a:t>
            </a:r>
            <a:pPr/>
            <a:r>
              <a:rPr sz="1950" b="1">
                <a:solidFill>
                  <a:srgbClr val="9C9196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6" name=""/>
          <p:cNvSpPr/>
          <p:nvPr/>
        </p:nvSpPr>
        <p:spPr>
          <a:xfrm>
            <a:off x="762000" y="100965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7" name=""/>
          <p:cNvSpPr txBox="1"/>
          <p:nvPr/>
        </p:nvSpPr>
        <p:spPr>
          <a:xfrm>
            <a:off x="762000" y="1219200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8" name=""/>
          <p:cNvSpPr txBox="1"/>
          <p:nvPr/>
        </p:nvSpPr>
        <p:spPr>
          <a:xfrm>
            <a:off x="990600" y="1219200"/>
            <a:ext cx="18954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feel like </a:t>
            </a:r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~ing</a:t>
            </a:r>
          </a:p>
        </p:txBody>
      </p:sp>
      <p:sp>
        <p:nvSpPr>
          <p:cNvPr id="9" name=""/>
          <p:cNvSpPr txBox="1"/>
          <p:nvPr/>
        </p:nvSpPr>
        <p:spPr>
          <a:xfrm>
            <a:off x="2457450" y="1219200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〇〇な気分</a:t>
            </a:r>
          </a:p>
        </p:txBody>
      </p:sp>
      <p:sp>
        <p:nvSpPr>
          <p:cNvPr id="10" name=""/>
          <p:cNvSpPr txBox="1"/>
          <p:nvPr/>
        </p:nvSpPr>
        <p:spPr>
          <a:xfrm>
            <a:off x="762000" y="156210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1" name=""/>
          <p:cNvSpPr txBox="1"/>
          <p:nvPr/>
        </p:nvSpPr>
        <p:spPr>
          <a:xfrm>
            <a:off x="1181100" y="1543050"/>
            <a:ext cx="31623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feel like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eating sushi tonight.</a:t>
            </a:r>
          </a:p>
        </p:txBody>
      </p:sp>
      <p:sp>
        <p:nvSpPr>
          <p:cNvPr id="12" name=""/>
          <p:cNvSpPr txBox="1"/>
          <p:nvPr/>
        </p:nvSpPr>
        <p:spPr>
          <a:xfrm>
            <a:off x="762000" y="18002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3" name=""/>
          <p:cNvSpPr txBox="1"/>
          <p:nvPr/>
        </p:nvSpPr>
        <p:spPr>
          <a:xfrm>
            <a:off x="1181100" y="1781175"/>
            <a:ext cx="31337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don't feel like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cooking today.</a:t>
            </a:r>
          </a:p>
        </p:txBody>
      </p:sp>
      <p:sp>
        <p:nvSpPr>
          <p:cNvPr id="14" name=""/>
          <p:cNvSpPr txBox="1"/>
          <p:nvPr/>
        </p:nvSpPr>
        <p:spPr>
          <a:xfrm>
            <a:off x="762000" y="20383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5" name=""/>
          <p:cNvSpPr txBox="1"/>
          <p:nvPr/>
        </p:nvSpPr>
        <p:spPr>
          <a:xfrm>
            <a:off x="1181100" y="2019300"/>
            <a:ext cx="27622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feel like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going shopping.</a:t>
            </a:r>
          </a:p>
        </p:txBody>
      </p:sp>
      <p:sp>
        <p:nvSpPr>
          <p:cNvPr id="16" name=""/>
          <p:cNvSpPr txBox="1"/>
          <p:nvPr/>
        </p:nvSpPr>
        <p:spPr>
          <a:xfrm>
            <a:off x="762000" y="228600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7" name=""/>
          <p:cNvSpPr txBox="1"/>
          <p:nvPr/>
        </p:nvSpPr>
        <p:spPr>
          <a:xfrm>
            <a:off x="1181100" y="2266950"/>
            <a:ext cx="41529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don't feel like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doing anything right now.</a:t>
            </a:r>
          </a:p>
        </p:txBody>
      </p:sp>
      <p:sp>
        <p:nvSpPr>
          <p:cNvPr id="18" name=""/>
          <p:cNvSpPr txBox="1"/>
          <p:nvPr/>
        </p:nvSpPr>
        <p:spPr>
          <a:xfrm>
            <a:off x="762000" y="25241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19" name=""/>
          <p:cNvSpPr txBox="1"/>
          <p:nvPr/>
        </p:nvSpPr>
        <p:spPr>
          <a:xfrm>
            <a:off x="1181100" y="2505075"/>
            <a:ext cx="29241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feel like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watching a movie.</a:t>
            </a:r>
          </a:p>
        </p:txBody>
      </p:sp>
      <p:sp>
        <p:nvSpPr>
          <p:cNvPr id="20" name=""/>
          <p:cNvSpPr/>
          <p:nvPr/>
        </p:nvSpPr>
        <p:spPr>
          <a:xfrm>
            <a:off x="762000" y="29718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762000" y="30956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2" name=""/>
          <p:cNvSpPr txBox="1"/>
          <p:nvPr/>
        </p:nvSpPr>
        <p:spPr>
          <a:xfrm>
            <a:off x="990600" y="3095625"/>
            <a:ext cx="15144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used to </a:t>
            </a:r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23" name=""/>
          <p:cNvSpPr txBox="1"/>
          <p:nvPr/>
        </p:nvSpPr>
        <p:spPr>
          <a:xfrm>
            <a:off x="2124075" y="3095625"/>
            <a:ext cx="1638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昔は〇〇してた</a:t>
            </a:r>
          </a:p>
        </p:txBody>
      </p:sp>
      <p:sp>
        <p:nvSpPr>
          <p:cNvPr id="24" name=""/>
          <p:cNvSpPr txBox="1"/>
          <p:nvPr/>
        </p:nvSpPr>
        <p:spPr>
          <a:xfrm>
            <a:off x="762000" y="34385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25" name=""/>
          <p:cNvSpPr txBox="1"/>
          <p:nvPr/>
        </p:nvSpPr>
        <p:spPr>
          <a:xfrm>
            <a:off x="1181100" y="3419475"/>
            <a:ext cx="25908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used to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play the piano.</a:t>
            </a:r>
          </a:p>
        </p:txBody>
      </p:sp>
      <p:sp>
        <p:nvSpPr>
          <p:cNvPr id="26" name=""/>
          <p:cNvSpPr txBox="1"/>
          <p:nvPr/>
        </p:nvSpPr>
        <p:spPr>
          <a:xfrm>
            <a:off x="762000" y="36766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27" name=""/>
          <p:cNvSpPr txBox="1"/>
          <p:nvPr/>
        </p:nvSpPr>
        <p:spPr>
          <a:xfrm>
            <a:off x="1181100" y="3657600"/>
            <a:ext cx="2466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used to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live in Osaka.</a:t>
            </a:r>
          </a:p>
        </p:txBody>
      </p:sp>
      <p:sp>
        <p:nvSpPr>
          <p:cNvPr id="28" name=""/>
          <p:cNvSpPr txBox="1"/>
          <p:nvPr/>
        </p:nvSpPr>
        <p:spPr>
          <a:xfrm>
            <a:off x="762000" y="391477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29" name=""/>
          <p:cNvSpPr txBox="1"/>
          <p:nvPr/>
        </p:nvSpPr>
        <p:spPr>
          <a:xfrm>
            <a:off x="1181100" y="3895725"/>
            <a:ext cx="23812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used to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drink coffee.</a:t>
            </a:r>
          </a:p>
        </p:txBody>
      </p:sp>
      <p:sp>
        <p:nvSpPr>
          <p:cNvPr id="30" name=""/>
          <p:cNvSpPr txBox="1"/>
          <p:nvPr/>
        </p:nvSpPr>
        <p:spPr>
          <a:xfrm>
            <a:off x="762000" y="41624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31" name=""/>
          <p:cNvSpPr txBox="1"/>
          <p:nvPr/>
        </p:nvSpPr>
        <p:spPr>
          <a:xfrm>
            <a:off x="1181100" y="4143375"/>
            <a:ext cx="29908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used to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run every morning.</a:t>
            </a:r>
          </a:p>
        </p:txBody>
      </p:sp>
      <p:sp>
        <p:nvSpPr>
          <p:cNvPr id="32" name=""/>
          <p:cNvSpPr txBox="1"/>
          <p:nvPr/>
        </p:nvSpPr>
        <p:spPr>
          <a:xfrm>
            <a:off x="762000" y="44005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33" name=""/>
          <p:cNvSpPr txBox="1"/>
          <p:nvPr/>
        </p:nvSpPr>
        <p:spPr>
          <a:xfrm>
            <a:off x="1181100" y="4381500"/>
            <a:ext cx="22955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used to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have a dog.</a:t>
            </a:r>
          </a:p>
        </p:txBody>
      </p:sp>
      <p:sp>
        <p:nvSpPr>
          <p:cNvPr id="34" name=""/>
          <p:cNvSpPr/>
          <p:nvPr/>
        </p:nvSpPr>
        <p:spPr>
          <a:xfrm>
            <a:off x="762000" y="4848225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35" name=""/>
          <p:cNvSpPr txBox="1"/>
          <p:nvPr/>
        </p:nvSpPr>
        <p:spPr>
          <a:xfrm>
            <a:off x="762000" y="4972050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36" name=""/>
          <p:cNvSpPr txBox="1"/>
          <p:nvPr/>
        </p:nvSpPr>
        <p:spPr>
          <a:xfrm>
            <a:off x="990600" y="4972050"/>
            <a:ext cx="2047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should have </a:t>
            </a:r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37" name=""/>
          <p:cNvSpPr txBox="1"/>
          <p:nvPr/>
        </p:nvSpPr>
        <p:spPr>
          <a:xfrm>
            <a:off x="2590800" y="4972050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〇〇しとけばよかった</a:t>
            </a:r>
          </a:p>
        </p:txBody>
      </p:sp>
      <p:sp>
        <p:nvSpPr>
          <p:cNvPr id="38" name=""/>
          <p:cNvSpPr txBox="1"/>
          <p:nvPr/>
        </p:nvSpPr>
        <p:spPr>
          <a:xfrm>
            <a:off x="762000" y="53149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39" name=""/>
          <p:cNvSpPr txBox="1"/>
          <p:nvPr/>
        </p:nvSpPr>
        <p:spPr>
          <a:xfrm>
            <a:off x="1181100" y="5295900"/>
            <a:ext cx="29527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should have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studied more.</a:t>
            </a:r>
          </a:p>
        </p:txBody>
      </p:sp>
      <p:sp>
        <p:nvSpPr>
          <p:cNvPr id="40" name=""/>
          <p:cNvSpPr txBox="1"/>
          <p:nvPr/>
        </p:nvSpPr>
        <p:spPr>
          <a:xfrm>
            <a:off x="762000" y="555307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41" name=""/>
          <p:cNvSpPr txBox="1"/>
          <p:nvPr/>
        </p:nvSpPr>
        <p:spPr>
          <a:xfrm>
            <a:off x="1181100" y="5534025"/>
            <a:ext cx="41910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shouldn't have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stayed up late last night.</a:t>
            </a:r>
          </a:p>
        </p:txBody>
      </p:sp>
      <p:sp>
        <p:nvSpPr>
          <p:cNvPr id="42" name=""/>
          <p:cNvSpPr txBox="1"/>
          <p:nvPr/>
        </p:nvSpPr>
        <p:spPr>
          <a:xfrm>
            <a:off x="762000" y="579120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43" name=""/>
          <p:cNvSpPr txBox="1"/>
          <p:nvPr/>
        </p:nvSpPr>
        <p:spPr>
          <a:xfrm>
            <a:off x="1181100" y="5772150"/>
            <a:ext cx="3467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should have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gone to bed earlier.</a:t>
            </a:r>
          </a:p>
        </p:txBody>
      </p:sp>
      <p:sp>
        <p:nvSpPr>
          <p:cNvPr id="44" name=""/>
          <p:cNvSpPr txBox="1"/>
          <p:nvPr/>
        </p:nvSpPr>
        <p:spPr>
          <a:xfrm>
            <a:off x="762000" y="60388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45" name=""/>
          <p:cNvSpPr txBox="1"/>
          <p:nvPr/>
        </p:nvSpPr>
        <p:spPr>
          <a:xfrm>
            <a:off x="1181100" y="6019800"/>
            <a:ext cx="36195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should have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brought an umbrella.</a:t>
            </a:r>
          </a:p>
        </p:txBody>
      </p:sp>
      <p:sp>
        <p:nvSpPr>
          <p:cNvPr id="46" name=""/>
          <p:cNvSpPr txBox="1"/>
          <p:nvPr/>
        </p:nvSpPr>
        <p:spPr>
          <a:xfrm>
            <a:off x="762000" y="627697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47" name=""/>
          <p:cNvSpPr txBox="1"/>
          <p:nvPr/>
        </p:nvSpPr>
        <p:spPr>
          <a:xfrm>
            <a:off x="1181100" y="6257925"/>
            <a:ext cx="33528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shouldn't have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drunk so much.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pic>
        <p:nvPicPr>
          <p:cNvPr id="3" name="Image 0" descr="手を振るキャラクタ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3225" y="5143500"/>
            <a:ext cx="1285875" cy="17145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762000" y="228600"/>
            <a:ext cx="1457325" cy="714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Noto Sans JP"/>
                <a:ea typeface="Noto Sans JP"/>
              </a:rPr>
              <a:t>解答</a:t>
            </a:r>
          </a:p>
        </p:txBody>
      </p:sp>
      <p:sp>
        <p:nvSpPr>
          <p:cNvPr id="5" name=""/>
          <p:cNvSpPr txBox="1"/>
          <p:nvPr/>
        </p:nvSpPr>
        <p:spPr>
          <a:xfrm>
            <a:off x="1905000" y="476250"/>
            <a:ext cx="9334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9C9196"/>
                </a:solidFill>
                <a:latin typeface="Arial"/>
                <a:ea typeface="Arial"/>
              </a:rPr>
              <a:t>4</a:t>
            </a:r>
            <a:pPr/>
            <a:r>
              <a:rPr sz="1950" b="1">
                <a:solidFill>
                  <a:srgbClr val="9C9196"/>
                </a:solidFill>
                <a:latin typeface="Noto Sans JP"/>
                <a:ea typeface="Noto Sans JP"/>
              </a:rPr>
              <a:t>〜</a:t>
            </a:r>
            <a:pPr/>
            <a:r>
              <a:rPr sz="1950" b="1">
                <a:solidFill>
                  <a:srgbClr val="9C9196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6" name=""/>
          <p:cNvSpPr/>
          <p:nvPr/>
        </p:nvSpPr>
        <p:spPr>
          <a:xfrm>
            <a:off x="762000" y="100965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7" name=""/>
          <p:cNvSpPr txBox="1"/>
          <p:nvPr/>
        </p:nvSpPr>
        <p:spPr>
          <a:xfrm>
            <a:off x="762000" y="1219200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8" name=""/>
          <p:cNvSpPr txBox="1"/>
          <p:nvPr/>
        </p:nvSpPr>
        <p:spPr>
          <a:xfrm>
            <a:off x="990600" y="1219200"/>
            <a:ext cx="2295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Do you wanna </a:t>
            </a:r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9" name=""/>
          <p:cNvSpPr txBox="1"/>
          <p:nvPr/>
        </p:nvSpPr>
        <p:spPr>
          <a:xfrm>
            <a:off x="2800350" y="1219200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〇〇したい？</a:t>
            </a:r>
          </a:p>
        </p:txBody>
      </p:sp>
      <p:sp>
        <p:nvSpPr>
          <p:cNvPr id="10" name=""/>
          <p:cNvSpPr txBox="1"/>
          <p:nvPr/>
        </p:nvSpPr>
        <p:spPr>
          <a:xfrm>
            <a:off x="762000" y="156210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1" name=""/>
          <p:cNvSpPr txBox="1"/>
          <p:nvPr/>
        </p:nvSpPr>
        <p:spPr>
          <a:xfrm>
            <a:off x="1181100" y="1543050"/>
            <a:ext cx="33147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wanna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go to the beach?</a:t>
            </a:r>
          </a:p>
        </p:txBody>
      </p:sp>
      <p:sp>
        <p:nvSpPr>
          <p:cNvPr id="12" name=""/>
          <p:cNvSpPr txBox="1"/>
          <p:nvPr/>
        </p:nvSpPr>
        <p:spPr>
          <a:xfrm>
            <a:off x="762000" y="18002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3" name=""/>
          <p:cNvSpPr txBox="1"/>
          <p:nvPr/>
        </p:nvSpPr>
        <p:spPr>
          <a:xfrm>
            <a:off x="1181100" y="1781175"/>
            <a:ext cx="27813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wanna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get coffee?</a:t>
            </a:r>
          </a:p>
        </p:txBody>
      </p:sp>
      <p:sp>
        <p:nvSpPr>
          <p:cNvPr id="14" name=""/>
          <p:cNvSpPr txBox="1"/>
          <p:nvPr/>
        </p:nvSpPr>
        <p:spPr>
          <a:xfrm>
            <a:off x="762000" y="20383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5" name=""/>
          <p:cNvSpPr txBox="1"/>
          <p:nvPr/>
        </p:nvSpPr>
        <p:spPr>
          <a:xfrm>
            <a:off x="1181100" y="2019300"/>
            <a:ext cx="32004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wanna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watch a movie?</a:t>
            </a:r>
          </a:p>
        </p:txBody>
      </p:sp>
      <p:sp>
        <p:nvSpPr>
          <p:cNvPr id="16" name=""/>
          <p:cNvSpPr txBox="1"/>
          <p:nvPr/>
        </p:nvSpPr>
        <p:spPr>
          <a:xfrm>
            <a:off x="762000" y="228600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7" name=""/>
          <p:cNvSpPr txBox="1"/>
          <p:nvPr/>
        </p:nvSpPr>
        <p:spPr>
          <a:xfrm>
            <a:off x="1181100" y="2266950"/>
            <a:ext cx="37242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wanna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have lunch together?</a:t>
            </a:r>
          </a:p>
        </p:txBody>
      </p:sp>
      <p:sp>
        <p:nvSpPr>
          <p:cNvPr id="18" name=""/>
          <p:cNvSpPr txBox="1"/>
          <p:nvPr/>
        </p:nvSpPr>
        <p:spPr>
          <a:xfrm>
            <a:off x="762000" y="25241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19" name=""/>
          <p:cNvSpPr txBox="1"/>
          <p:nvPr/>
        </p:nvSpPr>
        <p:spPr>
          <a:xfrm>
            <a:off x="1181100" y="2505075"/>
            <a:ext cx="36480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wanna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hang out tomorrow?</a:t>
            </a:r>
          </a:p>
        </p:txBody>
      </p:sp>
      <p:sp>
        <p:nvSpPr>
          <p:cNvPr id="20" name=""/>
          <p:cNvSpPr/>
          <p:nvPr/>
        </p:nvSpPr>
        <p:spPr>
          <a:xfrm>
            <a:off x="762000" y="29718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762000" y="30956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22" name=""/>
          <p:cNvSpPr txBox="1"/>
          <p:nvPr/>
        </p:nvSpPr>
        <p:spPr>
          <a:xfrm>
            <a:off x="990600" y="3095625"/>
            <a:ext cx="2171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I'm looking for </a:t>
            </a:r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23" name=""/>
          <p:cNvSpPr txBox="1"/>
          <p:nvPr/>
        </p:nvSpPr>
        <p:spPr>
          <a:xfrm>
            <a:off x="2695575" y="3095625"/>
            <a:ext cx="1809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〇〇を探してます</a:t>
            </a:r>
          </a:p>
        </p:txBody>
      </p:sp>
      <p:sp>
        <p:nvSpPr>
          <p:cNvPr id="24" name=""/>
          <p:cNvSpPr txBox="1"/>
          <p:nvPr/>
        </p:nvSpPr>
        <p:spPr>
          <a:xfrm>
            <a:off x="762000" y="34385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25" name=""/>
          <p:cNvSpPr txBox="1"/>
          <p:nvPr/>
        </p:nvSpPr>
        <p:spPr>
          <a:xfrm>
            <a:off x="1181100" y="3419475"/>
            <a:ext cx="25812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looking for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my keys.</a:t>
            </a:r>
          </a:p>
        </p:txBody>
      </p:sp>
      <p:sp>
        <p:nvSpPr>
          <p:cNvPr id="26" name=""/>
          <p:cNvSpPr txBox="1"/>
          <p:nvPr/>
        </p:nvSpPr>
        <p:spPr>
          <a:xfrm>
            <a:off x="3257550" y="3419475"/>
            <a:ext cx="16859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9C9196"/>
                </a:solidFill>
                <a:latin typeface="Noto Sans JP"/>
                <a:ea typeface="Noto Sans JP"/>
              </a:rPr>
              <a:t>自分の鍵なので my</a:t>
            </a:r>
          </a:p>
        </p:txBody>
      </p:sp>
      <p:sp>
        <p:nvSpPr>
          <p:cNvPr id="27" name=""/>
          <p:cNvSpPr txBox="1"/>
          <p:nvPr/>
        </p:nvSpPr>
        <p:spPr>
          <a:xfrm>
            <a:off x="762000" y="36766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28" name=""/>
          <p:cNvSpPr txBox="1"/>
          <p:nvPr/>
        </p:nvSpPr>
        <p:spPr>
          <a:xfrm>
            <a:off x="1181100" y="3657600"/>
            <a:ext cx="36957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looking for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a convenience store.</a:t>
            </a:r>
          </a:p>
        </p:txBody>
      </p:sp>
      <p:sp>
        <p:nvSpPr>
          <p:cNvPr id="29" name=""/>
          <p:cNvSpPr txBox="1"/>
          <p:nvPr/>
        </p:nvSpPr>
        <p:spPr>
          <a:xfrm>
            <a:off x="4229100" y="3657600"/>
            <a:ext cx="15716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9C9196"/>
                </a:solidFill>
                <a:latin typeface="Noto Sans JP"/>
                <a:ea typeface="Noto Sans JP"/>
              </a:rPr>
              <a:t>一般的なもの → a</a:t>
            </a:r>
          </a:p>
        </p:txBody>
      </p:sp>
      <p:sp>
        <p:nvSpPr>
          <p:cNvPr id="30" name=""/>
          <p:cNvSpPr txBox="1"/>
          <p:nvPr/>
        </p:nvSpPr>
        <p:spPr>
          <a:xfrm>
            <a:off x="762000" y="391477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31" name=""/>
          <p:cNvSpPr txBox="1"/>
          <p:nvPr/>
        </p:nvSpPr>
        <p:spPr>
          <a:xfrm>
            <a:off x="1181100" y="3895725"/>
            <a:ext cx="32480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looking for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the Eiffel Tower.</a:t>
            </a:r>
          </a:p>
        </p:txBody>
      </p:sp>
      <p:sp>
        <p:nvSpPr>
          <p:cNvPr id="32" name=""/>
          <p:cNvSpPr txBox="1"/>
          <p:nvPr/>
        </p:nvSpPr>
        <p:spPr>
          <a:xfrm>
            <a:off x="3838575" y="3895725"/>
            <a:ext cx="15811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9C9196"/>
                </a:solidFill>
                <a:latin typeface="Noto Sans JP"/>
                <a:ea typeface="Noto Sans JP"/>
              </a:rPr>
              <a:t>有名な建物 → the</a:t>
            </a:r>
          </a:p>
        </p:txBody>
      </p:sp>
      <p:sp>
        <p:nvSpPr>
          <p:cNvPr id="33" name=""/>
          <p:cNvSpPr txBox="1"/>
          <p:nvPr/>
        </p:nvSpPr>
        <p:spPr>
          <a:xfrm>
            <a:off x="762000" y="41624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34" name=""/>
          <p:cNvSpPr txBox="1"/>
          <p:nvPr/>
        </p:nvSpPr>
        <p:spPr>
          <a:xfrm>
            <a:off x="1181100" y="4143375"/>
            <a:ext cx="35337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looking for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a gift for my friend.</a:t>
            </a:r>
          </a:p>
        </p:txBody>
      </p:sp>
      <p:sp>
        <p:nvSpPr>
          <p:cNvPr id="35" name=""/>
          <p:cNvSpPr txBox="1"/>
          <p:nvPr/>
        </p:nvSpPr>
        <p:spPr>
          <a:xfrm>
            <a:off x="762000" y="44005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36" name=""/>
          <p:cNvSpPr txBox="1"/>
          <p:nvPr/>
        </p:nvSpPr>
        <p:spPr>
          <a:xfrm>
            <a:off x="1181100" y="4381500"/>
            <a:ext cx="24860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looking for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the exit.</a:t>
            </a:r>
          </a:p>
        </p:txBody>
      </p:sp>
      <p:sp>
        <p:nvSpPr>
          <p:cNvPr id="37" name=""/>
          <p:cNvSpPr txBox="1"/>
          <p:nvPr/>
        </p:nvSpPr>
        <p:spPr>
          <a:xfrm>
            <a:off x="3181350" y="4381500"/>
            <a:ext cx="15811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9C9196"/>
                </a:solidFill>
                <a:latin typeface="Noto Sans JP"/>
                <a:ea typeface="Noto Sans JP"/>
              </a:rPr>
              <a:t>特定の場所 → the</a:t>
            </a:r>
          </a:p>
        </p:txBody>
      </p:sp>
      <p:sp>
        <p:nvSpPr>
          <p:cNvPr id="38" name=""/>
          <p:cNvSpPr/>
          <p:nvPr/>
        </p:nvSpPr>
        <p:spPr>
          <a:xfrm>
            <a:off x="762000" y="4848225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39" name=""/>
          <p:cNvSpPr txBox="1"/>
          <p:nvPr/>
        </p:nvSpPr>
        <p:spPr>
          <a:xfrm>
            <a:off x="762000" y="4972050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40" name=""/>
          <p:cNvSpPr txBox="1"/>
          <p:nvPr/>
        </p:nvSpPr>
        <p:spPr>
          <a:xfrm>
            <a:off x="990600" y="4972050"/>
            <a:ext cx="13335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might </a:t>
            </a:r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41" name=""/>
          <p:cNvSpPr txBox="1"/>
          <p:nvPr/>
        </p:nvSpPr>
        <p:spPr>
          <a:xfrm>
            <a:off x="1962150" y="4972050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〇〇するかもしれない</a:t>
            </a:r>
          </a:p>
        </p:txBody>
      </p:sp>
      <p:sp>
        <p:nvSpPr>
          <p:cNvPr id="42" name=""/>
          <p:cNvSpPr txBox="1"/>
          <p:nvPr/>
        </p:nvSpPr>
        <p:spPr>
          <a:xfrm>
            <a:off x="762000" y="53149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43" name=""/>
          <p:cNvSpPr txBox="1"/>
          <p:nvPr/>
        </p:nvSpPr>
        <p:spPr>
          <a:xfrm>
            <a:off x="1181100" y="5295900"/>
            <a:ext cx="24574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might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go to the party.</a:t>
            </a:r>
          </a:p>
        </p:txBody>
      </p:sp>
      <p:sp>
        <p:nvSpPr>
          <p:cNvPr id="44" name=""/>
          <p:cNvSpPr txBox="1"/>
          <p:nvPr/>
        </p:nvSpPr>
        <p:spPr>
          <a:xfrm>
            <a:off x="762000" y="555307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45" name=""/>
          <p:cNvSpPr txBox="1"/>
          <p:nvPr/>
        </p:nvSpPr>
        <p:spPr>
          <a:xfrm>
            <a:off x="1181100" y="5534025"/>
            <a:ext cx="26955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might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buy a new phone.</a:t>
            </a:r>
          </a:p>
        </p:txBody>
      </p:sp>
      <p:sp>
        <p:nvSpPr>
          <p:cNvPr id="46" name=""/>
          <p:cNvSpPr txBox="1"/>
          <p:nvPr/>
        </p:nvSpPr>
        <p:spPr>
          <a:xfrm>
            <a:off x="762000" y="579120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47" name=""/>
          <p:cNvSpPr txBox="1"/>
          <p:nvPr/>
        </p:nvSpPr>
        <p:spPr>
          <a:xfrm>
            <a:off x="1181100" y="5772150"/>
            <a:ext cx="23717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might not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have time.</a:t>
            </a:r>
          </a:p>
        </p:txBody>
      </p:sp>
      <p:sp>
        <p:nvSpPr>
          <p:cNvPr id="48" name=""/>
          <p:cNvSpPr txBox="1"/>
          <p:nvPr/>
        </p:nvSpPr>
        <p:spPr>
          <a:xfrm>
            <a:off x="762000" y="60388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49" name=""/>
          <p:cNvSpPr txBox="1"/>
          <p:nvPr/>
        </p:nvSpPr>
        <p:spPr>
          <a:xfrm>
            <a:off x="1181100" y="6019800"/>
            <a:ext cx="25527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might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call you tonight.</a:t>
            </a:r>
          </a:p>
        </p:txBody>
      </p:sp>
      <p:sp>
        <p:nvSpPr>
          <p:cNvPr id="50" name=""/>
          <p:cNvSpPr txBox="1"/>
          <p:nvPr/>
        </p:nvSpPr>
        <p:spPr>
          <a:xfrm>
            <a:off x="762000" y="627697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51" name=""/>
          <p:cNvSpPr txBox="1"/>
          <p:nvPr/>
        </p:nvSpPr>
        <p:spPr>
          <a:xfrm>
            <a:off x="1181100" y="6257925"/>
            <a:ext cx="33623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might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stay home this weekend.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pic>
        <p:nvPicPr>
          <p:cNvPr id="3" name="Image 0" descr="手を振るキャラクタ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3225" y="5143500"/>
            <a:ext cx="1285875" cy="17145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762000" y="228600"/>
            <a:ext cx="1457325" cy="714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Noto Sans JP"/>
                <a:ea typeface="Noto Sans JP"/>
              </a:rPr>
              <a:t>解答</a:t>
            </a:r>
          </a:p>
        </p:txBody>
      </p:sp>
      <p:sp>
        <p:nvSpPr>
          <p:cNvPr id="5" name=""/>
          <p:cNvSpPr txBox="1"/>
          <p:nvPr/>
        </p:nvSpPr>
        <p:spPr>
          <a:xfrm>
            <a:off x="1905000" y="476250"/>
            <a:ext cx="9334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9C9196"/>
                </a:solidFill>
                <a:latin typeface="Arial"/>
                <a:ea typeface="Arial"/>
              </a:rPr>
              <a:t>7</a:t>
            </a:r>
            <a:pPr/>
            <a:r>
              <a:rPr sz="1950" b="1">
                <a:solidFill>
                  <a:srgbClr val="9C9196"/>
                </a:solidFill>
                <a:latin typeface="Noto Sans JP"/>
                <a:ea typeface="Noto Sans JP"/>
              </a:rPr>
              <a:t>〜</a:t>
            </a:r>
            <a:pPr/>
            <a:r>
              <a:rPr sz="1950" b="1">
                <a:solidFill>
                  <a:srgbClr val="9C9196"/>
                </a:solidFill>
                <a:latin typeface="Arial"/>
                <a:ea typeface="Arial"/>
              </a:rPr>
              <a:t>9</a:t>
            </a:r>
          </a:p>
        </p:txBody>
      </p:sp>
      <p:sp>
        <p:nvSpPr>
          <p:cNvPr id="6" name=""/>
          <p:cNvSpPr/>
          <p:nvPr/>
        </p:nvSpPr>
        <p:spPr>
          <a:xfrm>
            <a:off x="762000" y="100965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7" name=""/>
          <p:cNvSpPr txBox="1"/>
          <p:nvPr/>
        </p:nvSpPr>
        <p:spPr>
          <a:xfrm>
            <a:off x="762000" y="1219200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7</a:t>
            </a:r>
          </a:p>
        </p:txBody>
      </p:sp>
      <p:sp>
        <p:nvSpPr>
          <p:cNvPr id="8" name=""/>
          <p:cNvSpPr txBox="1"/>
          <p:nvPr/>
        </p:nvSpPr>
        <p:spPr>
          <a:xfrm>
            <a:off x="990600" y="1219200"/>
            <a:ext cx="24669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Do you mind if I </a:t>
            </a:r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9" name=""/>
          <p:cNvSpPr txBox="1"/>
          <p:nvPr/>
        </p:nvSpPr>
        <p:spPr>
          <a:xfrm>
            <a:off x="2952750" y="1219200"/>
            <a:ext cx="2362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〇〇してもいいですか？</a:t>
            </a:r>
          </a:p>
        </p:txBody>
      </p:sp>
      <p:sp>
        <p:nvSpPr>
          <p:cNvPr id="10" name=""/>
          <p:cNvSpPr txBox="1"/>
          <p:nvPr/>
        </p:nvSpPr>
        <p:spPr>
          <a:xfrm>
            <a:off x="762000" y="156210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1" name=""/>
          <p:cNvSpPr txBox="1"/>
          <p:nvPr/>
        </p:nvSpPr>
        <p:spPr>
          <a:xfrm>
            <a:off x="1181100" y="1543050"/>
            <a:ext cx="33432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mind if I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close the door?</a:t>
            </a:r>
          </a:p>
        </p:txBody>
      </p:sp>
      <p:sp>
        <p:nvSpPr>
          <p:cNvPr id="12" name=""/>
          <p:cNvSpPr txBox="1"/>
          <p:nvPr/>
        </p:nvSpPr>
        <p:spPr>
          <a:xfrm>
            <a:off x="762000" y="18002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3" name=""/>
          <p:cNvSpPr txBox="1"/>
          <p:nvPr/>
        </p:nvSpPr>
        <p:spPr>
          <a:xfrm>
            <a:off x="1181100" y="1781175"/>
            <a:ext cx="31432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mind if I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use this pen?</a:t>
            </a:r>
          </a:p>
        </p:txBody>
      </p:sp>
      <p:sp>
        <p:nvSpPr>
          <p:cNvPr id="14" name=""/>
          <p:cNvSpPr txBox="1"/>
          <p:nvPr/>
        </p:nvSpPr>
        <p:spPr>
          <a:xfrm>
            <a:off x="762000" y="20383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5" name=""/>
          <p:cNvSpPr txBox="1"/>
          <p:nvPr/>
        </p:nvSpPr>
        <p:spPr>
          <a:xfrm>
            <a:off x="1181100" y="2019300"/>
            <a:ext cx="32670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mind if I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take a picture?</a:t>
            </a:r>
          </a:p>
        </p:txBody>
      </p:sp>
      <p:sp>
        <p:nvSpPr>
          <p:cNvPr id="16" name=""/>
          <p:cNvSpPr txBox="1"/>
          <p:nvPr/>
        </p:nvSpPr>
        <p:spPr>
          <a:xfrm>
            <a:off x="762000" y="228600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7" name=""/>
          <p:cNvSpPr txBox="1"/>
          <p:nvPr/>
        </p:nvSpPr>
        <p:spPr>
          <a:xfrm>
            <a:off x="1181100" y="2266950"/>
            <a:ext cx="37814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mind if I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use your bathroom?</a:t>
            </a:r>
          </a:p>
        </p:txBody>
      </p:sp>
      <p:sp>
        <p:nvSpPr>
          <p:cNvPr id="18" name=""/>
          <p:cNvSpPr txBox="1"/>
          <p:nvPr/>
        </p:nvSpPr>
        <p:spPr>
          <a:xfrm>
            <a:off x="4305300" y="2266950"/>
            <a:ext cx="28003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9C9196"/>
                </a:solidFill>
                <a:latin typeface="Noto Sans JP"/>
                <a:ea typeface="Noto Sans JP"/>
              </a:rPr>
              <a:t>「借りる」は borrow ではなく use</a:t>
            </a:r>
          </a:p>
        </p:txBody>
      </p:sp>
      <p:sp>
        <p:nvSpPr>
          <p:cNvPr id="19" name=""/>
          <p:cNvSpPr txBox="1"/>
          <p:nvPr/>
        </p:nvSpPr>
        <p:spPr>
          <a:xfrm>
            <a:off x="762000" y="25241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20" name=""/>
          <p:cNvSpPr txBox="1"/>
          <p:nvPr/>
        </p:nvSpPr>
        <p:spPr>
          <a:xfrm>
            <a:off x="1181100" y="2505075"/>
            <a:ext cx="70294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A: </a:t>
            </a:r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mind if I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turn on the AC? B: No, go ahead! / Sure, go ahead!</a:t>
            </a:r>
          </a:p>
        </p:txBody>
      </p:sp>
      <p:sp>
        <p:nvSpPr>
          <p:cNvPr id="21" name=""/>
          <p:cNvSpPr/>
          <p:nvPr/>
        </p:nvSpPr>
        <p:spPr>
          <a:xfrm>
            <a:off x="762000" y="29718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2" name=""/>
          <p:cNvSpPr txBox="1"/>
          <p:nvPr/>
        </p:nvSpPr>
        <p:spPr>
          <a:xfrm>
            <a:off x="762000" y="30956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23" name=""/>
          <p:cNvSpPr txBox="1"/>
          <p:nvPr/>
        </p:nvSpPr>
        <p:spPr>
          <a:xfrm>
            <a:off x="990600" y="3095625"/>
            <a:ext cx="1028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bet </a:t>
            </a:r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24" name=""/>
          <p:cNvSpPr txBox="1"/>
          <p:nvPr/>
        </p:nvSpPr>
        <p:spPr>
          <a:xfrm>
            <a:off x="1704975" y="309562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絶対〇〇やで</a:t>
            </a:r>
          </a:p>
        </p:txBody>
      </p:sp>
      <p:sp>
        <p:nvSpPr>
          <p:cNvPr id="25" name=""/>
          <p:cNvSpPr txBox="1"/>
          <p:nvPr/>
        </p:nvSpPr>
        <p:spPr>
          <a:xfrm>
            <a:off x="762000" y="34385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26" name=""/>
          <p:cNvSpPr txBox="1"/>
          <p:nvPr/>
        </p:nvSpPr>
        <p:spPr>
          <a:xfrm>
            <a:off x="1181100" y="3419475"/>
            <a:ext cx="27527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bet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he's going to be late.</a:t>
            </a:r>
          </a:p>
        </p:txBody>
      </p:sp>
      <p:sp>
        <p:nvSpPr>
          <p:cNvPr id="27" name=""/>
          <p:cNvSpPr txBox="1"/>
          <p:nvPr/>
        </p:nvSpPr>
        <p:spPr>
          <a:xfrm>
            <a:off x="762000" y="36766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28" name=""/>
          <p:cNvSpPr txBox="1"/>
          <p:nvPr/>
        </p:nvSpPr>
        <p:spPr>
          <a:xfrm>
            <a:off x="1181100" y="3657600"/>
            <a:ext cx="19716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bet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she'll love it.</a:t>
            </a:r>
          </a:p>
        </p:txBody>
      </p:sp>
      <p:sp>
        <p:nvSpPr>
          <p:cNvPr id="29" name=""/>
          <p:cNvSpPr txBox="1"/>
          <p:nvPr/>
        </p:nvSpPr>
        <p:spPr>
          <a:xfrm>
            <a:off x="762000" y="391477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30" name=""/>
          <p:cNvSpPr txBox="1"/>
          <p:nvPr/>
        </p:nvSpPr>
        <p:spPr>
          <a:xfrm>
            <a:off x="1181100" y="3895725"/>
            <a:ext cx="19240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bet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you're tired.</a:t>
            </a:r>
          </a:p>
        </p:txBody>
      </p:sp>
      <p:sp>
        <p:nvSpPr>
          <p:cNvPr id="31" name=""/>
          <p:cNvSpPr txBox="1"/>
          <p:nvPr/>
        </p:nvSpPr>
        <p:spPr>
          <a:xfrm>
            <a:off x="762000" y="41624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32" name=""/>
          <p:cNvSpPr txBox="1"/>
          <p:nvPr/>
        </p:nvSpPr>
        <p:spPr>
          <a:xfrm>
            <a:off x="1181100" y="4143375"/>
            <a:ext cx="38385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bet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it's going to be sunny tomorrow.</a:t>
            </a:r>
          </a:p>
        </p:txBody>
      </p:sp>
      <p:sp>
        <p:nvSpPr>
          <p:cNvPr id="33" name=""/>
          <p:cNvSpPr txBox="1"/>
          <p:nvPr/>
        </p:nvSpPr>
        <p:spPr>
          <a:xfrm>
            <a:off x="762000" y="44005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34" name=""/>
          <p:cNvSpPr txBox="1"/>
          <p:nvPr/>
        </p:nvSpPr>
        <p:spPr>
          <a:xfrm>
            <a:off x="1181100" y="4381500"/>
            <a:ext cx="33242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bet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that restaurant is crowded.</a:t>
            </a:r>
          </a:p>
        </p:txBody>
      </p:sp>
      <p:sp>
        <p:nvSpPr>
          <p:cNvPr id="35" name=""/>
          <p:cNvSpPr/>
          <p:nvPr/>
        </p:nvSpPr>
        <p:spPr>
          <a:xfrm>
            <a:off x="762000" y="4848225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36" name=""/>
          <p:cNvSpPr txBox="1"/>
          <p:nvPr/>
        </p:nvSpPr>
        <p:spPr>
          <a:xfrm>
            <a:off x="762000" y="4972050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9</a:t>
            </a:r>
          </a:p>
        </p:txBody>
      </p:sp>
      <p:sp>
        <p:nvSpPr>
          <p:cNvPr id="37" name=""/>
          <p:cNvSpPr txBox="1"/>
          <p:nvPr/>
        </p:nvSpPr>
        <p:spPr>
          <a:xfrm>
            <a:off x="990600" y="4972050"/>
            <a:ext cx="18954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I'm trying to </a:t>
            </a:r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38" name=""/>
          <p:cNvSpPr txBox="1"/>
          <p:nvPr/>
        </p:nvSpPr>
        <p:spPr>
          <a:xfrm>
            <a:off x="2457450" y="4972050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〇〇しようとしている</a:t>
            </a:r>
          </a:p>
        </p:txBody>
      </p:sp>
      <p:sp>
        <p:nvSpPr>
          <p:cNvPr id="39" name=""/>
          <p:cNvSpPr txBox="1"/>
          <p:nvPr/>
        </p:nvSpPr>
        <p:spPr>
          <a:xfrm>
            <a:off x="762000" y="53149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40" name=""/>
          <p:cNvSpPr txBox="1"/>
          <p:nvPr/>
        </p:nvSpPr>
        <p:spPr>
          <a:xfrm>
            <a:off x="1181100" y="5295900"/>
            <a:ext cx="26479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trying to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lose weight.</a:t>
            </a:r>
          </a:p>
        </p:txBody>
      </p:sp>
      <p:sp>
        <p:nvSpPr>
          <p:cNvPr id="41" name=""/>
          <p:cNvSpPr txBox="1"/>
          <p:nvPr/>
        </p:nvSpPr>
        <p:spPr>
          <a:xfrm>
            <a:off x="762000" y="555307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42" name=""/>
          <p:cNvSpPr txBox="1"/>
          <p:nvPr/>
        </p:nvSpPr>
        <p:spPr>
          <a:xfrm>
            <a:off x="1181100" y="5534025"/>
            <a:ext cx="20764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trying to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sleep.</a:t>
            </a:r>
          </a:p>
        </p:txBody>
      </p:sp>
      <p:sp>
        <p:nvSpPr>
          <p:cNvPr id="43" name=""/>
          <p:cNvSpPr txBox="1"/>
          <p:nvPr/>
        </p:nvSpPr>
        <p:spPr>
          <a:xfrm>
            <a:off x="762000" y="579120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44" name=""/>
          <p:cNvSpPr txBox="1"/>
          <p:nvPr/>
        </p:nvSpPr>
        <p:spPr>
          <a:xfrm>
            <a:off x="1181100" y="5772150"/>
            <a:ext cx="2847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trying to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wake up early.</a:t>
            </a:r>
          </a:p>
        </p:txBody>
      </p:sp>
      <p:sp>
        <p:nvSpPr>
          <p:cNvPr id="45" name=""/>
          <p:cNvSpPr txBox="1"/>
          <p:nvPr/>
        </p:nvSpPr>
        <p:spPr>
          <a:xfrm>
            <a:off x="762000" y="60388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46" name=""/>
          <p:cNvSpPr txBox="1"/>
          <p:nvPr/>
        </p:nvSpPr>
        <p:spPr>
          <a:xfrm>
            <a:off x="1181100" y="6019800"/>
            <a:ext cx="3848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trying to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speak English every day.</a:t>
            </a:r>
          </a:p>
        </p:txBody>
      </p:sp>
      <p:sp>
        <p:nvSpPr>
          <p:cNvPr id="47" name=""/>
          <p:cNvSpPr txBox="1"/>
          <p:nvPr/>
        </p:nvSpPr>
        <p:spPr>
          <a:xfrm>
            <a:off x="762000" y="627697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48" name=""/>
          <p:cNvSpPr txBox="1"/>
          <p:nvPr/>
        </p:nvSpPr>
        <p:spPr>
          <a:xfrm>
            <a:off x="1181100" y="6257925"/>
            <a:ext cx="20955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trying to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focus.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