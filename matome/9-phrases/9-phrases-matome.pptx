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
		
		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presProps" Target="presProps.xml"/><Relationship Id="rId2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838200" y="1571625"/>
            <a:ext cx="17716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C8417F"/>
                </a:solidFill>
                <a:latin typeface="Noto Sans JP"/>
                <a:ea typeface="Noto Sans JP"/>
              </a:rPr>
              <a:t>動画のおさらい</a:t>
            </a:r>
          </a:p>
        </p:txBody>
      </p:sp>
      <p:sp>
        <p:nvSpPr>
          <p:cNvPr id="4" name=""/>
          <p:cNvSpPr txBox="1"/>
          <p:nvPr/>
        </p:nvSpPr>
        <p:spPr>
          <a:xfrm>
            <a:off x="838200" y="1952625"/>
            <a:ext cx="6781800" cy="942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5100" b="1">
                <a:solidFill>
                  <a:srgbClr val="1E1A1C"/>
                </a:solidFill>
                <a:latin typeface="Noto Sans JP"/>
                <a:ea typeface="Noto Sans JP"/>
              </a:rPr>
              <a:t>日常英会話フレーズ</a:t>
            </a:r>
          </a:p>
        </p:txBody>
      </p:sp>
      <p:sp>
        <p:nvSpPr>
          <p:cNvPr id="5" name=""/>
          <p:cNvSpPr txBox="1"/>
          <p:nvPr/>
        </p:nvSpPr>
        <p:spPr>
          <a:xfrm>
            <a:off x="838200" y="2762250"/>
            <a:ext cx="1562100" cy="12763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9000" b="1">
                <a:solidFill>
                  <a:srgbClr val="1E1A1C"/>
                </a:solidFill>
                <a:latin typeface="Arial"/>
                <a:ea typeface="Arial"/>
              </a:rPr>
              <a:t>9</a:t>
            </a:r>
            <a:pPr/>
            <a:r>
              <a:rPr sz="5100" b="1">
                <a:solidFill>
                  <a:srgbClr val="1E1A1C"/>
                </a:solidFill>
                <a:latin typeface="Noto Sans JP"/>
                <a:ea typeface="Noto Sans JP"/>
              </a:rPr>
              <a:t>選</a:t>
            </a:r>
          </a:p>
        </p:txBody>
      </p:sp>
      <p:sp>
        <p:nvSpPr>
          <p:cNvPr id="6" name=""/>
          <p:cNvSpPr txBox="1"/>
          <p:nvPr/>
        </p:nvSpPr>
        <p:spPr>
          <a:xfrm>
            <a:off x="2247900" y="3048000"/>
            <a:ext cx="2352675" cy="942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5100" b="1">
                <a:solidFill>
                  <a:srgbClr val="1E1A1C"/>
                </a:solidFill>
                <a:highlight>
                  <a:srgbClr val="F9D3E3"/>
                </a:highlight>
                <a:latin typeface="Noto Sans JP"/>
                <a:ea typeface="Noto Sans JP"/>
              </a:rPr>
              <a:t>まとめ</a:t>
            </a:r>
          </a:p>
        </p:txBody>
      </p:sp>
      <p:sp>
        <p:nvSpPr>
          <p:cNvPr id="7" name=""/>
          <p:cNvSpPr/>
          <p:nvPr/>
        </p:nvSpPr>
        <p:spPr>
          <a:xfrm>
            <a:off x="838200" y="4257675"/>
            <a:ext cx="3429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8" name=""/>
          <p:cNvSpPr txBox="1"/>
          <p:nvPr/>
        </p:nvSpPr>
        <p:spPr>
          <a:xfrm>
            <a:off x="838200" y="4610100"/>
            <a:ext cx="3552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574D52"/>
                </a:solidFill>
                <a:latin typeface="Noto Sans JP"/>
                <a:ea typeface="Noto Sans JP"/>
              </a:rPr>
              <a:t>動画で紹介したフレーズと例文を</a:t>
            </a:r>
          </a:p>
        </p:txBody>
      </p:sp>
      <p:sp>
        <p:nvSpPr>
          <p:cNvPr id="9" name=""/>
          <p:cNvSpPr txBox="1"/>
          <p:nvPr/>
        </p:nvSpPr>
        <p:spPr>
          <a:xfrm>
            <a:off x="838200" y="4962525"/>
            <a:ext cx="402907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574D52"/>
                </a:solidFill>
                <a:latin typeface="Noto Sans JP"/>
                <a:ea typeface="Noto Sans JP"/>
              </a:rPr>
              <a:t>このスライドでまとめて復習しよう！</a:t>
            </a:r>
          </a:p>
        </p:txBody>
      </p:sp>
      <p:sp>
        <p:nvSpPr>
          <p:cNvPr id="10" name=""/>
          <p:cNvSpPr txBox="1"/>
          <p:nvPr/>
        </p:nvSpPr>
        <p:spPr>
          <a:xfrm>
            <a:off x="7715250" y="990600"/>
            <a:ext cx="1285875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9C9196"/>
                </a:solidFill>
                <a:latin typeface="Arial"/>
                <a:ea typeface="Arial"/>
              </a:rPr>
              <a:t>CONTENTS</a:t>
            </a:r>
          </a:p>
        </p:txBody>
      </p:sp>
      <p:sp>
        <p:nvSpPr>
          <p:cNvPr id="11" name=""/>
          <p:cNvSpPr txBox="1"/>
          <p:nvPr/>
        </p:nvSpPr>
        <p:spPr>
          <a:xfrm>
            <a:off x="8058150" y="1352550"/>
            <a:ext cx="1666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I feel like ~ing</a:t>
            </a:r>
          </a:p>
        </p:txBody>
      </p:sp>
      <p:sp>
        <p:nvSpPr>
          <p:cNvPr id="12" name=""/>
          <p:cNvSpPr txBox="1"/>
          <p:nvPr/>
        </p:nvSpPr>
        <p:spPr>
          <a:xfrm>
            <a:off x="7715250" y="1352550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3" name=""/>
          <p:cNvSpPr/>
          <p:nvPr/>
        </p:nvSpPr>
        <p:spPr>
          <a:xfrm>
            <a:off x="7715250" y="1714500"/>
            <a:ext cx="363855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14" name=""/>
          <p:cNvSpPr txBox="1"/>
          <p:nvPr/>
        </p:nvSpPr>
        <p:spPr>
          <a:xfrm>
            <a:off x="8058150" y="1828800"/>
            <a:ext cx="1285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I used to ~</a:t>
            </a:r>
          </a:p>
        </p:txBody>
      </p:sp>
      <p:sp>
        <p:nvSpPr>
          <p:cNvPr id="15" name=""/>
          <p:cNvSpPr txBox="1"/>
          <p:nvPr/>
        </p:nvSpPr>
        <p:spPr>
          <a:xfrm>
            <a:off x="7715250" y="1828800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6" name=""/>
          <p:cNvSpPr/>
          <p:nvPr/>
        </p:nvSpPr>
        <p:spPr>
          <a:xfrm>
            <a:off x="7715250" y="2190750"/>
            <a:ext cx="363855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17" name=""/>
          <p:cNvSpPr txBox="1"/>
          <p:nvPr/>
        </p:nvSpPr>
        <p:spPr>
          <a:xfrm>
            <a:off x="8058150" y="2305050"/>
            <a:ext cx="18192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I should have ~</a:t>
            </a:r>
          </a:p>
        </p:txBody>
      </p:sp>
      <p:sp>
        <p:nvSpPr>
          <p:cNvPr id="18" name=""/>
          <p:cNvSpPr txBox="1"/>
          <p:nvPr/>
        </p:nvSpPr>
        <p:spPr>
          <a:xfrm>
            <a:off x="7715250" y="2305050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9" name=""/>
          <p:cNvSpPr/>
          <p:nvPr/>
        </p:nvSpPr>
        <p:spPr>
          <a:xfrm>
            <a:off x="7715250" y="2667000"/>
            <a:ext cx="363855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20" name=""/>
          <p:cNvSpPr txBox="1"/>
          <p:nvPr/>
        </p:nvSpPr>
        <p:spPr>
          <a:xfrm>
            <a:off x="8058150" y="2781300"/>
            <a:ext cx="20669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Do you wanna ~?</a:t>
            </a:r>
          </a:p>
        </p:txBody>
      </p:sp>
      <p:sp>
        <p:nvSpPr>
          <p:cNvPr id="21" name=""/>
          <p:cNvSpPr txBox="1"/>
          <p:nvPr/>
        </p:nvSpPr>
        <p:spPr>
          <a:xfrm>
            <a:off x="7715250" y="2781300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22" name=""/>
          <p:cNvSpPr/>
          <p:nvPr/>
        </p:nvSpPr>
        <p:spPr>
          <a:xfrm>
            <a:off x="7715250" y="3143250"/>
            <a:ext cx="363855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23" name=""/>
          <p:cNvSpPr txBox="1"/>
          <p:nvPr/>
        </p:nvSpPr>
        <p:spPr>
          <a:xfrm>
            <a:off x="8058150" y="3257550"/>
            <a:ext cx="19431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I'm looking for ~</a:t>
            </a:r>
          </a:p>
        </p:txBody>
      </p:sp>
      <p:sp>
        <p:nvSpPr>
          <p:cNvPr id="24" name=""/>
          <p:cNvSpPr txBox="1"/>
          <p:nvPr/>
        </p:nvSpPr>
        <p:spPr>
          <a:xfrm>
            <a:off x="7715250" y="3257550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5</a:t>
            </a:r>
          </a:p>
        </p:txBody>
      </p:sp>
      <p:sp>
        <p:nvSpPr>
          <p:cNvPr id="25" name=""/>
          <p:cNvSpPr/>
          <p:nvPr/>
        </p:nvSpPr>
        <p:spPr>
          <a:xfrm>
            <a:off x="7715250" y="3619500"/>
            <a:ext cx="363855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26" name=""/>
          <p:cNvSpPr txBox="1"/>
          <p:nvPr/>
        </p:nvSpPr>
        <p:spPr>
          <a:xfrm>
            <a:off x="8058150" y="3733800"/>
            <a:ext cx="11049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I might ~</a:t>
            </a:r>
          </a:p>
        </p:txBody>
      </p:sp>
      <p:sp>
        <p:nvSpPr>
          <p:cNvPr id="27" name=""/>
          <p:cNvSpPr txBox="1"/>
          <p:nvPr/>
        </p:nvSpPr>
        <p:spPr>
          <a:xfrm>
            <a:off x="7715250" y="3733800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6</a:t>
            </a:r>
          </a:p>
        </p:txBody>
      </p:sp>
      <p:sp>
        <p:nvSpPr>
          <p:cNvPr id="28" name=""/>
          <p:cNvSpPr/>
          <p:nvPr/>
        </p:nvSpPr>
        <p:spPr>
          <a:xfrm>
            <a:off x="7715250" y="4095750"/>
            <a:ext cx="363855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29" name=""/>
          <p:cNvSpPr txBox="1"/>
          <p:nvPr/>
        </p:nvSpPr>
        <p:spPr>
          <a:xfrm>
            <a:off x="8058150" y="4210050"/>
            <a:ext cx="2238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Do you mind if I ~?</a:t>
            </a:r>
          </a:p>
        </p:txBody>
      </p:sp>
      <p:sp>
        <p:nvSpPr>
          <p:cNvPr id="30" name=""/>
          <p:cNvSpPr txBox="1"/>
          <p:nvPr/>
        </p:nvSpPr>
        <p:spPr>
          <a:xfrm>
            <a:off x="7715250" y="4210050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7</a:t>
            </a:r>
          </a:p>
        </p:txBody>
      </p:sp>
      <p:sp>
        <p:nvSpPr>
          <p:cNvPr id="31" name=""/>
          <p:cNvSpPr/>
          <p:nvPr/>
        </p:nvSpPr>
        <p:spPr>
          <a:xfrm>
            <a:off x="7715250" y="4572000"/>
            <a:ext cx="363855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32" name=""/>
          <p:cNvSpPr txBox="1"/>
          <p:nvPr/>
        </p:nvSpPr>
        <p:spPr>
          <a:xfrm>
            <a:off x="8058150" y="4686300"/>
            <a:ext cx="8001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I bet ~</a:t>
            </a:r>
          </a:p>
        </p:txBody>
      </p:sp>
      <p:sp>
        <p:nvSpPr>
          <p:cNvPr id="33" name=""/>
          <p:cNvSpPr txBox="1"/>
          <p:nvPr/>
        </p:nvSpPr>
        <p:spPr>
          <a:xfrm>
            <a:off x="7715250" y="4686300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8</a:t>
            </a:r>
          </a:p>
        </p:txBody>
      </p:sp>
      <p:sp>
        <p:nvSpPr>
          <p:cNvPr id="34" name=""/>
          <p:cNvSpPr/>
          <p:nvPr/>
        </p:nvSpPr>
        <p:spPr>
          <a:xfrm>
            <a:off x="7715250" y="5048250"/>
            <a:ext cx="363855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35" name=""/>
          <p:cNvSpPr txBox="1"/>
          <p:nvPr/>
        </p:nvSpPr>
        <p:spPr>
          <a:xfrm>
            <a:off x="8058150" y="5162550"/>
            <a:ext cx="1666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I'm trying to ~</a:t>
            </a:r>
          </a:p>
        </p:txBody>
      </p:sp>
      <p:sp>
        <p:nvSpPr>
          <p:cNvPr id="36" name=""/>
          <p:cNvSpPr txBox="1"/>
          <p:nvPr/>
        </p:nvSpPr>
        <p:spPr>
          <a:xfrm>
            <a:off x="7715250" y="5162550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9</a:t>
            </a:r>
          </a:p>
        </p:txBody>
      </p:sp>
      <p:sp>
        <p:nvSpPr>
          <p:cNvPr id="37" name=""/>
          <p:cNvSpPr txBox="1"/>
          <p:nvPr/>
        </p:nvSpPr>
        <p:spPr>
          <a:xfrm>
            <a:off x="7715250" y="5648325"/>
            <a:ext cx="280987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Noto Sans JP"/>
                <a:ea typeface="Noto Sans JP"/>
              </a:rPr>
              <a:t>＋ 練習問題（全45問）と解答つき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762000" y="314325"/>
            <a:ext cx="4191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900" b="1">
                <a:solidFill>
                  <a:srgbClr val="1E1A1C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4" name=""/>
          <p:cNvSpPr txBox="1"/>
          <p:nvPr/>
        </p:nvSpPr>
        <p:spPr>
          <a:xfrm>
            <a:off x="762000" y="1038225"/>
            <a:ext cx="418147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>
                <a:solidFill>
                  <a:srgbClr val="1E1A1C"/>
                </a:solidFill>
                <a:latin typeface="Arial"/>
                <a:ea typeface="Arial"/>
              </a:rPr>
              <a:t>I feel like </a:t>
            </a:r>
            <a:pPr/>
            <a:r>
              <a:rPr sz="4350" b="1">
                <a:solidFill>
                  <a:srgbClr val="C8417F"/>
                </a:solidFill>
                <a:latin typeface="Arial"/>
                <a:ea typeface="Arial"/>
              </a:rPr>
              <a:t>~ing</a:t>
            </a:r>
          </a:p>
        </p:txBody>
      </p:sp>
      <p:sp>
        <p:nvSpPr>
          <p:cNvPr id="5" name=""/>
          <p:cNvSpPr txBox="1"/>
          <p:nvPr/>
        </p:nvSpPr>
        <p:spPr>
          <a:xfrm>
            <a:off x="762000" y="1771650"/>
            <a:ext cx="176212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E1A1C"/>
                </a:solidFill>
                <a:latin typeface="Noto Sans JP"/>
                <a:ea typeface="Noto Sans JP"/>
              </a:rPr>
              <a:t>〇〇な気分</a:t>
            </a:r>
          </a:p>
        </p:txBody>
      </p:sp>
      <p:sp>
        <p:nvSpPr>
          <p:cNvPr id="6" name=""/>
          <p:cNvSpPr/>
          <p:nvPr/>
        </p:nvSpPr>
        <p:spPr>
          <a:xfrm>
            <a:off x="2362200" y="1809750"/>
            <a:ext cx="1362075" cy="342900"/>
          </a:xfrm>
          <a:prstGeom prst="roundRect">
            <a:avLst>
              <a:gd name="adj" fmla="val 50000"/>
            </a:avLst>
          </a:prstGeom>
          <a:solidFill>
            <a:srgbClr val="FCE6EF"/>
          </a:solidFill>
          <a:ln/>
        </p:spPr>
      </p:sp>
      <p:sp>
        <p:nvSpPr>
          <p:cNvPr id="7" name=""/>
          <p:cNvSpPr txBox="1"/>
          <p:nvPr/>
        </p:nvSpPr>
        <p:spPr>
          <a:xfrm>
            <a:off x="2514600" y="1857375"/>
            <a:ext cx="13335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8417F"/>
                </a:solidFill>
                <a:latin typeface="Noto Sans JP"/>
                <a:ea typeface="Noto Sans JP"/>
              </a:rPr>
              <a:t>＋動詞のing形</a:t>
            </a:r>
          </a:p>
        </p:txBody>
      </p:sp>
      <p:sp>
        <p:nvSpPr>
          <p:cNvPr id="8" name=""/>
          <p:cNvSpPr/>
          <p:nvPr/>
        </p:nvSpPr>
        <p:spPr>
          <a:xfrm>
            <a:off x="762000" y="2305050"/>
            <a:ext cx="476250" cy="276225"/>
          </a:xfrm>
          <a:prstGeom prst="roundRect">
            <a:avLst>
              <a:gd name="adj" fmla="val 20690"/>
            </a:avLst>
          </a:prstGeom>
          <a:solidFill>
            <a:srgbClr val="1E1A1C"/>
          </a:solidFill>
          <a:ln/>
        </p:spPr>
      </p:sp>
      <p:sp>
        <p:nvSpPr>
          <p:cNvPr id="9" name=""/>
          <p:cNvSpPr txBox="1"/>
          <p:nvPr/>
        </p:nvSpPr>
        <p:spPr>
          <a:xfrm>
            <a:off x="866775" y="2343150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>
                <a:solidFill>
                  <a:srgbClr val="FFFFFF"/>
                </a:solidFill>
                <a:latin typeface="Noto Sans JP"/>
                <a:ea typeface="Noto Sans JP"/>
              </a:rPr>
              <a:t>否定</a:t>
            </a:r>
          </a:p>
        </p:txBody>
      </p:sp>
      <p:sp>
        <p:nvSpPr>
          <p:cNvPr id="10" name=""/>
          <p:cNvSpPr txBox="1"/>
          <p:nvPr/>
        </p:nvSpPr>
        <p:spPr>
          <a:xfrm>
            <a:off x="1371600" y="2305050"/>
            <a:ext cx="264795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1E1A1C"/>
                </a:solidFill>
                <a:latin typeface="Arial"/>
                <a:ea typeface="Arial"/>
              </a:rPr>
              <a:t>I don't feel like ~ing</a:t>
            </a:r>
          </a:p>
        </p:txBody>
      </p:sp>
      <p:sp>
        <p:nvSpPr>
          <p:cNvPr id="11" name=""/>
          <p:cNvSpPr txBox="1"/>
          <p:nvPr/>
        </p:nvSpPr>
        <p:spPr>
          <a:xfrm>
            <a:off x="3705225" y="2305050"/>
            <a:ext cx="38385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574D52"/>
                </a:solidFill>
                <a:latin typeface="Noto Sans JP"/>
                <a:ea typeface="Noto Sans JP"/>
              </a:rPr>
              <a:t>〇〇な気分ではない・〇〇したくない</a:t>
            </a:r>
          </a:p>
        </p:txBody>
      </p:sp>
      <p:sp>
        <p:nvSpPr>
          <p:cNvPr id="12" name=""/>
          <p:cNvSpPr/>
          <p:nvPr/>
        </p:nvSpPr>
        <p:spPr>
          <a:xfrm>
            <a:off x="762000" y="2790825"/>
            <a:ext cx="10668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762000" y="3362325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1-1</a:t>
            </a:r>
          </a:p>
        </p:txBody>
      </p:sp>
      <p:sp>
        <p:nvSpPr>
          <p:cNvPr id="14" name=""/>
          <p:cNvSpPr txBox="1"/>
          <p:nvPr/>
        </p:nvSpPr>
        <p:spPr>
          <a:xfrm>
            <a:off x="1600200" y="3324225"/>
            <a:ext cx="48101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feel like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500" b="1">
                <a:solidFill>
                  <a:srgbClr val="C8417F"/>
                </a:solidFill>
                <a:latin typeface="Arial"/>
                <a:ea typeface="Arial"/>
              </a:rPr>
              <a:t>eating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pizza today.</a:t>
            </a:r>
          </a:p>
        </p:txBody>
      </p:sp>
      <p:sp>
        <p:nvSpPr>
          <p:cNvPr id="15" name=""/>
          <p:cNvSpPr txBox="1"/>
          <p:nvPr/>
        </p:nvSpPr>
        <p:spPr>
          <a:xfrm>
            <a:off x="7810500" y="3343275"/>
            <a:ext cx="3248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今日ピザを食べたい気分やわ</a:t>
            </a:r>
          </a:p>
        </p:txBody>
      </p:sp>
      <p:sp>
        <p:nvSpPr>
          <p:cNvPr id="16" name=""/>
          <p:cNvSpPr/>
          <p:nvPr/>
        </p:nvSpPr>
        <p:spPr>
          <a:xfrm>
            <a:off x="762000" y="4105275"/>
            <a:ext cx="1066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17" name=""/>
          <p:cNvSpPr txBox="1"/>
          <p:nvPr/>
        </p:nvSpPr>
        <p:spPr>
          <a:xfrm>
            <a:off x="762000" y="4552950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1-2</a:t>
            </a:r>
          </a:p>
        </p:txBody>
      </p:sp>
      <p:sp>
        <p:nvSpPr>
          <p:cNvPr id="18" name=""/>
          <p:cNvSpPr txBox="1"/>
          <p:nvPr/>
        </p:nvSpPr>
        <p:spPr>
          <a:xfrm>
            <a:off x="1600200" y="4514850"/>
            <a:ext cx="53625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don't feel like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500" b="1">
                <a:solidFill>
                  <a:srgbClr val="C8417F"/>
                </a:solidFill>
                <a:latin typeface="Arial"/>
                <a:ea typeface="Arial"/>
              </a:rPr>
              <a:t>going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out today.</a:t>
            </a:r>
          </a:p>
        </p:txBody>
      </p:sp>
      <p:sp>
        <p:nvSpPr>
          <p:cNvPr id="19" name=""/>
          <p:cNvSpPr txBox="1"/>
          <p:nvPr/>
        </p:nvSpPr>
        <p:spPr>
          <a:xfrm>
            <a:off x="7810500" y="4533900"/>
            <a:ext cx="27622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外に出る気にならないわ</a:t>
            </a:r>
          </a:p>
        </p:txBody>
      </p:sp>
      <p:sp>
        <p:nvSpPr>
          <p:cNvPr id="20" name=""/>
          <p:cNvSpPr/>
          <p:nvPr/>
        </p:nvSpPr>
        <p:spPr>
          <a:xfrm>
            <a:off x="762000" y="5295900"/>
            <a:ext cx="1066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21" name=""/>
          <p:cNvSpPr txBox="1"/>
          <p:nvPr/>
        </p:nvSpPr>
        <p:spPr>
          <a:xfrm>
            <a:off x="762000" y="5743575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1-3</a:t>
            </a:r>
          </a:p>
        </p:txBody>
      </p:sp>
      <p:sp>
        <p:nvSpPr>
          <p:cNvPr id="22" name=""/>
          <p:cNvSpPr txBox="1"/>
          <p:nvPr/>
        </p:nvSpPr>
        <p:spPr>
          <a:xfrm>
            <a:off x="1600200" y="5705475"/>
            <a:ext cx="38385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feel like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500" b="1">
                <a:solidFill>
                  <a:srgbClr val="C8417F"/>
                </a:solidFill>
                <a:latin typeface="Arial"/>
                <a:ea typeface="Arial"/>
              </a:rPr>
              <a:t>watching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TV.</a:t>
            </a:r>
          </a:p>
        </p:txBody>
      </p:sp>
      <p:sp>
        <p:nvSpPr>
          <p:cNvPr id="23" name=""/>
          <p:cNvSpPr txBox="1"/>
          <p:nvPr/>
        </p:nvSpPr>
        <p:spPr>
          <a:xfrm>
            <a:off x="7810500" y="5734050"/>
            <a:ext cx="30099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今日はテレビを見たい気分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762000" y="314325"/>
            <a:ext cx="4191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900" b="1">
                <a:solidFill>
                  <a:srgbClr val="1E1A1C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4" name=""/>
          <p:cNvSpPr txBox="1"/>
          <p:nvPr/>
        </p:nvSpPr>
        <p:spPr>
          <a:xfrm>
            <a:off x="762000" y="1038225"/>
            <a:ext cx="319087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>
                <a:solidFill>
                  <a:srgbClr val="1E1A1C"/>
                </a:solidFill>
                <a:latin typeface="Arial"/>
                <a:ea typeface="Arial"/>
              </a:rPr>
              <a:t>I used to </a:t>
            </a:r>
            <a:pPr/>
            <a:r>
              <a:rPr sz="43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</a:p>
        </p:txBody>
      </p:sp>
      <p:sp>
        <p:nvSpPr>
          <p:cNvPr id="5" name=""/>
          <p:cNvSpPr txBox="1"/>
          <p:nvPr/>
        </p:nvSpPr>
        <p:spPr>
          <a:xfrm>
            <a:off x="762000" y="1771650"/>
            <a:ext cx="24003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E1A1C"/>
                </a:solidFill>
                <a:latin typeface="Noto Sans JP"/>
                <a:ea typeface="Noto Sans JP"/>
              </a:rPr>
              <a:t>昔は〇〇してた</a:t>
            </a:r>
          </a:p>
        </p:txBody>
      </p:sp>
      <p:sp>
        <p:nvSpPr>
          <p:cNvPr id="6" name=""/>
          <p:cNvSpPr/>
          <p:nvPr/>
        </p:nvSpPr>
        <p:spPr>
          <a:xfrm>
            <a:off x="2924175" y="1809750"/>
            <a:ext cx="1276350" cy="342900"/>
          </a:xfrm>
          <a:prstGeom prst="roundRect">
            <a:avLst>
              <a:gd name="adj" fmla="val 50000"/>
            </a:avLst>
          </a:prstGeom>
          <a:solidFill>
            <a:srgbClr val="FCE6EF"/>
          </a:solidFill>
          <a:ln/>
        </p:spPr>
      </p:sp>
      <p:sp>
        <p:nvSpPr>
          <p:cNvPr id="7" name=""/>
          <p:cNvSpPr txBox="1"/>
          <p:nvPr/>
        </p:nvSpPr>
        <p:spPr>
          <a:xfrm>
            <a:off x="3076575" y="1857375"/>
            <a:ext cx="12287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8417F"/>
                </a:solidFill>
                <a:latin typeface="Noto Sans JP"/>
                <a:ea typeface="Noto Sans JP"/>
              </a:rPr>
              <a:t>＋動詞の原形</a:t>
            </a:r>
          </a:p>
        </p:txBody>
      </p:sp>
      <p:sp>
        <p:nvSpPr>
          <p:cNvPr id="8" name=""/>
          <p:cNvSpPr/>
          <p:nvPr/>
        </p:nvSpPr>
        <p:spPr>
          <a:xfrm>
            <a:off x="762000" y="2400300"/>
            <a:ext cx="10668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9" name=""/>
          <p:cNvSpPr txBox="1"/>
          <p:nvPr/>
        </p:nvSpPr>
        <p:spPr>
          <a:xfrm>
            <a:off x="762000" y="3038475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2-1</a:t>
            </a:r>
          </a:p>
        </p:txBody>
      </p:sp>
      <p:sp>
        <p:nvSpPr>
          <p:cNvPr id="10" name=""/>
          <p:cNvSpPr txBox="1"/>
          <p:nvPr/>
        </p:nvSpPr>
        <p:spPr>
          <a:xfrm>
            <a:off x="1600200" y="3000375"/>
            <a:ext cx="42767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used to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500" b="1">
                <a:solidFill>
                  <a:srgbClr val="C8417F"/>
                </a:solidFill>
                <a:latin typeface="Arial"/>
                <a:ea typeface="Arial"/>
              </a:rPr>
              <a:t>play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basketball.</a:t>
            </a:r>
          </a:p>
        </p:txBody>
      </p:sp>
      <p:sp>
        <p:nvSpPr>
          <p:cNvPr id="11" name=""/>
          <p:cNvSpPr txBox="1"/>
          <p:nvPr/>
        </p:nvSpPr>
        <p:spPr>
          <a:xfrm>
            <a:off x="7810500" y="3019425"/>
            <a:ext cx="22764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バスケ昔やっていた</a:t>
            </a:r>
          </a:p>
        </p:txBody>
      </p:sp>
      <p:sp>
        <p:nvSpPr>
          <p:cNvPr id="12" name=""/>
          <p:cNvSpPr/>
          <p:nvPr/>
        </p:nvSpPr>
        <p:spPr>
          <a:xfrm>
            <a:off x="762000" y="3848100"/>
            <a:ext cx="1066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13" name=""/>
          <p:cNvSpPr txBox="1"/>
          <p:nvPr/>
        </p:nvSpPr>
        <p:spPr>
          <a:xfrm>
            <a:off x="762000" y="4352925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2-2</a:t>
            </a:r>
          </a:p>
        </p:txBody>
      </p:sp>
      <p:sp>
        <p:nvSpPr>
          <p:cNvPr id="14" name=""/>
          <p:cNvSpPr txBox="1"/>
          <p:nvPr/>
        </p:nvSpPr>
        <p:spPr>
          <a:xfrm>
            <a:off x="1600200" y="4324350"/>
            <a:ext cx="28765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used to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500" b="1">
                <a:solidFill>
                  <a:srgbClr val="C8417F"/>
                </a:solidFill>
                <a:latin typeface="Arial"/>
                <a:ea typeface="Arial"/>
              </a:rPr>
              <a:t>smoke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.</a:t>
            </a:r>
          </a:p>
        </p:txBody>
      </p:sp>
      <p:sp>
        <p:nvSpPr>
          <p:cNvPr id="15" name=""/>
          <p:cNvSpPr txBox="1"/>
          <p:nvPr/>
        </p:nvSpPr>
        <p:spPr>
          <a:xfrm>
            <a:off x="7810500" y="4343400"/>
            <a:ext cx="22764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昔はタバコ吸ってた</a:t>
            </a:r>
          </a:p>
        </p:txBody>
      </p:sp>
      <p:sp>
        <p:nvSpPr>
          <p:cNvPr id="16" name=""/>
          <p:cNvSpPr/>
          <p:nvPr/>
        </p:nvSpPr>
        <p:spPr>
          <a:xfrm>
            <a:off x="762000" y="5162550"/>
            <a:ext cx="1066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17" name=""/>
          <p:cNvSpPr txBox="1"/>
          <p:nvPr/>
        </p:nvSpPr>
        <p:spPr>
          <a:xfrm>
            <a:off x="762000" y="5676900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2-3</a:t>
            </a:r>
          </a:p>
        </p:txBody>
      </p:sp>
      <p:sp>
        <p:nvSpPr>
          <p:cNvPr id="18" name=""/>
          <p:cNvSpPr txBox="1"/>
          <p:nvPr/>
        </p:nvSpPr>
        <p:spPr>
          <a:xfrm>
            <a:off x="1600200" y="5648325"/>
            <a:ext cx="44862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used to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500" b="1">
                <a:solidFill>
                  <a:srgbClr val="C8417F"/>
                </a:solidFill>
                <a:latin typeface="Arial"/>
                <a:ea typeface="Arial"/>
              </a:rPr>
              <a:t>work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late </a:t>
            </a:r>
            <a:pPr/>
            <a:r>
              <a:rPr sz="2500" b="1">
                <a:solidFill>
                  <a:srgbClr val="9C9196"/>
                </a:solidFill>
                <a:latin typeface="Arial"/>
                <a:ea typeface="Arial"/>
              </a:rPr>
              <a:t>(often)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.</a:t>
            </a:r>
          </a:p>
        </p:txBody>
      </p:sp>
      <p:sp>
        <p:nvSpPr>
          <p:cNvPr id="19" name=""/>
          <p:cNvSpPr txBox="1"/>
          <p:nvPr/>
        </p:nvSpPr>
        <p:spPr>
          <a:xfrm>
            <a:off x="7810500" y="5667375"/>
            <a:ext cx="22764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昔はよく残業してた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762000" y="314325"/>
            <a:ext cx="4191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900" b="1">
                <a:solidFill>
                  <a:srgbClr val="1E1A1C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4" name=""/>
          <p:cNvSpPr txBox="1"/>
          <p:nvPr/>
        </p:nvSpPr>
        <p:spPr>
          <a:xfrm>
            <a:off x="762000" y="1038225"/>
            <a:ext cx="460057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>
                <a:solidFill>
                  <a:srgbClr val="1E1A1C"/>
                </a:solidFill>
                <a:latin typeface="Arial"/>
                <a:ea typeface="Arial"/>
              </a:rPr>
              <a:t>I should have </a:t>
            </a:r>
            <a:pPr/>
            <a:r>
              <a:rPr sz="43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</a:p>
        </p:txBody>
      </p:sp>
      <p:sp>
        <p:nvSpPr>
          <p:cNvPr id="5" name=""/>
          <p:cNvSpPr txBox="1"/>
          <p:nvPr/>
        </p:nvSpPr>
        <p:spPr>
          <a:xfrm>
            <a:off x="762000" y="1771650"/>
            <a:ext cx="340042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E1A1C"/>
                </a:solidFill>
                <a:latin typeface="Noto Sans JP"/>
                <a:ea typeface="Noto Sans JP"/>
              </a:rPr>
              <a:t>〇〇しとけばよかった</a:t>
            </a:r>
          </a:p>
        </p:txBody>
      </p:sp>
      <p:sp>
        <p:nvSpPr>
          <p:cNvPr id="6" name=""/>
          <p:cNvSpPr/>
          <p:nvPr/>
        </p:nvSpPr>
        <p:spPr>
          <a:xfrm>
            <a:off x="3790950" y="1809750"/>
            <a:ext cx="1114425" cy="342900"/>
          </a:xfrm>
          <a:prstGeom prst="roundRect">
            <a:avLst>
              <a:gd name="adj" fmla="val 50000"/>
            </a:avLst>
          </a:prstGeom>
          <a:solidFill>
            <a:srgbClr val="FCE6EF"/>
          </a:solidFill>
          <a:ln/>
        </p:spPr>
      </p:sp>
      <p:sp>
        <p:nvSpPr>
          <p:cNvPr id="7" name=""/>
          <p:cNvSpPr txBox="1"/>
          <p:nvPr/>
        </p:nvSpPr>
        <p:spPr>
          <a:xfrm>
            <a:off x="3943350" y="1857375"/>
            <a:ext cx="1047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8417F"/>
                </a:solidFill>
                <a:latin typeface="Noto Sans JP"/>
                <a:ea typeface="Noto Sans JP"/>
              </a:rPr>
              <a:t>＋過去分詞</a:t>
            </a:r>
          </a:p>
        </p:txBody>
      </p:sp>
      <p:sp>
        <p:nvSpPr>
          <p:cNvPr id="8" name=""/>
          <p:cNvSpPr/>
          <p:nvPr/>
        </p:nvSpPr>
        <p:spPr>
          <a:xfrm>
            <a:off x="762000" y="2305050"/>
            <a:ext cx="476250" cy="276225"/>
          </a:xfrm>
          <a:prstGeom prst="roundRect">
            <a:avLst>
              <a:gd name="adj" fmla="val 20690"/>
            </a:avLst>
          </a:prstGeom>
          <a:solidFill>
            <a:srgbClr val="1E1A1C"/>
          </a:solidFill>
          <a:ln/>
        </p:spPr>
      </p:sp>
      <p:sp>
        <p:nvSpPr>
          <p:cNvPr id="9" name=""/>
          <p:cNvSpPr txBox="1"/>
          <p:nvPr/>
        </p:nvSpPr>
        <p:spPr>
          <a:xfrm>
            <a:off x="866775" y="2343150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>
                <a:solidFill>
                  <a:srgbClr val="FFFFFF"/>
                </a:solidFill>
                <a:latin typeface="Noto Sans JP"/>
                <a:ea typeface="Noto Sans JP"/>
              </a:rPr>
              <a:t>否定</a:t>
            </a:r>
          </a:p>
        </p:txBody>
      </p:sp>
      <p:sp>
        <p:nvSpPr>
          <p:cNvPr id="10" name=""/>
          <p:cNvSpPr txBox="1"/>
          <p:nvPr/>
        </p:nvSpPr>
        <p:spPr>
          <a:xfrm>
            <a:off x="1371600" y="2305050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1E1A1C"/>
                </a:solidFill>
                <a:latin typeface="Arial"/>
                <a:ea typeface="Arial"/>
              </a:rPr>
              <a:t>I shouldn't have ~</a:t>
            </a:r>
          </a:p>
        </p:txBody>
      </p:sp>
      <p:sp>
        <p:nvSpPr>
          <p:cNvPr id="11" name=""/>
          <p:cNvSpPr txBox="1"/>
          <p:nvPr/>
        </p:nvSpPr>
        <p:spPr>
          <a:xfrm>
            <a:off x="3505200" y="2305050"/>
            <a:ext cx="25241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574D52"/>
                </a:solidFill>
                <a:latin typeface="Noto Sans JP"/>
                <a:ea typeface="Noto Sans JP"/>
              </a:rPr>
              <a:t>〇〇しなければよかった</a:t>
            </a:r>
          </a:p>
        </p:txBody>
      </p:sp>
      <p:sp>
        <p:nvSpPr>
          <p:cNvPr id="12" name=""/>
          <p:cNvSpPr/>
          <p:nvPr/>
        </p:nvSpPr>
        <p:spPr>
          <a:xfrm>
            <a:off x="762000" y="2790825"/>
            <a:ext cx="10668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762000" y="3362325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3-1</a:t>
            </a:r>
          </a:p>
        </p:txBody>
      </p:sp>
      <p:sp>
        <p:nvSpPr>
          <p:cNvPr id="14" name=""/>
          <p:cNvSpPr txBox="1"/>
          <p:nvPr/>
        </p:nvSpPr>
        <p:spPr>
          <a:xfrm>
            <a:off x="1600200" y="3181350"/>
            <a:ext cx="37623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should have</a:t>
            </a:r>
            <a:pPr/>
            <a:r>
              <a:rPr sz="22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200" b="1">
                <a:solidFill>
                  <a:srgbClr val="C8417F"/>
                </a:solidFill>
                <a:latin typeface="Arial"/>
                <a:ea typeface="Arial"/>
              </a:rPr>
              <a:t>left</a:t>
            </a:r>
            <a:pPr/>
            <a:r>
              <a:rPr sz="2200" b="1">
                <a:solidFill>
                  <a:srgbClr val="1E1A1C"/>
                </a:solidFill>
                <a:latin typeface="Arial"/>
                <a:ea typeface="Arial"/>
              </a:rPr>
              <a:t> earlier.</a:t>
            </a:r>
          </a:p>
        </p:txBody>
      </p:sp>
      <p:sp>
        <p:nvSpPr>
          <p:cNvPr id="15" name=""/>
          <p:cNvSpPr txBox="1"/>
          <p:nvPr/>
        </p:nvSpPr>
        <p:spPr>
          <a:xfrm>
            <a:off x="1600200" y="3552825"/>
            <a:ext cx="31813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574D52"/>
                </a:solidFill>
                <a:latin typeface="Noto Sans JP"/>
                <a:ea typeface="Noto Sans JP"/>
              </a:rPr>
              <a:t>もっとはやく出とけばよかった</a:t>
            </a:r>
          </a:p>
        </p:txBody>
      </p:sp>
      <p:sp>
        <p:nvSpPr>
          <p:cNvPr id="16" name=""/>
          <p:cNvSpPr/>
          <p:nvPr/>
        </p:nvSpPr>
        <p:spPr>
          <a:xfrm>
            <a:off x="762000" y="4105275"/>
            <a:ext cx="61341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17" name=""/>
          <p:cNvSpPr txBox="1"/>
          <p:nvPr/>
        </p:nvSpPr>
        <p:spPr>
          <a:xfrm>
            <a:off x="762000" y="4552950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3-2</a:t>
            </a:r>
          </a:p>
        </p:txBody>
      </p:sp>
      <p:sp>
        <p:nvSpPr>
          <p:cNvPr id="18" name=""/>
          <p:cNvSpPr txBox="1"/>
          <p:nvPr/>
        </p:nvSpPr>
        <p:spPr>
          <a:xfrm>
            <a:off x="1600200" y="4371975"/>
            <a:ext cx="40481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should have</a:t>
            </a:r>
            <a:pPr/>
            <a:r>
              <a:rPr sz="22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200" b="1">
                <a:solidFill>
                  <a:srgbClr val="C8417F"/>
                </a:solidFill>
                <a:latin typeface="Arial"/>
                <a:ea typeface="Arial"/>
              </a:rPr>
              <a:t>bought</a:t>
            </a:r>
            <a:pPr/>
            <a:r>
              <a:rPr sz="2200" b="1">
                <a:solidFill>
                  <a:srgbClr val="1E1A1C"/>
                </a:solidFill>
                <a:latin typeface="Arial"/>
                <a:ea typeface="Arial"/>
              </a:rPr>
              <a:t> that.</a:t>
            </a:r>
          </a:p>
        </p:txBody>
      </p:sp>
      <p:sp>
        <p:nvSpPr>
          <p:cNvPr id="19" name=""/>
          <p:cNvSpPr txBox="1"/>
          <p:nvPr/>
        </p:nvSpPr>
        <p:spPr>
          <a:xfrm>
            <a:off x="1600200" y="4743450"/>
            <a:ext cx="25241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574D52"/>
                </a:solidFill>
                <a:latin typeface="Noto Sans JP"/>
                <a:ea typeface="Noto Sans JP"/>
              </a:rPr>
              <a:t>あれ買えばよかったのに</a:t>
            </a:r>
          </a:p>
        </p:txBody>
      </p:sp>
      <p:sp>
        <p:nvSpPr>
          <p:cNvPr id="20" name=""/>
          <p:cNvSpPr/>
          <p:nvPr/>
        </p:nvSpPr>
        <p:spPr>
          <a:xfrm>
            <a:off x="762000" y="5295900"/>
            <a:ext cx="61341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21" name=""/>
          <p:cNvSpPr txBox="1"/>
          <p:nvPr/>
        </p:nvSpPr>
        <p:spPr>
          <a:xfrm>
            <a:off x="762000" y="5743575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3-3</a:t>
            </a:r>
          </a:p>
        </p:txBody>
      </p:sp>
      <p:sp>
        <p:nvSpPr>
          <p:cNvPr id="22" name=""/>
          <p:cNvSpPr txBox="1"/>
          <p:nvPr/>
        </p:nvSpPr>
        <p:spPr>
          <a:xfrm>
            <a:off x="1600200" y="5562600"/>
            <a:ext cx="39624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shouldn't have</a:t>
            </a:r>
            <a:pPr/>
            <a:r>
              <a:rPr sz="22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200" b="1">
                <a:solidFill>
                  <a:srgbClr val="C8417F"/>
                </a:solidFill>
                <a:latin typeface="Arial"/>
                <a:ea typeface="Arial"/>
              </a:rPr>
              <a:t>said</a:t>
            </a:r>
            <a:pPr/>
            <a:r>
              <a:rPr sz="2200" b="1">
                <a:solidFill>
                  <a:srgbClr val="1E1A1C"/>
                </a:solidFill>
                <a:latin typeface="Arial"/>
                <a:ea typeface="Arial"/>
              </a:rPr>
              <a:t> that.</a:t>
            </a:r>
          </a:p>
        </p:txBody>
      </p:sp>
      <p:sp>
        <p:nvSpPr>
          <p:cNvPr id="23" name=""/>
          <p:cNvSpPr txBox="1"/>
          <p:nvPr/>
        </p:nvSpPr>
        <p:spPr>
          <a:xfrm>
            <a:off x="1600200" y="5934075"/>
            <a:ext cx="29622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574D52"/>
                </a:solidFill>
                <a:latin typeface="Noto Sans JP"/>
                <a:ea typeface="Noto Sans JP"/>
              </a:rPr>
              <a:t>言わんかったらよかったのに</a:t>
            </a:r>
          </a:p>
        </p:txBody>
      </p:sp>
      <p:sp>
        <p:nvSpPr>
          <p:cNvPr id="24" name=""/>
          <p:cNvSpPr/>
          <p:nvPr/>
        </p:nvSpPr>
        <p:spPr>
          <a:xfrm>
            <a:off x="7239000" y="3114675"/>
            <a:ext cx="4191000" cy="3362325"/>
          </a:xfrm>
          <a:prstGeom prst="roundRect">
            <a:avLst>
              <a:gd name="adj" fmla="val 5666"/>
            </a:avLst>
          </a:prstGeom>
          <a:solidFill>
            <a:srgbClr val="FFFFFF"/>
          </a:solidFill>
          <a:ln w="19050">
            <a:solidFill>
              <a:srgbClr val="F2D5E1"/>
            </a:solidFill>
            <a:prstDash val="solid"/>
          </a:ln>
        </p:spPr>
      </p:sp>
      <p:sp>
        <p:nvSpPr>
          <p:cNvPr id="25" name=""/>
          <p:cNvSpPr txBox="1"/>
          <p:nvPr/>
        </p:nvSpPr>
        <p:spPr>
          <a:xfrm>
            <a:off x="8096250" y="3362325"/>
            <a:ext cx="240030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1E1A1C"/>
                </a:solidFill>
                <a:latin typeface="Noto Sans JP"/>
                <a:ea typeface="Noto Sans JP"/>
              </a:rPr>
              <a:t>ケーキで比べてみよう</a:t>
            </a:r>
          </a:p>
        </p:txBody>
      </p:sp>
      <p:sp>
        <p:nvSpPr>
          <p:cNvPr id="26" name=""/>
          <p:cNvSpPr/>
          <p:nvPr/>
        </p:nvSpPr>
        <p:spPr>
          <a:xfrm>
            <a:off x="7524750" y="3362325"/>
            <a:ext cx="476250" cy="276225"/>
          </a:xfrm>
          <a:prstGeom prst="roundRect">
            <a:avLst>
              <a:gd name="adj" fmla="val 20690"/>
            </a:avLst>
          </a:prstGeom>
          <a:solidFill>
            <a:srgbClr val="C8417F"/>
          </a:solidFill>
          <a:ln/>
        </p:spPr>
      </p:sp>
      <p:sp>
        <p:nvSpPr>
          <p:cNvPr id="27" name=""/>
          <p:cNvSpPr txBox="1"/>
          <p:nvPr/>
        </p:nvSpPr>
        <p:spPr>
          <a:xfrm>
            <a:off x="7629525" y="3400425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>
                <a:solidFill>
                  <a:srgbClr val="FFFFFF"/>
                </a:solidFill>
                <a:latin typeface="Noto Sans JP"/>
                <a:ea typeface="Noto Sans JP"/>
              </a:rPr>
              <a:t>比較</a:t>
            </a:r>
          </a:p>
        </p:txBody>
      </p:sp>
      <p:sp>
        <p:nvSpPr>
          <p:cNvPr id="28" name=""/>
          <p:cNvSpPr txBox="1"/>
          <p:nvPr/>
        </p:nvSpPr>
        <p:spPr>
          <a:xfrm>
            <a:off x="7524750" y="3781425"/>
            <a:ext cx="33718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I </a:t>
            </a:r>
            <a:pPr/>
            <a:r>
              <a:rPr sz="16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should have</a:t>
            </a:r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 eaten the cake.</a:t>
            </a:r>
          </a:p>
        </p:txBody>
      </p:sp>
      <p:sp>
        <p:nvSpPr>
          <p:cNvPr id="29" name=""/>
          <p:cNvSpPr txBox="1"/>
          <p:nvPr/>
        </p:nvSpPr>
        <p:spPr>
          <a:xfrm>
            <a:off x="7524750" y="4057650"/>
            <a:ext cx="26955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74D52"/>
                </a:solidFill>
                <a:latin typeface="Noto Sans JP"/>
                <a:ea typeface="Noto Sans JP"/>
              </a:rPr>
              <a:t>ケーキを食べておけばよかった</a:t>
            </a:r>
          </a:p>
        </p:txBody>
      </p:sp>
      <p:sp>
        <p:nvSpPr>
          <p:cNvPr id="30" name=""/>
          <p:cNvSpPr txBox="1"/>
          <p:nvPr/>
        </p:nvSpPr>
        <p:spPr>
          <a:xfrm>
            <a:off x="7524750" y="4410075"/>
            <a:ext cx="36385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I </a:t>
            </a:r>
            <a:pPr/>
            <a:r>
              <a:rPr sz="16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shouldn't have</a:t>
            </a:r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 eaten the cake.</a:t>
            </a:r>
          </a:p>
        </p:txBody>
      </p:sp>
      <p:sp>
        <p:nvSpPr>
          <p:cNvPr id="31" name=""/>
          <p:cNvSpPr txBox="1"/>
          <p:nvPr/>
        </p:nvSpPr>
        <p:spPr>
          <a:xfrm>
            <a:off x="7524750" y="4686300"/>
            <a:ext cx="27241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74D52"/>
                </a:solidFill>
                <a:latin typeface="Noto Sans JP"/>
                <a:ea typeface="Noto Sans JP"/>
              </a:rPr>
              <a:t>ケーキを食べなければよかった</a:t>
            </a:r>
          </a:p>
        </p:txBody>
      </p:sp>
      <p:sp>
        <p:nvSpPr>
          <p:cNvPr id="32" name=""/>
          <p:cNvSpPr/>
          <p:nvPr/>
        </p:nvSpPr>
        <p:spPr>
          <a:xfrm>
            <a:off x="7524750" y="5067300"/>
            <a:ext cx="36195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dash"/>
          </a:ln>
        </p:spPr>
      </p:sp>
      <p:sp>
        <p:nvSpPr>
          <p:cNvPr id="33" name=""/>
          <p:cNvSpPr txBox="1"/>
          <p:nvPr/>
        </p:nvSpPr>
        <p:spPr>
          <a:xfrm>
            <a:off x="8096250" y="5210175"/>
            <a:ext cx="240030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1E1A1C"/>
                </a:solidFill>
                <a:latin typeface="Noto Sans JP"/>
                <a:ea typeface="Noto Sans JP"/>
              </a:rPr>
              <a:t>ネイティブはこう言う</a:t>
            </a:r>
          </a:p>
        </p:txBody>
      </p:sp>
      <p:sp>
        <p:nvSpPr>
          <p:cNvPr id="34" name=""/>
          <p:cNvSpPr/>
          <p:nvPr/>
        </p:nvSpPr>
        <p:spPr>
          <a:xfrm>
            <a:off x="7524750" y="5210175"/>
            <a:ext cx="476250" cy="276225"/>
          </a:xfrm>
          <a:prstGeom prst="roundRect">
            <a:avLst>
              <a:gd name="adj" fmla="val 20690"/>
            </a:avLst>
          </a:prstGeom>
          <a:solidFill>
            <a:srgbClr val="C8417F"/>
          </a:solidFill>
          <a:ln/>
        </p:spPr>
      </p:sp>
      <p:sp>
        <p:nvSpPr>
          <p:cNvPr id="35" name=""/>
          <p:cNvSpPr txBox="1"/>
          <p:nvPr/>
        </p:nvSpPr>
        <p:spPr>
          <a:xfrm>
            <a:off x="7629525" y="5248275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>
                <a:solidFill>
                  <a:srgbClr val="FFFFFF"/>
                </a:solidFill>
                <a:latin typeface="Noto Sans JP"/>
                <a:ea typeface="Noto Sans JP"/>
              </a:rPr>
              <a:t>発音</a:t>
            </a:r>
          </a:p>
        </p:txBody>
      </p:sp>
      <p:sp>
        <p:nvSpPr>
          <p:cNvPr id="36" name=""/>
          <p:cNvSpPr/>
          <p:nvPr/>
        </p:nvSpPr>
        <p:spPr>
          <a:xfrm>
            <a:off x="7524750" y="5629275"/>
            <a:ext cx="3619500" cy="523875"/>
          </a:xfrm>
          <a:prstGeom prst="roundRect">
            <a:avLst>
              <a:gd name="adj" fmla="val 25455"/>
            </a:avLst>
          </a:prstGeom>
          <a:solidFill>
            <a:srgbClr val="FCE6EF"/>
          </a:solidFill>
          <a:ln/>
        </p:spPr>
      </p:sp>
      <p:sp>
        <p:nvSpPr>
          <p:cNvPr id="37" name=""/>
          <p:cNvSpPr txBox="1"/>
          <p:nvPr/>
        </p:nvSpPr>
        <p:spPr>
          <a:xfrm>
            <a:off x="7734300" y="5743575"/>
            <a:ext cx="18764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E1A1C"/>
                </a:solidFill>
                <a:latin typeface="Arial"/>
                <a:ea typeface="Arial"/>
              </a:rPr>
              <a:t>should have</a:t>
            </a:r>
          </a:p>
        </p:txBody>
      </p:sp>
      <p:sp>
        <p:nvSpPr>
          <p:cNvPr id="38" name=""/>
          <p:cNvSpPr txBox="1"/>
          <p:nvPr/>
        </p:nvSpPr>
        <p:spPr>
          <a:xfrm>
            <a:off x="9382125" y="5753100"/>
            <a:ext cx="3810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Noto Sans JP"/>
                <a:ea typeface="Noto Sans JP"/>
              </a:rPr>
              <a:t>→</a:t>
            </a:r>
          </a:p>
        </p:txBody>
      </p:sp>
      <p:sp>
        <p:nvSpPr>
          <p:cNvPr id="39" name=""/>
          <p:cNvSpPr txBox="1"/>
          <p:nvPr/>
        </p:nvSpPr>
        <p:spPr>
          <a:xfrm>
            <a:off x="9725025" y="5743575"/>
            <a:ext cx="150495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C8417F"/>
                </a:solidFill>
                <a:latin typeface="Arial"/>
                <a:ea typeface="Arial"/>
              </a:rPr>
              <a:t>should've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762000" y="314325"/>
            <a:ext cx="4191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900" b="1">
                <a:solidFill>
                  <a:srgbClr val="1E1A1C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4" name=""/>
          <p:cNvSpPr txBox="1"/>
          <p:nvPr/>
        </p:nvSpPr>
        <p:spPr>
          <a:xfrm>
            <a:off x="762000" y="1038225"/>
            <a:ext cx="523875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>
                <a:solidFill>
                  <a:srgbClr val="1E1A1C"/>
                </a:solidFill>
                <a:latin typeface="Arial"/>
                <a:ea typeface="Arial"/>
              </a:rPr>
              <a:t>Do you wanna </a:t>
            </a:r>
            <a:pPr/>
            <a:r>
              <a:rPr sz="43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  <a:pPr/>
            <a:r>
              <a:rPr sz="4350" b="1">
                <a:solidFill>
                  <a:srgbClr val="1E1A1C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5" name=""/>
          <p:cNvSpPr txBox="1"/>
          <p:nvPr/>
        </p:nvSpPr>
        <p:spPr>
          <a:xfrm>
            <a:off x="762000" y="1771650"/>
            <a:ext cx="208597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E1A1C"/>
                </a:solidFill>
                <a:latin typeface="Noto Sans JP"/>
                <a:ea typeface="Noto Sans JP"/>
              </a:rPr>
              <a:t>〇〇したい？</a:t>
            </a:r>
          </a:p>
        </p:txBody>
      </p:sp>
      <p:sp>
        <p:nvSpPr>
          <p:cNvPr id="6" name=""/>
          <p:cNvSpPr/>
          <p:nvPr/>
        </p:nvSpPr>
        <p:spPr>
          <a:xfrm>
            <a:off x="2647950" y="1809750"/>
            <a:ext cx="1276350" cy="342900"/>
          </a:xfrm>
          <a:prstGeom prst="roundRect">
            <a:avLst>
              <a:gd name="adj" fmla="val 50000"/>
            </a:avLst>
          </a:prstGeom>
          <a:solidFill>
            <a:srgbClr val="FCE6EF"/>
          </a:solidFill>
          <a:ln/>
        </p:spPr>
      </p:sp>
      <p:sp>
        <p:nvSpPr>
          <p:cNvPr id="7" name=""/>
          <p:cNvSpPr txBox="1"/>
          <p:nvPr/>
        </p:nvSpPr>
        <p:spPr>
          <a:xfrm>
            <a:off x="2800350" y="1857375"/>
            <a:ext cx="12287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8417F"/>
                </a:solidFill>
                <a:latin typeface="Noto Sans JP"/>
                <a:ea typeface="Noto Sans JP"/>
              </a:rPr>
              <a:t>＋動詞の原形</a:t>
            </a:r>
          </a:p>
        </p:txBody>
      </p:sp>
      <p:sp>
        <p:nvSpPr>
          <p:cNvPr id="8" name=""/>
          <p:cNvSpPr/>
          <p:nvPr/>
        </p:nvSpPr>
        <p:spPr>
          <a:xfrm>
            <a:off x="762000" y="2305050"/>
            <a:ext cx="742950" cy="276225"/>
          </a:xfrm>
          <a:prstGeom prst="roundRect">
            <a:avLst>
              <a:gd name="adj" fmla="val 20690"/>
            </a:avLst>
          </a:prstGeom>
          <a:solidFill>
            <a:srgbClr val="C8417F"/>
          </a:solidFill>
          <a:ln/>
        </p:spPr>
      </p:sp>
      <p:sp>
        <p:nvSpPr>
          <p:cNvPr id="9" name=""/>
          <p:cNvSpPr txBox="1"/>
          <p:nvPr/>
        </p:nvSpPr>
        <p:spPr>
          <a:xfrm>
            <a:off x="866775" y="2343150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>
                <a:solidFill>
                  <a:srgbClr val="FFFFFF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10" name=""/>
          <p:cNvSpPr txBox="1"/>
          <p:nvPr/>
        </p:nvSpPr>
        <p:spPr>
          <a:xfrm>
            <a:off x="1638300" y="2305050"/>
            <a:ext cx="2219325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1E1A1C"/>
                </a:solidFill>
                <a:latin typeface="Arial"/>
                <a:ea typeface="Arial"/>
              </a:rPr>
              <a:t>wanna = want to</a:t>
            </a:r>
          </a:p>
        </p:txBody>
      </p:sp>
      <p:sp>
        <p:nvSpPr>
          <p:cNvPr id="11" name=""/>
          <p:cNvSpPr txBox="1"/>
          <p:nvPr/>
        </p:nvSpPr>
        <p:spPr>
          <a:xfrm>
            <a:off x="3600450" y="2305050"/>
            <a:ext cx="27432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574D52"/>
                </a:solidFill>
                <a:latin typeface="Noto Sans JP"/>
                <a:ea typeface="Noto Sans JP"/>
              </a:rPr>
              <a:t>くだけた話し言葉の言い方</a:t>
            </a:r>
          </a:p>
        </p:txBody>
      </p:sp>
      <p:sp>
        <p:nvSpPr>
          <p:cNvPr id="12" name=""/>
          <p:cNvSpPr/>
          <p:nvPr/>
        </p:nvSpPr>
        <p:spPr>
          <a:xfrm>
            <a:off x="762000" y="2790825"/>
            <a:ext cx="10668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762000" y="3362325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4-1</a:t>
            </a:r>
          </a:p>
        </p:txBody>
      </p:sp>
      <p:sp>
        <p:nvSpPr>
          <p:cNvPr id="14" name=""/>
          <p:cNvSpPr txBox="1"/>
          <p:nvPr/>
        </p:nvSpPr>
        <p:spPr>
          <a:xfrm>
            <a:off x="1600200" y="3324225"/>
            <a:ext cx="50292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Do you wanna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500" b="1">
                <a:solidFill>
                  <a:srgbClr val="C8417F"/>
                </a:solidFill>
                <a:latin typeface="Arial"/>
                <a:ea typeface="Arial"/>
              </a:rPr>
              <a:t>eat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out today?</a:t>
            </a:r>
          </a:p>
        </p:txBody>
      </p:sp>
      <p:sp>
        <p:nvSpPr>
          <p:cNvPr id="15" name=""/>
          <p:cNvSpPr txBox="1"/>
          <p:nvPr/>
        </p:nvSpPr>
        <p:spPr>
          <a:xfrm>
            <a:off x="7810500" y="3343275"/>
            <a:ext cx="22574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今日外食せえへん？</a:t>
            </a:r>
          </a:p>
        </p:txBody>
      </p:sp>
      <p:sp>
        <p:nvSpPr>
          <p:cNvPr id="16" name=""/>
          <p:cNvSpPr/>
          <p:nvPr/>
        </p:nvSpPr>
        <p:spPr>
          <a:xfrm>
            <a:off x="762000" y="4105275"/>
            <a:ext cx="1066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17" name=""/>
          <p:cNvSpPr txBox="1"/>
          <p:nvPr/>
        </p:nvSpPr>
        <p:spPr>
          <a:xfrm>
            <a:off x="762000" y="4552950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4-2</a:t>
            </a:r>
          </a:p>
        </p:txBody>
      </p:sp>
      <p:sp>
        <p:nvSpPr>
          <p:cNvPr id="18" name=""/>
          <p:cNvSpPr txBox="1"/>
          <p:nvPr/>
        </p:nvSpPr>
        <p:spPr>
          <a:xfrm>
            <a:off x="1600200" y="4514850"/>
            <a:ext cx="57721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Do you wanna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500" b="1">
                <a:solidFill>
                  <a:srgbClr val="C8417F"/>
                </a:solidFill>
                <a:latin typeface="Arial"/>
                <a:ea typeface="Arial"/>
              </a:rPr>
              <a:t>come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to the party?</a:t>
            </a:r>
          </a:p>
        </p:txBody>
      </p:sp>
      <p:sp>
        <p:nvSpPr>
          <p:cNvPr id="19" name=""/>
          <p:cNvSpPr txBox="1"/>
          <p:nvPr/>
        </p:nvSpPr>
        <p:spPr>
          <a:xfrm>
            <a:off x="7810500" y="4533900"/>
            <a:ext cx="22764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パーティーに来る？</a:t>
            </a:r>
          </a:p>
        </p:txBody>
      </p:sp>
      <p:sp>
        <p:nvSpPr>
          <p:cNvPr id="20" name=""/>
          <p:cNvSpPr/>
          <p:nvPr/>
        </p:nvSpPr>
        <p:spPr>
          <a:xfrm>
            <a:off x="762000" y="5295900"/>
            <a:ext cx="1066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21" name=""/>
          <p:cNvSpPr txBox="1"/>
          <p:nvPr/>
        </p:nvSpPr>
        <p:spPr>
          <a:xfrm>
            <a:off x="762000" y="5743575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4-3</a:t>
            </a:r>
          </a:p>
        </p:txBody>
      </p:sp>
      <p:sp>
        <p:nvSpPr>
          <p:cNvPr id="22" name=""/>
          <p:cNvSpPr txBox="1"/>
          <p:nvPr/>
        </p:nvSpPr>
        <p:spPr>
          <a:xfrm>
            <a:off x="1600200" y="5705475"/>
            <a:ext cx="50577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Do you wanna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500" b="1">
                <a:solidFill>
                  <a:srgbClr val="C8417F"/>
                </a:solidFill>
                <a:latin typeface="Arial"/>
                <a:ea typeface="Arial"/>
              </a:rPr>
              <a:t>eat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ice cream?</a:t>
            </a:r>
          </a:p>
        </p:txBody>
      </p:sp>
      <p:sp>
        <p:nvSpPr>
          <p:cNvPr id="23" name=""/>
          <p:cNvSpPr txBox="1"/>
          <p:nvPr/>
        </p:nvSpPr>
        <p:spPr>
          <a:xfrm>
            <a:off x="7810500" y="5734050"/>
            <a:ext cx="29718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アイスクリーム食べたい？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762000" y="314325"/>
            <a:ext cx="4191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900" b="1">
                <a:solidFill>
                  <a:srgbClr val="1E1A1C"/>
                </a:solidFill>
                <a:latin typeface="Arial"/>
                <a:ea typeface="Arial"/>
              </a:rPr>
              <a:t>5</a:t>
            </a:r>
          </a:p>
        </p:txBody>
      </p:sp>
      <p:sp>
        <p:nvSpPr>
          <p:cNvPr id="4" name=""/>
          <p:cNvSpPr txBox="1"/>
          <p:nvPr/>
        </p:nvSpPr>
        <p:spPr>
          <a:xfrm>
            <a:off x="762000" y="1038225"/>
            <a:ext cx="489585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>
                <a:solidFill>
                  <a:srgbClr val="1E1A1C"/>
                </a:solidFill>
                <a:latin typeface="Arial"/>
                <a:ea typeface="Arial"/>
              </a:rPr>
              <a:t>I'm looking for </a:t>
            </a:r>
            <a:pPr/>
            <a:r>
              <a:rPr sz="43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</a:p>
        </p:txBody>
      </p:sp>
      <p:sp>
        <p:nvSpPr>
          <p:cNvPr id="5" name=""/>
          <p:cNvSpPr txBox="1"/>
          <p:nvPr/>
        </p:nvSpPr>
        <p:spPr>
          <a:xfrm>
            <a:off x="762000" y="1771650"/>
            <a:ext cx="272415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E1A1C"/>
                </a:solidFill>
                <a:latin typeface="Noto Sans JP"/>
                <a:ea typeface="Noto Sans JP"/>
              </a:rPr>
              <a:t>〇〇を探してます</a:t>
            </a:r>
          </a:p>
        </p:txBody>
      </p:sp>
      <p:sp>
        <p:nvSpPr>
          <p:cNvPr id="6" name=""/>
          <p:cNvSpPr/>
          <p:nvPr/>
        </p:nvSpPr>
        <p:spPr>
          <a:xfrm>
            <a:off x="3200400" y="1809750"/>
            <a:ext cx="790575" cy="342900"/>
          </a:xfrm>
          <a:prstGeom prst="roundRect">
            <a:avLst>
              <a:gd name="adj" fmla="val 50000"/>
            </a:avLst>
          </a:prstGeom>
          <a:solidFill>
            <a:srgbClr val="FCE6EF"/>
          </a:solidFill>
          <a:ln/>
        </p:spPr>
      </p:sp>
      <p:sp>
        <p:nvSpPr>
          <p:cNvPr id="7" name=""/>
          <p:cNvSpPr txBox="1"/>
          <p:nvPr/>
        </p:nvSpPr>
        <p:spPr>
          <a:xfrm>
            <a:off x="3352800" y="1857375"/>
            <a:ext cx="6762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8417F"/>
                </a:solidFill>
                <a:latin typeface="Noto Sans JP"/>
                <a:ea typeface="Noto Sans JP"/>
              </a:rPr>
              <a:t>＋名詞</a:t>
            </a:r>
          </a:p>
        </p:txBody>
      </p:sp>
      <p:sp>
        <p:nvSpPr>
          <p:cNvPr id="8" name=""/>
          <p:cNvSpPr/>
          <p:nvPr/>
        </p:nvSpPr>
        <p:spPr>
          <a:xfrm>
            <a:off x="762000" y="2400300"/>
            <a:ext cx="10668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9" name=""/>
          <p:cNvSpPr txBox="1"/>
          <p:nvPr/>
        </p:nvSpPr>
        <p:spPr>
          <a:xfrm>
            <a:off x="762000" y="3038475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5-1</a:t>
            </a:r>
          </a:p>
        </p:txBody>
      </p:sp>
      <p:sp>
        <p:nvSpPr>
          <p:cNvPr id="10" name=""/>
          <p:cNvSpPr txBox="1"/>
          <p:nvPr/>
        </p:nvSpPr>
        <p:spPr>
          <a:xfrm>
            <a:off x="1600200" y="2857500"/>
            <a:ext cx="41624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I'm looking for</a:t>
            </a:r>
            <a:pPr/>
            <a:r>
              <a:rPr sz="22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200" b="1">
                <a:solidFill>
                  <a:srgbClr val="C8417F"/>
                </a:solidFill>
                <a:latin typeface="Arial"/>
                <a:ea typeface="Arial"/>
              </a:rPr>
              <a:t>a</a:t>
            </a:r>
            <a:pPr/>
            <a:r>
              <a:rPr sz="2200" b="1">
                <a:solidFill>
                  <a:srgbClr val="1E1A1C"/>
                </a:solidFill>
                <a:latin typeface="Arial"/>
                <a:ea typeface="Arial"/>
              </a:rPr>
              <a:t> bathroom.</a:t>
            </a:r>
          </a:p>
        </p:txBody>
      </p:sp>
      <p:sp>
        <p:nvSpPr>
          <p:cNvPr id="11" name=""/>
          <p:cNvSpPr txBox="1"/>
          <p:nvPr/>
        </p:nvSpPr>
        <p:spPr>
          <a:xfrm>
            <a:off x="1600200" y="3228975"/>
            <a:ext cx="40290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574D52"/>
                </a:solidFill>
                <a:latin typeface="Noto Sans JP"/>
                <a:ea typeface="Noto Sans JP"/>
              </a:rPr>
              <a:t>すいません、トイレ探してるんですけど</a:t>
            </a:r>
          </a:p>
        </p:txBody>
      </p:sp>
      <p:sp>
        <p:nvSpPr>
          <p:cNvPr id="12" name=""/>
          <p:cNvSpPr/>
          <p:nvPr/>
        </p:nvSpPr>
        <p:spPr>
          <a:xfrm>
            <a:off x="762000" y="3848100"/>
            <a:ext cx="61341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13" name=""/>
          <p:cNvSpPr txBox="1"/>
          <p:nvPr/>
        </p:nvSpPr>
        <p:spPr>
          <a:xfrm>
            <a:off x="762000" y="4352925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5-2</a:t>
            </a:r>
          </a:p>
        </p:txBody>
      </p:sp>
      <p:sp>
        <p:nvSpPr>
          <p:cNvPr id="14" name=""/>
          <p:cNvSpPr txBox="1"/>
          <p:nvPr/>
        </p:nvSpPr>
        <p:spPr>
          <a:xfrm>
            <a:off x="1600200" y="4181475"/>
            <a:ext cx="40386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I'm looking for</a:t>
            </a:r>
            <a:pPr/>
            <a:r>
              <a:rPr sz="22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200" b="1">
                <a:solidFill>
                  <a:srgbClr val="C8417F"/>
                </a:solidFill>
                <a:latin typeface="Arial"/>
                <a:ea typeface="Arial"/>
              </a:rPr>
              <a:t>the</a:t>
            </a:r>
            <a:pPr/>
            <a:r>
              <a:rPr sz="2200" b="1">
                <a:solidFill>
                  <a:srgbClr val="1E1A1C"/>
                </a:solidFill>
                <a:latin typeface="Arial"/>
                <a:ea typeface="Arial"/>
              </a:rPr>
              <a:t> station.</a:t>
            </a:r>
          </a:p>
        </p:txBody>
      </p:sp>
      <p:sp>
        <p:nvSpPr>
          <p:cNvPr id="15" name=""/>
          <p:cNvSpPr txBox="1"/>
          <p:nvPr/>
        </p:nvSpPr>
        <p:spPr>
          <a:xfrm>
            <a:off x="1600200" y="4552950"/>
            <a:ext cx="25050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574D52"/>
                </a:solidFill>
                <a:latin typeface="Noto Sans JP"/>
                <a:ea typeface="Noto Sans JP"/>
              </a:rPr>
              <a:t>駅を探してるんですけど</a:t>
            </a:r>
          </a:p>
        </p:txBody>
      </p:sp>
      <p:sp>
        <p:nvSpPr>
          <p:cNvPr id="16" name=""/>
          <p:cNvSpPr/>
          <p:nvPr/>
        </p:nvSpPr>
        <p:spPr>
          <a:xfrm>
            <a:off x="762000" y="5162550"/>
            <a:ext cx="61341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17" name=""/>
          <p:cNvSpPr txBox="1"/>
          <p:nvPr/>
        </p:nvSpPr>
        <p:spPr>
          <a:xfrm>
            <a:off x="762000" y="5676900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5-3</a:t>
            </a:r>
          </a:p>
        </p:txBody>
      </p:sp>
      <p:sp>
        <p:nvSpPr>
          <p:cNvPr id="18" name=""/>
          <p:cNvSpPr txBox="1"/>
          <p:nvPr/>
        </p:nvSpPr>
        <p:spPr>
          <a:xfrm>
            <a:off x="1600200" y="5505450"/>
            <a:ext cx="39338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I'm looking for</a:t>
            </a:r>
            <a:pPr/>
            <a:r>
              <a:rPr sz="22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200" b="1">
                <a:solidFill>
                  <a:srgbClr val="C8417F"/>
                </a:solidFill>
                <a:latin typeface="Arial"/>
                <a:ea typeface="Arial"/>
              </a:rPr>
              <a:t>my</a:t>
            </a:r>
            <a:pPr/>
            <a:r>
              <a:rPr sz="2200" b="1">
                <a:solidFill>
                  <a:srgbClr val="1E1A1C"/>
                </a:solidFill>
                <a:latin typeface="Arial"/>
                <a:ea typeface="Arial"/>
              </a:rPr>
              <a:t> phone.</a:t>
            </a:r>
          </a:p>
        </p:txBody>
      </p:sp>
      <p:sp>
        <p:nvSpPr>
          <p:cNvPr id="19" name=""/>
          <p:cNvSpPr txBox="1"/>
          <p:nvPr/>
        </p:nvSpPr>
        <p:spPr>
          <a:xfrm>
            <a:off x="1600200" y="5876925"/>
            <a:ext cx="22860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574D52"/>
                </a:solidFill>
                <a:latin typeface="Noto Sans JP"/>
                <a:ea typeface="Noto Sans JP"/>
              </a:rPr>
              <a:t>私の携帯を探してます</a:t>
            </a:r>
          </a:p>
        </p:txBody>
      </p:sp>
      <p:sp>
        <p:nvSpPr>
          <p:cNvPr id="20" name=""/>
          <p:cNvSpPr/>
          <p:nvPr/>
        </p:nvSpPr>
        <p:spPr>
          <a:xfrm>
            <a:off x="7239000" y="2724150"/>
            <a:ext cx="4191000" cy="3752850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 w="19050">
            <a:solidFill>
              <a:srgbClr val="F2D5E1"/>
            </a:solidFill>
            <a:prstDash val="solid"/>
          </a:ln>
        </p:spPr>
      </p:sp>
      <p:sp>
        <p:nvSpPr>
          <p:cNvPr id="21" name=""/>
          <p:cNvSpPr txBox="1"/>
          <p:nvPr/>
        </p:nvSpPr>
        <p:spPr>
          <a:xfrm>
            <a:off x="8096250" y="2971800"/>
            <a:ext cx="224790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1E1A1C"/>
                </a:solidFill>
                <a:latin typeface="Noto Sans JP"/>
                <a:ea typeface="Noto Sans JP"/>
              </a:rPr>
              <a:t>冠詞 the と a の違い</a:t>
            </a:r>
          </a:p>
        </p:txBody>
      </p:sp>
      <p:sp>
        <p:nvSpPr>
          <p:cNvPr id="22" name=""/>
          <p:cNvSpPr/>
          <p:nvPr/>
        </p:nvSpPr>
        <p:spPr>
          <a:xfrm>
            <a:off x="7524750" y="2971800"/>
            <a:ext cx="476250" cy="276225"/>
          </a:xfrm>
          <a:prstGeom prst="roundRect">
            <a:avLst>
              <a:gd name="adj" fmla="val 20690"/>
            </a:avLst>
          </a:prstGeom>
          <a:solidFill>
            <a:srgbClr val="C8417F"/>
          </a:solidFill>
          <a:ln/>
        </p:spPr>
      </p:sp>
      <p:sp>
        <p:nvSpPr>
          <p:cNvPr id="23" name=""/>
          <p:cNvSpPr txBox="1"/>
          <p:nvPr/>
        </p:nvSpPr>
        <p:spPr>
          <a:xfrm>
            <a:off x="7629525" y="3009900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>
                <a:solidFill>
                  <a:srgbClr val="FFFFFF"/>
                </a:solidFill>
                <a:latin typeface="Noto Sans JP"/>
                <a:ea typeface="Noto Sans JP"/>
              </a:rPr>
              <a:t>文法</a:t>
            </a:r>
          </a:p>
        </p:txBody>
      </p:sp>
      <p:sp>
        <p:nvSpPr>
          <p:cNvPr id="24" name=""/>
          <p:cNvSpPr/>
          <p:nvPr/>
        </p:nvSpPr>
        <p:spPr>
          <a:xfrm>
            <a:off x="7524750" y="3429000"/>
            <a:ext cx="723900" cy="628650"/>
          </a:xfrm>
          <a:prstGeom prst="roundRect">
            <a:avLst>
              <a:gd name="adj" fmla="val 24242"/>
            </a:avLst>
          </a:prstGeom>
          <a:solidFill>
            <a:srgbClr val="FCE6EF"/>
          </a:solidFill>
          <a:ln/>
        </p:spPr>
      </p:sp>
      <p:sp>
        <p:nvSpPr>
          <p:cNvPr id="25" name=""/>
          <p:cNvSpPr txBox="1"/>
          <p:nvPr/>
        </p:nvSpPr>
        <p:spPr>
          <a:xfrm>
            <a:off x="7600950" y="3590925"/>
            <a:ext cx="57150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100" b="1">
                <a:solidFill>
                  <a:srgbClr val="C8417F"/>
                </a:solidFill>
                <a:latin typeface="Arial"/>
                <a:ea typeface="Arial"/>
              </a:rPr>
              <a:t>the</a:t>
            </a:r>
          </a:p>
        </p:txBody>
      </p:sp>
      <p:sp>
        <p:nvSpPr>
          <p:cNvPr id="26" name=""/>
          <p:cNvSpPr txBox="1"/>
          <p:nvPr/>
        </p:nvSpPr>
        <p:spPr>
          <a:xfrm>
            <a:off x="8401050" y="3457575"/>
            <a:ext cx="12096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1E1A1C"/>
                </a:solidFill>
                <a:latin typeface="Noto Sans JP"/>
                <a:ea typeface="Noto Sans JP"/>
              </a:rPr>
              <a:t>特定の場所</a:t>
            </a:r>
          </a:p>
        </p:txBody>
      </p:sp>
      <p:sp>
        <p:nvSpPr>
          <p:cNvPr id="27" name=""/>
          <p:cNvSpPr txBox="1"/>
          <p:nvPr/>
        </p:nvSpPr>
        <p:spPr>
          <a:xfrm>
            <a:off x="8401050" y="3810000"/>
            <a:ext cx="288607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574D52"/>
                </a:solidFill>
                <a:latin typeface="Arial"/>
                <a:ea typeface="Arial"/>
              </a:rPr>
              <a:t>I'm looking for </a:t>
            </a:r>
            <a:pPr/>
            <a:r>
              <a:rPr sz="1500" b="1">
                <a:solidFill>
                  <a:srgbClr val="C8417F"/>
                </a:solidFill>
                <a:latin typeface="Arial"/>
                <a:ea typeface="Arial"/>
              </a:rPr>
              <a:t>the</a:t>
            </a:r>
            <a:pPr/>
            <a:r>
              <a:rPr sz="1500" b="1">
                <a:solidFill>
                  <a:srgbClr val="574D52"/>
                </a:solidFill>
                <a:latin typeface="Arial"/>
                <a:ea typeface="Arial"/>
              </a:rPr>
              <a:t> station.</a:t>
            </a:r>
          </a:p>
        </p:txBody>
      </p:sp>
      <p:sp>
        <p:nvSpPr>
          <p:cNvPr id="28" name=""/>
          <p:cNvSpPr/>
          <p:nvPr/>
        </p:nvSpPr>
        <p:spPr>
          <a:xfrm>
            <a:off x="7524750" y="4229100"/>
            <a:ext cx="723900" cy="628650"/>
          </a:xfrm>
          <a:prstGeom prst="roundRect">
            <a:avLst>
              <a:gd name="adj" fmla="val 24242"/>
            </a:avLst>
          </a:prstGeom>
          <a:solidFill>
            <a:srgbClr val="FCE6EF"/>
          </a:solidFill>
          <a:ln/>
        </p:spPr>
      </p:sp>
      <p:sp>
        <p:nvSpPr>
          <p:cNvPr id="29" name=""/>
          <p:cNvSpPr txBox="1"/>
          <p:nvPr/>
        </p:nvSpPr>
        <p:spPr>
          <a:xfrm>
            <a:off x="7743825" y="4391025"/>
            <a:ext cx="28575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100" b="1">
                <a:solidFill>
                  <a:srgbClr val="C8417F"/>
                </a:solidFill>
                <a:latin typeface="Arial"/>
                <a:ea typeface="Arial"/>
              </a:rPr>
              <a:t>a</a:t>
            </a:r>
          </a:p>
        </p:txBody>
      </p:sp>
      <p:sp>
        <p:nvSpPr>
          <p:cNvPr id="30" name=""/>
          <p:cNvSpPr txBox="1"/>
          <p:nvPr/>
        </p:nvSpPr>
        <p:spPr>
          <a:xfrm>
            <a:off x="8401050" y="4257675"/>
            <a:ext cx="14287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1E1A1C"/>
                </a:solidFill>
                <a:latin typeface="Noto Sans JP"/>
                <a:ea typeface="Noto Sans JP"/>
              </a:rPr>
              <a:t>一般的なもの</a:t>
            </a:r>
          </a:p>
        </p:txBody>
      </p:sp>
      <p:sp>
        <p:nvSpPr>
          <p:cNvPr id="31" name=""/>
          <p:cNvSpPr txBox="1"/>
          <p:nvPr/>
        </p:nvSpPr>
        <p:spPr>
          <a:xfrm>
            <a:off x="8401050" y="4610100"/>
            <a:ext cx="296227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574D52"/>
                </a:solidFill>
                <a:latin typeface="Arial"/>
                <a:ea typeface="Arial"/>
              </a:rPr>
              <a:t>I'm looking for </a:t>
            </a:r>
            <a:pPr/>
            <a:r>
              <a:rPr sz="1500" b="1">
                <a:solidFill>
                  <a:srgbClr val="C8417F"/>
                </a:solidFill>
                <a:latin typeface="Arial"/>
                <a:ea typeface="Arial"/>
              </a:rPr>
              <a:t>a</a:t>
            </a:r>
            <a:pPr/>
            <a:r>
              <a:rPr sz="1500" b="1">
                <a:solidFill>
                  <a:srgbClr val="574D52"/>
                </a:solidFill>
                <a:latin typeface="Arial"/>
                <a:ea typeface="Arial"/>
              </a:rPr>
              <a:t> bathroom.</a:t>
            </a:r>
          </a:p>
        </p:txBody>
      </p:sp>
      <p:sp>
        <p:nvSpPr>
          <p:cNvPr id="32" name=""/>
          <p:cNvSpPr/>
          <p:nvPr/>
        </p:nvSpPr>
        <p:spPr>
          <a:xfrm>
            <a:off x="7524750" y="5038725"/>
            <a:ext cx="36195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dash"/>
          </a:ln>
        </p:spPr>
      </p:sp>
      <p:sp>
        <p:nvSpPr>
          <p:cNvPr id="33" name=""/>
          <p:cNvSpPr txBox="1"/>
          <p:nvPr/>
        </p:nvSpPr>
        <p:spPr>
          <a:xfrm>
            <a:off x="7524750" y="5229225"/>
            <a:ext cx="36766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17F"/>
                </a:solidFill>
                <a:latin typeface="Noto Sans JP"/>
                <a:ea typeface="Noto Sans JP"/>
              </a:rPr>
              <a:t>The</a:t>
            </a:r>
            <a:pPr/>
            <a:r>
              <a:rPr sz="1350" b="1">
                <a:solidFill>
                  <a:srgbClr val="574D52"/>
                </a:solidFill>
                <a:latin typeface="Noto Sans JP"/>
                <a:ea typeface="Noto Sans JP"/>
              </a:rPr>
              <a:t> は世界遺産などの固有名詞にも使う</a:t>
            </a:r>
          </a:p>
        </p:txBody>
      </p:sp>
      <p:sp>
        <p:nvSpPr>
          <p:cNvPr id="34" name=""/>
          <p:cNvSpPr txBox="1"/>
          <p:nvPr/>
        </p:nvSpPr>
        <p:spPr>
          <a:xfrm>
            <a:off x="7524750" y="5619750"/>
            <a:ext cx="4124325" cy="2190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C8417F"/>
                </a:solidFill>
                <a:latin typeface="Arial"/>
                <a:ea typeface="Arial"/>
              </a:rPr>
              <a:t>The</a:t>
            </a:r>
            <a:pPr/>
            <a:r>
              <a:rPr sz="1600" b="1">
                <a:solidFill>
                  <a:srgbClr val="1E1A1C"/>
                </a:solidFill>
                <a:latin typeface="Arial"/>
                <a:ea typeface="Arial"/>
              </a:rPr>
              <a:t> Eiffel Tower </a:t>
            </a:r>
            <a:pPr/>
            <a:r>
              <a:rPr sz="1600" b="1">
                <a:solidFill>
                  <a:srgbClr val="1E1A1C"/>
                </a:solidFill>
                <a:latin typeface="Noto Sans JP"/>
                <a:ea typeface="Noto Sans JP"/>
              </a:rPr>
              <a:t>／</a:t>
            </a:r>
            <a:pPr/>
            <a:r>
              <a:rPr sz="16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1600" b="1">
                <a:solidFill>
                  <a:srgbClr val="C8417F"/>
                </a:solidFill>
                <a:latin typeface="Arial"/>
                <a:ea typeface="Arial"/>
              </a:rPr>
              <a:t>The</a:t>
            </a:r>
            <a:pPr/>
            <a:r>
              <a:rPr sz="1600" b="1">
                <a:solidFill>
                  <a:srgbClr val="1E1A1C"/>
                </a:solidFill>
                <a:latin typeface="Arial"/>
                <a:ea typeface="Arial"/>
              </a:rPr>
              <a:t> Tokyo Tower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762000" y="314325"/>
            <a:ext cx="4191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900" b="1">
                <a:solidFill>
                  <a:srgbClr val="1E1A1C"/>
                </a:solidFill>
                <a:latin typeface="Arial"/>
                <a:ea typeface="Arial"/>
              </a:rPr>
              <a:t>6</a:t>
            </a:r>
          </a:p>
        </p:txBody>
      </p:sp>
      <p:sp>
        <p:nvSpPr>
          <p:cNvPr id="4" name=""/>
          <p:cNvSpPr txBox="1"/>
          <p:nvPr/>
        </p:nvSpPr>
        <p:spPr>
          <a:xfrm>
            <a:off x="762000" y="1038225"/>
            <a:ext cx="268605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>
                <a:solidFill>
                  <a:srgbClr val="1E1A1C"/>
                </a:solidFill>
                <a:latin typeface="Arial"/>
                <a:ea typeface="Arial"/>
              </a:rPr>
              <a:t>I might </a:t>
            </a:r>
            <a:pPr/>
            <a:r>
              <a:rPr sz="43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</a:p>
        </p:txBody>
      </p:sp>
      <p:sp>
        <p:nvSpPr>
          <p:cNvPr id="5" name=""/>
          <p:cNvSpPr txBox="1"/>
          <p:nvPr/>
        </p:nvSpPr>
        <p:spPr>
          <a:xfrm>
            <a:off x="762000" y="1771650"/>
            <a:ext cx="340042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E1A1C"/>
                </a:solidFill>
                <a:latin typeface="Noto Sans JP"/>
                <a:ea typeface="Noto Sans JP"/>
              </a:rPr>
              <a:t>〇〇するかもしれない</a:t>
            </a:r>
          </a:p>
        </p:txBody>
      </p:sp>
      <p:sp>
        <p:nvSpPr>
          <p:cNvPr id="6" name=""/>
          <p:cNvSpPr/>
          <p:nvPr/>
        </p:nvSpPr>
        <p:spPr>
          <a:xfrm>
            <a:off x="3790950" y="1809750"/>
            <a:ext cx="1276350" cy="342900"/>
          </a:xfrm>
          <a:prstGeom prst="roundRect">
            <a:avLst>
              <a:gd name="adj" fmla="val 50000"/>
            </a:avLst>
          </a:prstGeom>
          <a:solidFill>
            <a:srgbClr val="FCE6EF"/>
          </a:solidFill>
          <a:ln/>
        </p:spPr>
      </p:sp>
      <p:sp>
        <p:nvSpPr>
          <p:cNvPr id="7" name=""/>
          <p:cNvSpPr txBox="1"/>
          <p:nvPr/>
        </p:nvSpPr>
        <p:spPr>
          <a:xfrm>
            <a:off x="3943350" y="1857375"/>
            <a:ext cx="12287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8417F"/>
                </a:solidFill>
                <a:latin typeface="Noto Sans JP"/>
                <a:ea typeface="Noto Sans JP"/>
              </a:rPr>
              <a:t>＋動詞の原形</a:t>
            </a:r>
          </a:p>
        </p:txBody>
      </p:sp>
      <p:sp>
        <p:nvSpPr>
          <p:cNvPr id="8" name=""/>
          <p:cNvSpPr/>
          <p:nvPr/>
        </p:nvSpPr>
        <p:spPr>
          <a:xfrm>
            <a:off x="762000" y="2305050"/>
            <a:ext cx="476250" cy="276225"/>
          </a:xfrm>
          <a:prstGeom prst="roundRect">
            <a:avLst>
              <a:gd name="adj" fmla="val 20690"/>
            </a:avLst>
          </a:prstGeom>
          <a:solidFill>
            <a:srgbClr val="1E1A1C"/>
          </a:solidFill>
          <a:ln/>
        </p:spPr>
      </p:sp>
      <p:sp>
        <p:nvSpPr>
          <p:cNvPr id="9" name=""/>
          <p:cNvSpPr txBox="1"/>
          <p:nvPr/>
        </p:nvSpPr>
        <p:spPr>
          <a:xfrm>
            <a:off x="866775" y="2343150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>
                <a:solidFill>
                  <a:srgbClr val="FFFFFF"/>
                </a:solidFill>
                <a:latin typeface="Noto Sans JP"/>
                <a:ea typeface="Noto Sans JP"/>
              </a:rPr>
              <a:t>否定</a:t>
            </a:r>
          </a:p>
        </p:txBody>
      </p:sp>
      <p:sp>
        <p:nvSpPr>
          <p:cNvPr id="10" name=""/>
          <p:cNvSpPr txBox="1"/>
          <p:nvPr/>
        </p:nvSpPr>
        <p:spPr>
          <a:xfrm>
            <a:off x="1371600" y="2305050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1E1A1C"/>
                </a:solidFill>
                <a:latin typeface="Arial"/>
                <a:ea typeface="Arial"/>
              </a:rPr>
              <a:t>I might not ~</a:t>
            </a:r>
          </a:p>
        </p:txBody>
      </p:sp>
      <p:sp>
        <p:nvSpPr>
          <p:cNvPr id="11" name=""/>
          <p:cNvSpPr txBox="1"/>
          <p:nvPr/>
        </p:nvSpPr>
        <p:spPr>
          <a:xfrm>
            <a:off x="2914650" y="2305050"/>
            <a:ext cx="16478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574D52"/>
                </a:solidFill>
                <a:latin typeface="Noto Sans JP"/>
                <a:ea typeface="Noto Sans JP"/>
              </a:rPr>
              <a:t>〇〇しないかも</a:t>
            </a:r>
          </a:p>
        </p:txBody>
      </p:sp>
      <p:sp>
        <p:nvSpPr>
          <p:cNvPr id="12" name=""/>
          <p:cNvSpPr/>
          <p:nvPr/>
        </p:nvSpPr>
        <p:spPr>
          <a:xfrm>
            <a:off x="762000" y="2790825"/>
            <a:ext cx="10668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762000" y="3362325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6-1</a:t>
            </a:r>
          </a:p>
        </p:txBody>
      </p:sp>
      <p:sp>
        <p:nvSpPr>
          <p:cNvPr id="14" name=""/>
          <p:cNvSpPr txBox="1"/>
          <p:nvPr/>
        </p:nvSpPr>
        <p:spPr>
          <a:xfrm>
            <a:off x="1600200" y="3324225"/>
            <a:ext cx="37719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might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500" b="1">
                <a:solidFill>
                  <a:srgbClr val="C8417F"/>
                </a:solidFill>
                <a:latin typeface="Arial"/>
                <a:ea typeface="Arial"/>
              </a:rPr>
              <a:t>eat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a cupcake.</a:t>
            </a:r>
          </a:p>
        </p:txBody>
      </p:sp>
      <p:sp>
        <p:nvSpPr>
          <p:cNvPr id="15" name=""/>
          <p:cNvSpPr txBox="1"/>
          <p:nvPr/>
        </p:nvSpPr>
        <p:spPr>
          <a:xfrm>
            <a:off x="7810500" y="3343275"/>
            <a:ext cx="27622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カップケーキ食べるかも</a:t>
            </a:r>
          </a:p>
        </p:txBody>
      </p:sp>
      <p:sp>
        <p:nvSpPr>
          <p:cNvPr id="16" name=""/>
          <p:cNvSpPr/>
          <p:nvPr/>
        </p:nvSpPr>
        <p:spPr>
          <a:xfrm>
            <a:off x="762000" y="4105275"/>
            <a:ext cx="1066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17" name=""/>
          <p:cNvSpPr txBox="1"/>
          <p:nvPr/>
        </p:nvSpPr>
        <p:spPr>
          <a:xfrm>
            <a:off x="762000" y="4552950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6-2</a:t>
            </a:r>
          </a:p>
        </p:txBody>
      </p:sp>
      <p:sp>
        <p:nvSpPr>
          <p:cNvPr id="18" name=""/>
          <p:cNvSpPr txBox="1"/>
          <p:nvPr/>
        </p:nvSpPr>
        <p:spPr>
          <a:xfrm>
            <a:off x="1600200" y="4514850"/>
            <a:ext cx="25812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might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500" b="1">
                <a:solidFill>
                  <a:srgbClr val="C8417F"/>
                </a:solidFill>
                <a:latin typeface="Arial"/>
                <a:ea typeface="Arial"/>
              </a:rPr>
              <a:t>be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late.</a:t>
            </a:r>
          </a:p>
        </p:txBody>
      </p:sp>
      <p:sp>
        <p:nvSpPr>
          <p:cNvPr id="19" name=""/>
          <p:cNvSpPr txBox="1"/>
          <p:nvPr/>
        </p:nvSpPr>
        <p:spPr>
          <a:xfrm>
            <a:off x="7810500" y="4362450"/>
            <a:ext cx="22860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ちょっと遅れるかも</a:t>
            </a:r>
          </a:p>
        </p:txBody>
      </p:sp>
      <p:sp>
        <p:nvSpPr>
          <p:cNvPr id="20" name=""/>
          <p:cNvSpPr/>
          <p:nvPr/>
        </p:nvSpPr>
        <p:spPr>
          <a:xfrm>
            <a:off x="7810500" y="4733925"/>
            <a:ext cx="1847850" cy="295275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9050">
            <a:solidFill>
              <a:srgbClr val="F2D5E1"/>
            </a:solidFill>
            <a:prstDash val="solid"/>
          </a:ln>
        </p:spPr>
      </p:sp>
      <p:sp>
        <p:nvSpPr>
          <p:cNvPr id="21" name=""/>
          <p:cNvSpPr txBox="1"/>
          <p:nvPr/>
        </p:nvSpPr>
        <p:spPr>
          <a:xfrm>
            <a:off x="7924800" y="4772025"/>
            <a:ext cx="19812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74D52"/>
                </a:solidFill>
                <a:latin typeface="Noto Sans JP"/>
                <a:ea typeface="Noto Sans JP"/>
              </a:rPr>
              <a:t>late ＝ 遅れる〈形容詞〉</a:t>
            </a:r>
          </a:p>
        </p:txBody>
      </p:sp>
      <p:sp>
        <p:nvSpPr>
          <p:cNvPr id="22" name=""/>
          <p:cNvSpPr/>
          <p:nvPr/>
        </p:nvSpPr>
        <p:spPr>
          <a:xfrm>
            <a:off x="762000" y="5295900"/>
            <a:ext cx="1066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23" name=""/>
          <p:cNvSpPr txBox="1"/>
          <p:nvPr/>
        </p:nvSpPr>
        <p:spPr>
          <a:xfrm>
            <a:off x="762000" y="5743575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6-3</a:t>
            </a:r>
          </a:p>
        </p:txBody>
      </p:sp>
      <p:sp>
        <p:nvSpPr>
          <p:cNvPr id="24" name=""/>
          <p:cNvSpPr txBox="1"/>
          <p:nvPr/>
        </p:nvSpPr>
        <p:spPr>
          <a:xfrm>
            <a:off x="1600200" y="5705475"/>
            <a:ext cx="35623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might not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500" b="1">
                <a:solidFill>
                  <a:srgbClr val="C8417F"/>
                </a:solidFill>
                <a:latin typeface="Arial"/>
                <a:ea typeface="Arial"/>
              </a:rPr>
              <a:t>go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today.</a:t>
            </a:r>
          </a:p>
        </p:txBody>
      </p:sp>
      <p:sp>
        <p:nvSpPr>
          <p:cNvPr id="25" name=""/>
          <p:cNvSpPr txBox="1"/>
          <p:nvPr/>
        </p:nvSpPr>
        <p:spPr>
          <a:xfrm>
            <a:off x="7810500" y="5734050"/>
            <a:ext cx="22860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今日は行かないかも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762000" y="314325"/>
            <a:ext cx="4191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900" b="1">
                <a:solidFill>
                  <a:srgbClr val="1E1A1C"/>
                </a:solidFill>
                <a:latin typeface="Arial"/>
                <a:ea typeface="Arial"/>
              </a:rPr>
              <a:t>7</a:t>
            </a:r>
          </a:p>
        </p:txBody>
      </p:sp>
      <p:sp>
        <p:nvSpPr>
          <p:cNvPr id="4" name=""/>
          <p:cNvSpPr txBox="1"/>
          <p:nvPr/>
        </p:nvSpPr>
        <p:spPr>
          <a:xfrm>
            <a:off x="762000" y="1038225"/>
            <a:ext cx="567690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>
                <a:solidFill>
                  <a:srgbClr val="1E1A1C"/>
                </a:solidFill>
                <a:latin typeface="Arial"/>
                <a:ea typeface="Arial"/>
              </a:rPr>
              <a:t>Do you mind if I </a:t>
            </a:r>
            <a:pPr/>
            <a:r>
              <a:rPr sz="43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  <a:pPr/>
            <a:r>
              <a:rPr sz="4350" b="1">
                <a:solidFill>
                  <a:srgbClr val="1E1A1C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5" name=""/>
          <p:cNvSpPr txBox="1"/>
          <p:nvPr/>
        </p:nvSpPr>
        <p:spPr>
          <a:xfrm>
            <a:off x="762000" y="1771650"/>
            <a:ext cx="79248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E1A1C"/>
                </a:solidFill>
                <a:latin typeface="Noto Sans JP"/>
                <a:ea typeface="Noto Sans JP"/>
              </a:rPr>
              <a:t>〇〇してもいいですか？／〇〇しても構いませんか？</a:t>
            </a:r>
          </a:p>
        </p:txBody>
      </p:sp>
      <p:sp>
        <p:nvSpPr>
          <p:cNvPr id="6" name=""/>
          <p:cNvSpPr/>
          <p:nvPr/>
        </p:nvSpPr>
        <p:spPr>
          <a:xfrm>
            <a:off x="762000" y="2400300"/>
            <a:ext cx="10668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7" name=""/>
          <p:cNvSpPr txBox="1"/>
          <p:nvPr/>
        </p:nvSpPr>
        <p:spPr>
          <a:xfrm>
            <a:off x="762000" y="3038475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7-1</a:t>
            </a:r>
          </a:p>
        </p:txBody>
      </p:sp>
      <p:sp>
        <p:nvSpPr>
          <p:cNvPr id="8" name=""/>
          <p:cNvSpPr txBox="1"/>
          <p:nvPr/>
        </p:nvSpPr>
        <p:spPr>
          <a:xfrm>
            <a:off x="1600200" y="2857500"/>
            <a:ext cx="38671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Do you mind if I</a:t>
            </a:r>
            <a:pPr/>
            <a:r>
              <a:rPr sz="22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200" b="1">
                <a:solidFill>
                  <a:srgbClr val="C8417F"/>
                </a:solidFill>
                <a:latin typeface="Arial"/>
                <a:ea typeface="Arial"/>
              </a:rPr>
              <a:t>sit</a:t>
            </a:r>
            <a:pPr/>
            <a:r>
              <a:rPr sz="2200" b="1">
                <a:solidFill>
                  <a:srgbClr val="1E1A1C"/>
                </a:solidFill>
                <a:latin typeface="Arial"/>
                <a:ea typeface="Arial"/>
              </a:rPr>
              <a:t> here?</a:t>
            </a:r>
          </a:p>
        </p:txBody>
      </p:sp>
      <p:sp>
        <p:nvSpPr>
          <p:cNvPr id="9" name=""/>
          <p:cNvSpPr txBox="1"/>
          <p:nvPr/>
        </p:nvSpPr>
        <p:spPr>
          <a:xfrm>
            <a:off x="1600200" y="3228975"/>
            <a:ext cx="29337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574D52"/>
                </a:solidFill>
                <a:latin typeface="Noto Sans JP"/>
                <a:ea typeface="Noto Sans JP"/>
              </a:rPr>
              <a:t>ここに座ってもいいですか？</a:t>
            </a:r>
          </a:p>
        </p:txBody>
      </p:sp>
      <p:sp>
        <p:nvSpPr>
          <p:cNvPr id="10" name=""/>
          <p:cNvSpPr/>
          <p:nvPr/>
        </p:nvSpPr>
        <p:spPr>
          <a:xfrm>
            <a:off x="762000" y="3848100"/>
            <a:ext cx="61341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11" name=""/>
          <p:cNvSpPr txBox="1"/>
          <p:nvPr/>
        </p:nvSpPr>
        <p:spPr>
          <a:xfrm>
            <a:off x="762000" y="4352925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7-2</a:t>
            </a:r>
          </a:p>
        </p:txBody>
      </p:sp>
      <p:sp>
        <p:nvSpPr>
          <p:cNvPr id="12" name=""/>
          <p:cNvSpPr txBox="1"/>
          <p:nvPr/>
        </p:nvSpPr>
        <p:spPr>
          <a:xfrm>
            <a:off x="1600200" y="4181475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Do you mind if I</a:t>
            </a:r>
            <a:pPr/>
            <a:r>
              <a:rPr sz="22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200" b="1">
                <a:solidFill>
                  <a:srgbClr val="C8417F"/>
                </a:solidFill>
                <a:latin typeface="Arial"/>
                <a:ea typeface="Arial"/>
              </a:rPr>
              <a:t>open</a:t>
            </a:r>
            <a:pPr/>
            <a:r>
              <a:rPr sz="2200" b="1">
                <a:solidFill>
                  <a:srgbClr val="1E1A1C"/>
                </a:solidFill>
                <a:latin typeface="Arial"/>
                <a:ea typeface="Arial"/>
              </a:rPr>
              <a:t> the window?</a:t>
            </a:r>
          </a:p>
        </p:txBody>
      </p:sp>
      <p:sp>
        <p:nvSpPr>
          <p:cNvPr id="13" name=""/>
          <p:cNvSpPr txBox="1"/>
          <p:nvPr/>
        </p:nvSpPr>
        <p:spPr>
          <a:xfrm>
            <a:off x="1600200" y="4552950"/>
            <a:ext cx="29432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574D52"/>
                </a:solidFill>
                <a:latin typeface="Noto Sans JP"/>
                <a:ea typeface="Noto Sans JP"/>
              </a:rPr>
              <a:t>窓を開けても構いませんか？</a:t>
            </a:r>
          </a:p>
        </p:txBody>
      </p:sp>
      <p:sp>
        <p:nvSpPr>
          <p:cNvPr id="14" name=""/>
          <p:cNvSpPr/>
          <p:nvPr/>
        </p:nvSpPr>
        <p:spPr>
          <a:xfrm>
            <a:off x="762000" y="5162550"/>
            <a:ext cx="61341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15" name=""/>
          <p:cNvSpPr txBox="1"/>
          <p:nvPr/>
        </p:nvSpPr>
        <p:spPr>
          <a:xfrm>
            <a:off x="762000" y="5676900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7-3</a:t>
            </a:r>
          </a:p>
        </p:txBody>
      </p:sp>
      <p:sp>
        <p:nvSpPr>
          <p:cNvPr id="16" name=""/>
          <p:cNvSpPr txBox="1"/>
          <p:nvPr/>
        </p:nvSpPr>
        <p:spPr>
          <a:xfrm>
            <a:off x="1600200" y="5505450"/>
            <a:ext cx="49434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Do you mind if I</a:t>
            </a:r>
            <a:pPr/>
            <a:r>
              <a:rPr sz="22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200" b="1">
                <a:solidFill>
                  <a:srgbClr val="C8417F"/>
                </a:solidFill>
                <a:latin typeface="Arial"/>
                <a:ea typeface="Arial"/>
              </a:rPr>
              <a:t>ask</a:t>
            </a:r>
            <a:pPr/>
            <a:r>
              <a:rPr sz="2200" b="1">
                <a:solidFill>
                  <a:srgbClr val="1E1A1C"/>
                </a:solidFill>
                <a:latin typeface="Arial"/>
                <a:ea typeface="Arial"/>
              </a:rPr>
              <a:t> a question?</a:t>
            </a:r>
          </a:p>
        </p:txBody>
      </p:sp>
      <p:sp>
        <p:nvSpPr>
          <p:cNvPr id="17" name=""/>
          <p:cNvSpPr txBox="1"/>
          <p:nvPr/>
        </p:nvSpPr>
        <p:spPr>
          <a:xfrm>
            <a:off x="1600200" y="5876925"/>
            <a:ext cx="24955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574D52"/>
                </a:solidFill>
                <a:latin typeface="Noto Sans JP"/>
                <a:ea typeface="Noto Sans JP"/>
              </a:rPr>
              <a:t>質問してもいいですか？</a:t>
            </a:r>
          </a:p>
        </p:txBody>
      </p:sp>
      <p:sp>
        <p:nvSpPr>
          <p:cNvPr id="18" name=""/>
          <p:cNvSpPr/>
          <p:nvPr/>
        </p:nvSpPr>
        <p:spPr>
          <a:xfrm>
            <a:off x="7239000" y="2724150"/>
            <a:ext cx="4191000" cy="3876675"/>
          </a:xfrm>
          <a:prstGeom prst="roundRect">
            <a:avLst>
              <a:gd name="adj" fmla="val 4914"/>
            </a:avLst>
          </a:prstGeom>
          <a:solidFill>
            <a:srgbClr val="FFFFFF"/>
          </a:solidFill>
          <a:ln w="19050">
            <a:solidFill>
              <a:srgbClr val="F2D5E1"/>
            </a:solidFill>
            <a:prstDash val="solid"/>
          </a:ln>
        </p:spPr>
      </p:sp>
      <p:sp>
        <p:nvSpPr>
          <p:cNvPr id="19" name=""/>
          <p:cNvSpPr txBox="1"/>
          <p:nvPr/>
        </p:nvSpPr>
        <p:spPr>
          <a:xfrm>
            <a:off x="8229600" y="2971800"/>
            <a:ext cx="241935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1E1A1C"/>
                </a:solidFill>
                <a:latin typeface="Noto Sans JP"/>
                <a:ea typeface="Noto Sans JP"/>
              </a:rPr>
              <a:t>聞かれたらこう返そう</a:t>
            </a:r>
          </a:p>
        </p:txBody>
      </p:sp>
      <p:sp>
        <p:nvSpPr>
          <p:cNvPr id="20" name=""/>
          <p:cNvSpPr/>
          <p:nvPr/>
        </p:nvSpPr>
        <p:spPr>
          <a:xfrm>
            <a:off x="7524750" y="2971800"/>
            <a:ext cx="609600" cy="276225"/>
          </a:xfrm>
          <a:prstGeom prst="roundRect">
            <a:avLst>
              <a:gd name="adj" fmla="val 20690"/>
            </a:avLst>
          </a:prstGeom>
          <a:solidFill>
            <a:srgbClr val="C8417F"/>
          </a:solidFill>
          <a:ln/>
        </p:spPr>
      </p:sp>
      <p:sp>
        <p:nvSpPr>
          <p:cNvPr id="21" name=""/>
          <p:cNvSpPr txBox="1"/>
          <p:nvPr/>
        </p:nvSpPr>
        <p:spPr>
          <a:xfrm>
            <a:off x="7629525" y="30099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>
                <a:solidFill>
                  <a:srgbClr val="FFFFFF"/>
                </a:solidFill>
                <a:latin typeface="Noto Sans JP"/>
                <a:ea typeface="Noto Sans JP"/>
              </a:rPr>
              <a:t>答え方</a:t>
            </a:r>
          </a:p>
        </p:txBody>
      </p:sp>
      <p:sp>
        <p:nvSpPr>
          <p:cNvPr id="22" name=""/>
          <p:cNvSpPr/>
          <p:nvPr/>
        </p:nvSpPr>
        <p:spPr>
          <a:xfrm>
            <a:off x="7524750" y="3429000"/>
            <a:ext cx="3619500" cy="942975"/>
          </a:xfrm>
          <a:prstGeom prst="roundRect">
            <a:avLst>
              <a:gd name="adj" fmla="val 16162"/>
            </a:avLst>
          </a:prstGeom>
          <a:solidFill>
            <a:srgbClr val="FCE6EF"/>
          </a:solidFill>
          <a:ln/>
        </p:spPr>
      </p:sp>
      <p:sp>
        <p:nvSpPr>
          <p:cNvPr id="23" name=""/>
          <p:cNvSpPr/>
          <p:nvPr/>
        </p:nvSpPr>
        <p:spPr>
          <a:xfrm>
            <a:off x="7715250" y="3629025"/>
            <a:ext cx="533400" cy="533400"/>
          </a:xfrm>
          <a:prstGeom prst="ellipse">
            <a:avLst/>
          </a:prstGeom>
          <a:solidFill>
            <a:srgbClr val="C8417F"/>
          </a:solidFill>
          <a:ln/>
        </p:spPr>
      </p:sp>
      <p:sp>
        <p:nvSpPr>
          <p:cNvPr id="24" name=""/>
          <p:cNvSpPr txBox="1"/>
          <p:nvPr/>
        </p:nvSpPr>
        <p:spPr>
          <a:xfrm>
            <a:off x="7791450" y="3800475"/>
            <a:ext cx="390525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Arial"/>
              </a:rPr>
              <a:t>OK</a:t>
            </a:r>
          </a:p>
        </p:txBody>
      </p:sp>
      <p:sp>
        <p:nvSpPr>
          <p:cNvPr id="25" name=""/>
          <p:cNvSpPr txBox="1"/>
          <p:nvPr/>
        </p:nvSpPr>
        <p:spPr>
          <a:xfrm>
            <a:off x="8382000" y="3657600"/>
            <a:ext cx="29432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Arial"/>
                <a:ea typeface="Arial"/>
              </a:rPr>
              <a:t>No. </a:t>
            </a:r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／</a:t>
            </a:r>
            <a:pPr/>
            <a:r>
              <a:rPr sz="1800" b="1">
                <a:solidFill>
                  <a:srgbClr val="1E1A1C"/>
                </a:solidFill>
                <a:latin typeface="Arial"/>
                <a:ea typeface="Arial"/>
              </a:rPr>
              <a:t> Sure, go ahead!</a:t>
            </a:r>
          </a:p>
        </p:txBody>
      </p:sp>
      <p:sp>
        <p:nvSpPr>
          <p:cNvPr id="26" name=""/>
          <p:cNvSpPr txBox="1"/>
          <p:nvPr/>
        </p:nvSpPr>
        <p:spPr>
          <a:xfrm>
            <a:off x="8382000" y="3962400"/>
            <a:ext cx="19621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8417F"/>
                </a:solidFill>
                <a:latin typeface="Noto Sans JP"/>
                <a:ea typeface="Noto Sans JP"/>
              </a:rPr>
              <a:t>いいえ、構いません！</a:t>
            </a:r>
          </a:p>
        </p:txBody>
      </p:sp>
      <p:sp>
        <p:nvSpPr>
          <p:cNvPr id="27" name=""/>
          <p:cNvSpPr/>
          <p:nvPr/>
        </p:nvSpPr>
        <p:spPr>
          <a:xfrm>
            <a:off x="7524750" y="4543425"/>
            <a:ext cx="3619500" cy="876300"/>
          </a:xfrm>
          <a:prstGeom prst="roundRect">
            <a:avLst>
              <a:gd name="adj" fmla="val 17391"/>
            </a:avLst>
          </a:prstGeom>
          <a:solidFill>
            <a:srgbClr val="EFEAEC"/>
          </a:solidFill>
          <a:ln/>
        </p:spPr>
      </p:sp>
      <p:sp>
        <p:nvSpPr>
          <p:cNvPr id="28" name=""/>
          <p:cNvSpPr/>
          <p:nvPr/>
        </p:nvSpPr>
        <p:spPr>
          <a:xfrm>
            <a:off x="7715250" y="4714875"/>
            <a:ext cx="533400" cy="533400"/>
          </a:xfrm>
          <a:prstGeom prst="ellipse">
            <a:avLst/>
          </a:prstGeom>
          <a:solidFill>
            <a:srgbClr val="1E1A1C"/>
          </a:solidFill>
          <a:ln/>
        </p:spPr>
      </p:sp>
      <p:sp>
        <p:nvSpPr>
          <p:cNvPr id="29" name=""/>
          <p:cNvSpPr txBox="1"/>
          <p:nvPr/>
        </p:nvSpPr>
        <p:spPr>
          <a:xfrm>
            <a:off x="7791450" y="4886325"/>
            <a:ext cx="390525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Arial"/>
              </a:rPr>
              <a:t>NG</a:t>
            </a:r>
          </a:p>
        </p:txBody>
      </p:sp>
      <p:sp>
        <p:nvSpPr>
          <p:cNvPr id="30" name=""/>
          <p:cNvSpPr txBox="1"/>
          <p:nvPr/>
        </p:nvSpPr>
        <p:spPr>
          <a:xfrm>
            <a:off x="8382000" y="4714875"/>
            <a:ext cx="1990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Arial"/>
                <a:ea typeface="Arial"/>
              </a:rPr>
              <a:t>Yes, I do mind.</a:t>
            </a:r>
          </a:p>
        </p:txBody>
      </p:sp>
      <p:sp>
        <p:nvSpPr>
          <p:cNvPr id="31" name=""/>
          <p:cNvSpPr txBox="1"/>
          <p:nvPr/>
        </p:nvSpPr>
        <p:spPr>
          <a:xfrm>
            <a:off x="8382000" y="5010150"/>
            <a:ext cx="30861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74D52"/>
                </a:solidFill>
                <a:latin typeface="Noto Sans JP"/>
                <a:ea typeface="Noto Sans JP"/>
              </a:rPr>
              <a:t>構います（＝座らないでください）</a:t>
            </a:r>
          </a:p>
        </p:txBody>
      </p:sp>
      <p:sp>
        <p:nvSpPr>
          <p:cNvPr id="32" name=""/>
          <p:cNvSpPr/>
          <p:nvPr/>
        </p:nvSpPr>
        <p:spPr>
          <a:xfrm>
            <a:off x="7524750" y="5600700"/>
            <a:ext cx="36195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dash"/>
          </a:ln>
        </p:spPr>
      </p:sp>
      <p:sp>
        <p:nvSpPr>
          <p:cNvPr id="33" name=""/>
          <p:cNvSpPr txBox="1"/>
          <p:nvPr/>
        </p:nvSpPr>
        <p:spPr>
          <a:xfrm>
            <a:off x="7524750" y="5791200"/>
            <a:ext cx="2838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latin typeface="Noto Sans JP"/>
                <a:ea typeface="Noto Sans JP"/>
              </a:rPr>
              <a:t>mind</a:t>
            </a:r>
            <a:pPr/>
            <a:r>
              <a:rPr sz="1350" b="1">
                <a:solidFill>
                  <a:srgbClr val="574D52"/>
                </a:solidFill>
                <a:latin typeface="Noto Sans JP"/>
                <a:ea typeface="Noto Sans JP"/>
              </a:rPr>
              <a:t> ＝「気にする」なので、</a:t>
            </a:r>
          </a:p>
        </p:txBody>
      </p:sp>
      <p:sp>
        <p:nvSpPr>
          <p:cNvPr id="34" name=""/>
          <p:cNvSpPr txBox="1"/>
          <p:nvPr/>
        </p:nvSpPr>
        <p:spPr>
          <a:xfrm>
            <a:off x="7524750" y="6067425"/>
            <a:ext cx="38290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17F"/>
                </a:solidFill>
                <a:latin typeface="Noto Sans JP"/>
                <a:ea typeface="Noto Sans JP"/>
              </a:rPr>
              <a:t>No</a:t>
            </a:r>
            <a:pPr/>
            <a:r>
              <a:rPr sz="1350" b="1">
                <a:solidFill>
                  <a:srgbClr val="574D52"/>
                </a:solidFill>
                <a:latin typeface="Noto Sans JP"/>
                <a:ea typeface="Noto Sans JP"/>
              </a:rPr>
              <a:t> ＝「気にしないよ」＝ どうぞ！になる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762000" y="314325"/>
            <a:ext cx="4191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900" b="1">
                <a:solidFill>
                  <a:srgbClr val="1E1A1C"/>
                </a:solidFill>
                <a:latin typeface="Arial"/>
                <a:ea typeface="Arial"/>
              </a:rPr>
              <a:t>8</a:t>
            </a:r>
          </a:p>
        </p:txBody>
      </p:sp>
      <p:sp>
        <p:nvSpPr>
          <p:cNvPr id="4" name=""/>
          <p:cNvSpPr txBox="1"/>
          <p:nvPr/>
        </p:nvSpPr>
        <p:spPr>
          <a:xfrm>
            <a:off x="762000" y="1038225"/>
            <a:ext cx="191452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>
                <a:solidFill>
                  <a:srgbClr val="1E1A1C"/>
                </a:solidFill>
                <a:latin typeface="Arial"/>
                <a:ea typeface="Arial"/>
              </a:rPr>
              <a:t>I bet </a:t>
            </a:r>
            <a:pPr/>
            <a:r>
              <a:rPr sz="43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</a:p>
        </p:txBody>
      </p:sp>
      <p:sp>
        <p:nvSpPr>
          <p:cNvPr id="5" name=""/>
          <p:cNvSpPr txBox="1"/>
          <p:nvPr/>
        </p:nvSpPr>
        <p:spPr>
          <a:xfrm>
            <a:off x="762000" y="1771650"/>
            <a:ext cx="208597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E1A1C"/>
                </a:solidFill>
                <a:latin typeface="Noto Sans JP"/>
                <a:ea typeface="Noto Sans JP"/>
              </a:rPr>
              <a:t>絶対〇〇やで</a:t>
            </a:r>
          </a:p>
        </p:txBody>
      </p:sp>
      <p:sp>
        <p:nvSpPr>
          <p:cNvPr id="6" name=""/>
          <p:cNvSpPr/>
          <p:nvPr/>
        </p:nvSpPr>
        <p:spPr>
          <a:xfrm>
            <a:off x="2647950" y="1809750"/>
            <a:ext cx="1762125" cy="342900"/>
          </a:xfrm>
          <a:prstGeom prst="roundRect">
            <a:avLst>
              <a:gd name="adj" fmla="val 50000"/>
            </a:avLst>
          </a:prstGeom>
          <a:solidFill>
            <a:srgbClr val="FCE6EF"/>
          </a:solidFill>
          <a:ln/>
        </p:spPr>
      </p:sp>
      <p:sp>
        <p:nvSpPr>
          <p:cNvPr id="7" name=""/>
          <p:cNvSpPr txBox="1"/>
          <p:nvPr/>
        </p:nvSpPr>
        <p:spPr>
          <a:xfrm>
            <a:off x="2800350" y="1857375"/>
            <a:ext cx="17907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8417F"/>
                </a:solidFill>
                <a:latin typeface="Noto Sans JP"/>
                <a:ea typeface="Noto Sans JP"/>
              </a:rPr>
              <a:t>＋文（主語＋動詞）</a:t>
            </a:r>
          </a:p>
        </p:txBody>
      </p:sp>
      <p:sp>
        <p:nvSpPr>
          <p:cNvPr id="8" name=""/>
          <p:cNvSpPr/>
          <p:nvPr/>
        </p:nvSpPr>
        <p:spPr>
          <a:xfrm>
            <a:off x="762000" y="2400300"/>
            <a:ext cx="10668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9" name=""/>
          <p:cNvSpPr txBox="1"/>
          <p:nvPr/>
        </p:nvSpPr>
        <p:spPr>
          <a:xfrm>
            <a:off x="762000" y="3038475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8-1</a:t>
            </a:r>
          </a:p>
        </p:txBody>
      </p:sp>
      <p:sp>
        <p:nvSpPr>
          <p:cNvPr id="10" name=""/>
          <p:cNvSpPr txBox="1"/>
          <p:nvPr/>
        </p:nvSpPr>
        <p:spPr>
          <a:xfrm>
            <a:off x="1600200" y="3000375"/>
            <a:ext cx="37623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bet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it's going to rain.</a:t>
            </a:r>
          </a:p>
        </p:txBody>
      </p:sp>
      <p:sp>
        <p:nvSpPr>
          <p:cNvPr id="11" name=""/>
          <p:cNvSpPr txBox="1"/>
          <p:nvPr/>
        </p:nvSpPr>
        <p:spPr>
          <a:xfrm>
            <a:off x="7810500" y="3019425"/>
            <a:ext cx="20383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絶対に雨が降るで</a:t>
            </a:r>
          </a:p>
        </p:txBody>
      </p:sp>
      <p:sp>
        <p:nvSpPr>
          <p:cNvPr id="12" name=""/>
          <p:cNvSpPr/>
          <p:nvPr/>
        </p:nvSpPr>
        <p:spPr>
          <a:xfrm>
            <a:off x="762000" y="3848100"/>
            <a:ext cx="1066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13" name=""/>
          <p:cNvSpPr txBox="1"/>
          <p:nvPr/>
        </p:nvSpPr>
        <p:spPr>
          <a:xfrm>
            <a:off x="762000" y="4352925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8-2</a:t>
            </a:r>
          </a:p>
        </p:txBody>
      </p:sp>
      <p:sp>
        <p:nvSpPr>
          <p:cNvPr id="14" name=""/>
          <p:cNvSpPr txBox="1"/>
          <p:nvPr/>
        </p:nvSpPr>
        <p:spPr>
          <a:xfrm>
            <a:off x="1600200" y="4324350"/>
            <a:ext cx="45720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bet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you'll love this movie.</a:t>
            </a:r>
          </a:p>
        </p:txBody>
      </p:sp>
      <p:sp>
        <p:nvSpPr>
          <p:cNvPr id="15" name=""/>
          <p:cNvSpPr txBox="1"/>
          <p:nvPr/>
        </p:nvSpPr>
        <p:spPr>
          <a:xfrm>
            <a:off x="7810500" y="4343400"/>
            <a:ext cx="27622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この映画絶対気に入るよ</a:t>
            </a:r>
          </a:p>
        </p:txBody>
      </p:sp>
      <p:sp>
        <p:nvSpPr>
          <p:cNvPr id="16" name=""/>
          <p:cNvSpPr/>
          <p:nvPr/>
        </p:nvSpPr>
        <p:spPr>
          <a:xfrm>
            <a:off x="762000" y="5162550"/>
            <a:ext cx="1066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17" name=""/>
          <p:cNvSpPr txBox="1"/>
          <p:nvPr/>
        </p:nvSpPr>
        <p:spPr>
          <a:xfrm>
            <a:off x="762000" y="5676900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8-3</a:t>
            </a:r>
          </a:p>
        </p:txBody>
      </p:sp>
      <p:sp>
        <p:nvSpPr>
          <p:cNvPr id="18" name=""/>
          <p:cNvSpPr txBox="1"/>
          <p:nvPr/>
        </p:nvSpPr>
        <p:spPr>
          <a:xfrm>
            <a:off x="1600200" y="5648325"/>
            <a:ext cx="27717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bet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he slept in.</a:t>
            </a:r>
          </a:p>
        </p:txBody>
      </p:sp>
      <p:sp>
        <p:nvSpPr>
          <p:cNvPr id="19" name=""/>
          <p:cNvSpPr txBox="1"/>
          <p:nvPr/>
        </p:nvSpPr>
        <p:spPr>
          <a:xfrm>
            <a:off x="7810500" y="5667375"/>
            <a:ext cx="25241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絶対あいつ寝坊したわ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762000" y="314325"/>
            <a:ext cx="4191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900" b="1">
                <a:solidFill>
                  <a:srgbClr val="1E1A1C"/>
                </a:solidFill>
                <a:latin typeface="Arial"/>
                <a:ea typeface="Arial"/>
              </a:rPr>
              <a:t>9</a:t>
            </a:r>
          </a:p>
        </p:txBody>
      </p:sp>
      <p:sp>
        <p:nvSpPr>
          <p:cNvPr id="4" name=""/>
          <p:cNvSpPr txBox="1"/>
          <p:nvPr/>
        </p:nvSpPr>
        <p:spPr>
          <a:xfrm>
            <a:off x="762000" y="1038225"/>
            <a:ext cx="417195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>
                <a:solidFill>
                  <a:srgbClr val="1E1A1C"/>
                </a:solidFill>
                <a:latin typeface="Arial"/>
                <a:ea typeface="Arial"/>
              </a:rPr>
              <a:t>I'm trying to </a:t>
            </a:r>
            <a:pPr/>
            <a:r>
              <a:rPr sz="43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</a:p>
        </p:txBody>
      </p:sp>
      <p:sp>
        <p:nvSpPr>
          <p:cNvPr id="5" name=""/>
          <p:cNvSpPr txBox="1"/>
          <p:nvPr/>
        </p:nvSpPr>
        <p:spPr>
          <a:xfrm>
            <a:off x="762000" y="1771650"/>
            <a:ext cx="33909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E1A1C"/>
                </a:solidFill>
                <a:latin typeface="Noto Sans JP"/>
                <a:ea typeface="Noto Sans JP"/>
              </a:rPr>
              <a:t>〇〇しようとしている</a:t>
            </a:r>
          </a:p>
        </p:txBody>
      </p:sp>
      <p:sp>
        <p:nvSpPr>
          <p:cNvPr id="6" name=""/>
          <p:cNvSpPr/>
          <p:nvPr/>
        </p:nvSpPr>
        <p:spPr>
          <a:xfrm>
            <a:off x="3781425" y="1809750"/>
            <a:ext cx="1276350" cy="342900"/>
          </a:xfrm>
          <a:prstGeom prst="roundRect">
            <a:avLst>
              <a:gd name="adj" fmla="val 50000"/>
            </a:avLst>
          </a:prstGeom>
          <a:solidFill>
            <a:srgbClr val="FCE6EF"/>
          </a:solidFill>
          <a:ln/>
        </p:spPr>
      </p:sp>
      <p:sp>
        <p:nvSpPr>
          <p:cNvPr id="7" name=""/>
          <p:cNvSpPr txBox="1"/>
          <p:nvPr/>
        </p:nvSpPr>
        <p:spPr>
          <a:xfrm>
            <a:off x="3933825" y="1857375"/>
            <a:ext cx="12287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8417F"/>
                </a:solidFill>
                <a:latin typeface="Noto Sans JP"/>
                <a:ea typeface="Noto Sans JP"/>
              </a:rPr>
              <a:t>＋動詞の原形</a:t>
            </a:r>
          </a:p>
        </p:txBody>
      </p:sp>
      <p:sp>
        <p:nvSpPr>
          <p:cNvPr id="8" name=""/>
          <p:cNvSpPr/>
          <p:nvPr/>
        </p:nvSpPr>
        <p:spPr>
          <a:xfrm>
            <a:off x="762000" y="2400300"/>
            <a:ext cx="10668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9" name=""/>
          <p:cNvSpPr txBox="1"/>
          <p:nvPr/>
        </p:nvSpPr>
        <p:spPr>
          <a:xfrm>
            <a:off x="762000" y="3038475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9-1</a:t>
            </a:r>
          </a:p>
        </p:txBody>
      </p:sp>
      <p:sp>
        <p:nvSpPr>
          <p:cNvPr id="10" name=""/>
          <p:cNvSpPr txBox="1"/>
          <p:nvPr/>
        </p:nvSpPr>
        <p:spPr>
          <a:xfrm>
            <a:off x="1600200" y="3000375"/>
            <a:ext cx="45339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I'm trying to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500" b="1">
                <a:solidFill>
                  <a:srgbClr val="C8417F"/>
                </a:solidFill>
                <a:latin typeface="Arial"/>
                <a:ea typeface="Arial"/>
              </a:rPr>
              <a:t>learn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English.</a:t>
            </a:r>
          </a:p>
        </p:txBody>
      </p:sp>
      <p:sp>
        <p:nvSpPr>
          <p:cNvPr id="11" name=""/>
          <p:cNvSpPr txBox="1"/>
          <p:nvPr/>
        </p:nvSpPr>
        <p:spPr>
          <a:xfrm>
            <a:off x="7810500" y="3019425"/>
            <a:ext cx="27527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英語を学ぼうとしている</a:t>
            </a:r>
          </a:p>
        </p:txBody>
      </p:sp>
      <p:sp>
        <p:nvSpPr>
          <p:cNvPr id="12" name=""/>
          <p:cNvSpPr/>
          <p:nvPr/>
        </p:nvSpPr>
        <p:spPr>
          <a:xfrm>
            <a:off x="762000" y="3848100"/>
            <a:ext cx="1066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13" name=""/>
          <p:cNvSpPr txBox="1"/>
          <p:nvPr/>
        </p:nvSpPr>
        <p:spPr>
          <a:xfrm>
            <a:off x="762000" y="4352925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9-2</a:t>
            </a:r>
          </a:p>
        </p:txBody>
      </p:sp>
      <p:sp>
        <p:nvSpPr>
          <p:cNvPr id="14" name=""/>
          <p:cNvSpPr txBox="1"/>
          <p:nvPr/>
        </p:nvSpPr>
        <p:spPr>
          <a:xfrm>
            <a:off x="1600200" y="4324350"/>
            <a:ext cx="43053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I'm trying to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500" b="1">
                <a:solidFill>
                  <a:srgbClr val="C8417F"/>
                </a:solidFill>
                <a:latin typeface="Arial"/>
                <a:ea typeface="Arial"/>
              </a:rPr>
              <a:t>save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money.</a:t>
            </a:r>
          </a:p>
        </p:txBody>
      </p:sp>
      <p:sp>
        <p:nvSpPr>
          <p:cNvPr id="15" name=""/>
          <p:cNvSpPr txBox="1"/>
          <p:nvPr/>
        </p:nvSpPr>
        <p:spPr>
          <a:xfrm>
            <a:off x="7810500" y="4171950"/>
            <a:ext cx="25146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節約しようとしている</a:t>
            </a:r>
          </a:p>
        </p:txBody>
      </p:sp>
      <p:sp>
        <p:nvSpPr>
          <p:cNvPr id="16" name=""/>
          <p:cNvSpPr/>
          <p:nvPr/>
        </p:nvSpPr>
        <p:spPr>
          <a:xfrm>
            <a:off x="7810500" y="4533900"/>
            <a:ext cx="1323975" cy="295275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9050">
            <a:solidFill>
              <a:srgbClr val="F2D5E1"/>
            </a:solidFill>
            <a:prstDash val="solid"/>
          </a:ln>
        </p:spPr>
      </p:sp>
      <p:sp>
        <p:nvSpPr>
          <p:cNvPr id="17" name=""/>
          <p:cNvSpPr txBox="1"/>
          <p:nvPr/>
        </p:nvSpPr>
        <p:spPr>
          <a:xfrm>
            <a:off x="7924800" y="4572000"/>
            <a:ext cx="13716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74D52"/>
                </a:solidFill>
                <a:latin typeface="Noto Sans JP"/>
                <a:ea typeface="Noto Sans JP"/>
              </a:rPr>
              <a:t>save ＝ 節約する</a:t>
            </a:r>
          </a:p>
        </p:txBody>
      </p:sp>
      <p:sp>
        <p:nvSpPr>
          <p:cNvPr id="18" name=""/>
          <p:cNvSpPr/>
          <p:nvPr/>
        </p:nvSpPr>
        <p:spPr>
          <a:xfrm>
            <a:off x="762000" y="5162550"/>
            <a:ext cx="1066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19" name=""/>
          <p:cNvSpPr txBox="1"/>
          <p:nvPr/>
        </p:nvSpPr>
        <p:spPr>
          <a:xfrm>
            <a:off x="762000" y="5676900"/>
            <a:ext cx="504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E1A1C"/>
                </a:solidFill>
                <a:latin typeface="Arial"/>
                <a:ea typeface="Arial"/>
              </a:rPr>
              <a:t>9-3</a:t>
            </a:r>
          </a:p>
        </p:txBody>
      </p:sp>
      <p:sp>
        <p:nvSpPr>
          <p:cNvPr id="20" name=""/>
          <p:cNvSpPr txBox="1"/>
          <p:nvPr/>
        </p:nvSpPr>
        <p:spPr>
          <a:xfrm>
            <a:off x="1600200" y="5648325"/>
            <a:ext cx="42576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0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I'm trying to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</a:t>
            </a:r>
            <a:pPr/>
            <a:r>
              <a:rPr sz="2500" b="1">
                <a:solidFill>
                  <a:srgbClr val="C8417F"/>
                </a:solidFill>
                <a:latin typeface="Arial"/>
                <a:ea typeface="Arial"/>
              </a:rPr>
              <a:t>figure</a:t>
            </a:r>
            <a:pPr/>
            <a:r>
              <a:rPr sz="2500" b="1">
                <a:solidFill>
                  <a:srgbClr val="1E1A1C"/>
                </a:solidFill>
                <a:latin typeface="Arial"/>
                <a:ea typeface="Arial"/>
              </a:rPr>
              <a:t> it out.</a:t>
            </a:r>
          </a:p>
        </p:txBody>
      </p:sp>
      <p:sp>
        <p:nvSpPr>
          <p:cNvPr id="21" name=""/>
          <p:cNvSpPr txBox="1"/>
          <p:nvPr/>
        </p:nvSpPr>
        <p:spPr>
          <a:xfrm>
            <a:off x="7810500" y="5667375"/>
            <a:ext cx="32289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今頑張って解決してるところ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762000" y="495300"/>
            <a:ext cx="440055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E1A1C"/>
                </a:solidFill>
                <a:latin typeface="Noto Sans JP"/>
                <a:ea typeface="Noto Sans JP"/>
              </a:rPr>
              <a:t>9フレーズ まとめ一覧</a:t>
            </a:r>
          </a:p>
        </p:txBody>
      </p:sp>
      <p:sp>
        <p:nvSpPr>
          <p:cNvPr id="4" name=""/>
          <p:cNvSpPr txBox="1"/>
          <p:nvPr/>
        </p:nvSpPr>
        <p:spPr>
          <a:xfrm>
            <a:off x="4657725" y="733425"/>
            <a:ext cx="2457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9C9196"/>
                </a:solidFill>
                <a:latin typeface="Noto Sans JP"/>
                <a:ea typeface="Noto Sans JP"/>
              </a:rPr>
              <a:t>スクショして見返してね！</a:t>
            </a:r>
          </a:p>
        </p:txBody>
      </p:sp>
      <p:sp>
        <p:nvSpPr>
          <p:cNvPr id="5" name=""/>
          <p:cNvSpPr/>
          <p:nvPr/>
        </p:nvSpPr>
        <p:spPr>
          <a:xfrm>
            <a:off x="762000" y="1200150"/>
            <a:ext cx="3429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6" name=""/>
          <p:cNvSpPr/>
          <p:nvPr/>
        </p:nvSpPr>
        <p:spPr>
          <a:xfrm>
            <a:off x="762000" y="1466850"/>
            <a:ext cx="3467100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F2D5E1"/>
            </a:solidFill>
            <a:prstDash val="solid"/>
          </a:ln>
        </p:spPr>
      </p:sp>
      <p:sp>
        <p:nvSpPr>
          <p:cNvPr id="7" name=""/>
          <p:cNvSpPr txBox="1"/>
          <p:nvPr/>
        </p:nvSpPr>
        <p:spPr>
          <a:xfrm>
            <a:off x="971550" y="1609725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8" name=""/>
          <p:cNvSpPr txBox="1"/>
          <p:nvPr/>
        </p:nvSpPr>
        <p:spPr>
          <a:xfrm>
            <a:off x="1200150" y="1600200"/>
            <a:ext cx="1695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E1A1C"/>
                </a:solidFill>
                <a:latin typeface="Arial"/>
                <a:ea typeface="Arial"/>
              </a:rPr>
              <a:t>I feel like ~ing</a:t>
            </a:r>
          </a:p>
        </p:txBody>
      </p:sp>
      <p:sp>
        <p:nvSpPr>
          <p:cNvPr id="9" name=""/>
          <p:cNvSpPr txBox="1"/>
          <p:nvPr/>
        </p:nvSpPr>
        <p:spPr>
          <a:xfrm>
            <a:off x="971550" y="1895475"/>
            <a:ext cx="1047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1E1A1C"/>
                </a:solidFill>
                <a:latin typeface="Noto Sans JP"/>
                <a:ea typeface="Noto Sans JP"/>
              </a:rPr>
              <a:t>〇〇な気分</a:t>
            </a:r>
          </a:p>
        </p:txBody>
      </p:sp>
      <p:sp>
        <p:nvSpPr>
          <p:cNvPr id="10" name=""/>
          <p:cNvSpPr/>
          <p:nvPr/>
        </p:nvSpPr>
        <p:spPr>
          <a:xfrm>
            <a:off x="971550" y="2476500"/>
            <a:ext cx="304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dash"/>
          </a:ln>
        </p:spPr>
      </p:sp>
      <p:sp>
        <p:nvSpPr>
          <p:cNvPr id="11" name=""/>
          <p:cNvSpPr txBox="1"/>
          <p:nvPr/>
        </p:nvSpPr>
        <p:spPr>
          <a:xfrm>
            <a:off x="971550" y="2552700"/>
            <a:ext cx="24003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574D52"/>
                </a:solidFill>
                <a:latin typeface="Arial"/>
                <a:ea typeface="Arial"/>
              </a:rPr>
              <a:t>I feel like eating pizza today.</a:t>
            </a:r>
          </a:p>
        </p:txBody>
      </p:sp>
      <p:sp>
        <p:nvSpPr>
          <p:cNvPr id="12" name=""/>
          <p:cNvSpPr txBox="1"/>
          <p:nvPr/>
        </p:nvSpPr>
        <p:spPr>
          <a:xfrm>
            <a:off x="971550" y="2733675"/>
            <a:ext cx="196215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9C9196"/>
                </a:solidFill>
                <a:latin typeface="Noto Sans JP"/>
                <a:ea typeface="Noto Sans JP"/>
              </a:rPr>
              <a:t>今日ピザを食べたい気分やわ</a:t>
            </a:r>
          </a:p>
        </p:txBody>
      </p:sp>
      <p:sp>
        <p:nvSpPr>
          <p:cNvPr id="13" name=""/>
          <p:cNvSpPr/>
          <p:nvPr/>
        </p:nvSpPr>
        <p:spPr>
          <a:xfrm>
            <a:off x="4362450" y="1466850"/>
            <a:ext cx="3467100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F2D5E1"/>
            </a:solidFill>
            <a:prstDash val="solid"/>
          </a:ln>
        </p:spPr>
      </p:sp>
      <p:sp>
        <p:nvSpPr>
          <p:cNvPr id="14" name=""/>
          <p:cNvSpPr txBox="1"/>
          <p:nvPr/>
        </p:nvSpPr>
        <p:spPr>
          <a:xfrm>
            <a:off x="4572000" y="1609725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5" name=""/>
          <p:cNvSpPr txBox="1"/>
          <p:nvPr/>
        </p:nvSpPr>
        <p:spPr>
          <a:xfrm>
            <a:off x="4800600" y="1600200"/>
            <a:ext cx="1314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E1A1C"/>
                </a:solidFill>
                <a:latin typeface="Arial"/>
                <a:ea typeface="Arial"/>
              </a:rPr>
              <a:t>I used to ~</a:t>
            </a:r>
          </a:p>
        </p:txBody>
      </p:sp>
      <p:sp>
        <p:nvSpPr>
          <p:cNvPr id="16" name=""/>
          <p:cNvSpPr txBox="1"/>
          <p:nvPr/>
        </p:nvSpPr>
        <p:spPr>
          <a:xfrm>
            <a:off x="4572000" y="1895475"/>
            <a:ext cx="14097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1E1A1C"/>
                </a:solidFill>
                <a:latin typeface="Noto Sans JP"/>
                <a:ea typeface="Noto Sans JP"/>
              </a:rPr>
              <a:t>昔は〇〇してた</a:t>
            </a:r>
          </a:p>
        </p:txBody>
      </p:sp>
      <p:sp>
        <p:nvSpPr>
          <p:cNvPr id="17" name=""/>
          <p:cNvSpPr/>
          <p:nvPr/>
        </p:nvSpPr>
        <p:spPr>
          <a:xfrm>
            <a:off x="4572000" y="2476500"/>
            <a:ext cx="304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dash"/>
          </a:ln>
        </p:spPr>
      </p:sp>
      <p:sp>
        <p:nvSpPr>
          <p:cNvPr id="18" name=""/>
          <p:cNvSpPr txBox="1"/>
          <p:nvPr/>
        </p:nvSpPr>
        <p:spPr>
          <a:xfrm>
            <a:off x="4572000" y="2552700"/>
            <a:ext cx="2162175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574D52"/>
                </a:solidFill>
                <a:latin typeface="Arial"/>
                <a:ea typeface="Arial"/>
              </a:rPr>
              <a:t>I used to play basketball.</a:t>
            </a:r>
          </a:p>
        </p:txBody>
      </p:sp>
      <p:sp>
        <p:nvSpPr>
          <p:cNvPr id="19" name=""/>
          <p:cNvSpPr txBox="1"/>
          <p:nvPr/>
        </p:nvSpPr>
        <p:spPr>
          <a:xfrm>
            <a:off x="4572000" y="2733675"/>
            <a:ext cx="1381125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9C9196"/>
                </a:solidFill>
                <a:latin typeface="Noto Sans JP"/>
                <a:ea typeface="Noto Sans JP"/>
              </a:rPr>
              <a:t>バスケ昔やっていた</a:t>
            </a:r>
          </a:p>
        </p:txBody>
      </p:sp>
      <p:sp>
        <p:nvSpPr>
          <p:cNvPr id="20" name=""/>
          <p:cNvSpPr/>
          <p:nvPr/>
        </p:nvSpPr>
        <p:spPr>
          <a:xfrm>
            <a:off x="7962900" y="1466850"/>
            <a:ext cx="3467100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F2D5E1"/>
            </a:solidFill>
            <a:prstDash val="solid"/>
          </a:ln>
        </p:spPr>
      </p:sp>
      <p:sp>
        <p:nvSpPr>
          <p:cNvPr id="21" name=""/>
          <p:cNvSpPr txBox="1"/>
          <p:nvPr/>
        </p:nvSpPr>
        <p:spPr>
          <a:xfrm>
            <a:off x="8172450" y="1609725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22" name=""/>
          <p:cNvSpPr txBox="1"/>
          <p:nvPr/>
        </p:nvSpPr>
        <p:spPr>
          <a:xfrm>
            <a:off x="8401050" y="1600200"/>
            <a:ext cx="1876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E1A1C"/>
                </a:solidFill>
                <a:latin typeface="Arial"/>
                <a:ea typeface="Arial"/>
              </a:rPr>
              <a:t>I should have ~</a:t>
            </a:r>
          </a:p>
        </p:txBody>
      </p:sp>
      <p:sp>
        <p:nvSpPr>
          <p:cNvPr id="23" name=""/>
          <p:cNvSpPr txBox="1"/>
          <p:nvPr/>
        </p:nvSpPr>
        <p:spPr>
          <a:xfrm>
            <a:off x="8172450" y="1895475"/>
            <a:ext cx="19812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1E1A1C"/>
                </a:solidFill>
                <a:latin typeface="Noto Sans JP"/>
                <a:ea typeface="Noto Sans JP"/>
              </a:rPr>
              <a:t>〇〇しとけばよかった</a:t>
            </a:r>
          </a:p>
        </p:txBody>
      </p:sp>
      <p:sp>
        <p:nvSpPr>
          <p:cNvPr id="24" name=""/>
          <p:cNvSpPr/>
          <p:nvPr/>
        </p:nvSpPr>
        <p:spPr>
          <a:xfrm>
            <a:off x="8172450" y="2476500"/>
            <a:ext cx="304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dash"/>
          </a:ln>
        </p:spPr>
      </p:sp>
      <p:sp>
        <p:nvSpPr>
          <p:cNvPr id="25" name=""/>
          <p:cNvSpPr txBox="1"/>
          <p:nvPr/>
        </p:nvSpPr>
        <p:spPr>
          <a:xfrm>
            <a:off x="8172450" y="2552700"/>
            <a:ext cx="21145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574D52"/>
                </a:solidFill>
                <a:latin typeface="Arial"/>
                <a:ea typeface="Arial"/>
              </a:rPr>
              <a:t>I should have left earlier.</a:t>
            </a:r>
          </a:p>
        </p:txBody>
      </p:sp>
      <p:sp>
        <p:nvSpPr>
          <p:cNvPr id="26" name=""/>
          <p:cNvSpPr txBox="1"/>
          <p:nvPr/>
        </p:nvSpPr>
        <p:spPr>
          <a:xfrm>
            <a:off x="8172450" y="2733675"/>
            <a:ext cx="2105025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9C9196"/>
                </a:solidFill>
                <a:latin typeface="Noto Sans JP"/>
                <a:ea typeface="Noto Sans JP"/>
              </a:rPr>
              <a:t>もっとはやく出とけばよかった</a:t>
            </a:r>
          </a:p>
        </p:txBody>
      </p:sp>
      <p:sp>
        <p:nvSpPr>
          <p:cNvPr id="27" name=""/>
          <p:cNvSpPr/>
          <p:nvPr/>
        </p:nvSpPr>
        <p:spPr>
          <a:xfrm>
            <a:off x="762000" y="3181350"/>
            <a:ext cx="3467100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F2D5E1"/>
            </a:solidFill>
            <a:prstDash val="solid"/>
          </a:ln>
        </p:spPr>
      </p:sp>
      <p:sp>
        <p:nvSpPr>
          <p:cNvPr id="28" name=""/>
          <p:cNvSpPr txBox="1"/>
          <p:nvPr/>
        </p:nvSpPr>
        <p:spPr>
          <a:xfrm>
            <a:off x="971550" y="3324225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29" name=""/>
          <p:cNvSpPr txBox="1"/>
          <p:nvPr/>
        </p:nvSpPr>
        <p:spPr>
          <a:xfrm>
            <a:off x="1200150" y="3314700"/>
            <a:ext cx="21336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E1A1C"/>
                </a:solidFill>
                <a:latin typeface="Arial"/>
                <a:ea typeface="Arial"/>
              </a:rPr>
              <a:t>Do you wanna ~?</a:t>
            </a:r>
          </a:p>
        </p:txBody>
      </p:sp>
      <p:sp>
        <p:nvSpPr>
          <p:cNvPr id="30" name=""/>
          <p:cNvSpPr txBox="1"/>
          <p:nvPr/>
        </p:nvSpPr>
        <p:spPr>
          <a:xfrm>
            <a:off x="971550" y="3609975"/>
            <a:ext cx="12287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1E1A1C"/>
                </a:solidFill>
                <a:latin typeface="Noto Sans JP"/>
                <a:ea typeface="Noto Sans JP"/>
              </a:rPr>
              <a:t>〇〇したい？</a:t>
            </a:r>
          </a:p>
        </p:txBody>
      </p:sp>
      <p:sp>
        <p:nvSpPr>
          <p:cNvPr id="31" name=""/>
          <p:cNvSpPr/>
          <p:nvPr/>
        </p:nvSpPr>
        <p:spPr>
          <a:xfrm>
            <a:off x="971550" y="4191000"/>
            <a:ext cx="304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dash"/>
          </a:ln>
        </p:spPr>
      </p:sp>
      <p:sp>
        <p:nvSpPr>
          <p:cNvPr id="32" name=""/>
          <p:cNvSpPr txBox="1"/>
          <p:nvPr/>
        </p:nvSpPr>
        <p:spPr>
          <a:xfrm>
            <a:off x="971550" y="4267200"/>
            <a:ext cx="2543175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574D52"/>
                </a:solidFill>
                <a:latin typeface="Arial"/>
                <a:ea typeface="Arial"/>
              </a:rPr>
              <a:t>Do you wanna eat out today?</a:t>
            </a:r>
          </a:p>
        </p:txBody>
      </p:sp>
      <p:sp>
        <p:nvSpPr>
          <p:cNvPr id="33" name=""/>
          <p:cNvSpPr txBox="1"/>
          <p:nvPr/>
        </p:nvSpPr>
        <p:spPr>
          <a:xfrm>
            <a:off x="971550" y="4448175"/>
            <a:ext cx="1381125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9C9196"/>
                </a:solidFill>
                <a:latin typeface="Noto Sans JP"/>
                <a:ea typeface="Noto Sans JP"/>
              </a:rPr>
              <a:t>今日外食せえへん？</a:t>
            </a:r>
          </a:p>
        </p:txBody>
      </p:sp>
      <p:sp>
        <p:nvSpPr>
          <p:cNvPr id="34" name=""/>
          <p:cNvSpPr/>
          <p:nvPr/>
        </p:nvSpPr>
        <p:spPr>
          <a:xfrm>
            <a:off x="4362450" y="3181350"/>
            <a:ext cx="3467100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F2D5E1"/>
            </a:solidFill>
            <a:prstDash val="solid"/>
          </a:ln>
        </p:spPr>
      </p:sp>
      <p:sp>
        <p:nvSpPr>
          <p:cNvPr id="35" name=""/>
          <p:cNvSpPr txBox="1"/>
          <p:nvPr/>
        </p:nvSpPr>
        <p:spPr>
          <a:xfrm>
            <a:off x="4572000" y="3324225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5</a:t>
            </a:r>
          </a:p>
        </p:txBody>
      </p:sp>
      <p:sp>
        <p:nvSpPr>
          <p:cNvPr id="36" name=""/>
          <p:cNvSpPr txBox="1"/>
          <p:nvPr/>
        </p:nvSpPr>
        <p:spPr>
          <a:xfrm>
            <a:off x="4800600" y="3314700"/>
            <a:ext cx="19621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E1A1C"/>
                </a:solidFill>
                <a:latin typeface="Arial"/>
                <a:ea typeface="Arial"/>
              </a:rPr>
              <a:t>I'm looking for ~</a:t>
            </a:r>
          </a:p>
        </p:txBody>
      </p:sp>
      <p:sp>
        <p:nvSpPr>
          <p:cNvPr id="37" name=""/>
          <p:cNvSpPr txBox="1"/>
          <p:nvPr/>
        </p:nvSpPr>
        <p:spPr>
          <a:xfrm>
            <a:off x="4572000" y="3609975"/>
            <a:ext cx="15811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1E1A1C"/>
                </a:solidFill>
                <a:latin typeface="Noto Sans JP"/>
                <a:ea typeface="Noto Sans JP"/>
              </a:rPr>
              <a:t>〇〇を探してます</a:t>
            </a:r>
          </a:p>
        </p:txBody>
      </p:sp>
      <p:sp>
        <p:nvSpPr>
          <p:cNvPr id="38" name=""/>
          <p:cNvSpPr/>
          <p:nvPr/>
        </p:nvSpPr>
        <p:spPr>
          <a:xfrm>
            <a:off x="4572000" y="4191000"/>
            <a:ext cx="304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dash"/>
          </a:ln>
        </p:spPr>
      </p:sp>
      <p:sp>
        <p:nvSpPr>
          <p:cNvPr id="39" name=""/>
          <p:cNvSpPr txBox="1"/>
          <p:nvPr/>
        </p:nvSpPr>
        <p:spPr>
          <a:xfrm>
            <a:off x="4572000" y="4267200"/>
            <a:ext cx="2257425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574D52"/>
                </a:solidFill>
                <a:latin typeface="Arial"/>
                <a:ea typeface="Arial"/>
              </a:rPr>
              <a:t>I'm looking for the station.</a:t>
            </a:r>
          </a:p>
        </p:txBody>
      </p:sp>
      <p:sp>
        <p:nvSpPr>
          <p:cNvPr id="40" name=""/>
          <p:cNvSpPr txBox="1"/>
          <p:nvPr/>
        </p:nvSpPr>
        <p:spPr>
          <a:xfrm>
            <a:off x="4572000" y="4448175"/>
            <a:ext cx="1666875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9C9196"/>
                </a:solidFill>
                <a:latin typeface="Noto Sans JP"/>
                <a:ea typeface="Noto Sans JP"/>
              </a:rPr>
              <a:t>駅を探してるんですけど</a:t>
            </a:r>
          </a:p>
        </p:txBody>
      </p:sp>
      <p:sp>
        <p:nvSpPr>
          <p:cNvPr id="41" name=""/>
          <p:cNvSpPr/>
          <p:nvPr/>
        </p:nvSpPr>
        <p:spPr>
          <a:xfrm>
            <a:off x="7962900" y="3181350"/>
            <a:ext cx="3467100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F2D5E1"/>
            </a:solidFill>
            <a:prstDash val="solid"/>
          </a:ln>
        </p:spPr>
      </p:sp>
      <p:sp>
        <p:nvSpPr>
          <p:cNvPr id="42" name=""/>
          <p:cNvSpPr txBox="1"/>
          <p:nvPr/>
        </p:nvSpPr>
        <p:spPr>
          <a:xfrm>
            <a:off x="8172450" y="3324225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6</a:t>
            </a:r>
          </a:p>
        </p:txBody>
      </p:sp>
      <p:sp>
        <p:nvSpPr>
          <p:cNvPr id="43" name=""/>
          <p:cNvSpPr txBox="1"/>
          <p:nvPr/>
        </p:nvSpPr>
        <p:spPr>
          <a:xfrm>
            <a:off x="8401050" y="3314700"/>
            <a:ext cx="11049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E1A1C"/>
                </a:solidFill>
                <a:latin typeface="Arial"/>
                <a:ea typeface="Arial"/>
              </a:rPr>
              <a:t>I might ~</a:t>
            </a:r>
          </a:p>
        </p:txBody>
      </p:sp>
      <p:sp>
        <p:nvSpPr>
          <p:cNvPr id="44" name=""/>
          <p:cNvSpPr txBox="1"/>
          <p:nvPr/>
        </p:nvSpPr>
        <p:spPr>
          <a:xfrm>
            <a:off x="8172450" y="3609975"/>
            <a:ext cx="19812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1E1A1C"/>
                </a:solidFill>
                <a:latin typeface="Noto Sans JP"/>
                <a:ea typeface="Noto Sans JP"/>
              </a:rPr>
              <a:t>〇〇するかもしれない</a:t>
            </a:r>
          </a:p>
        </p:txBody>
      </p:sp>
      <p:sp>
        <p:nvSpPr>
          <p:cNvPr id="45" name=""/>
          <p:cNvSpPr/>
          <p:nvPr/>
        </p:nvSpPr>
        <p:spPr>
          <a:xfrm>
            <a:off x="8172450" y="4191000"/>
            <a:ext cx="304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dash"/>
          </a:ln>
        </p:spPr>
      </p:sp>
      <p:sp>
        <p:nvSpPr>
          <p:cNvPr id="46" name=""/>
          <p:cNvSpPr txBox="1"/>
          <p:nvPr/>
        </p:nvSpPr>
        <p:spPr>
          <a:xfrm>
            <a:off x="8172450" y="4267200"/>
            <a:ext cx="1304925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574D52"/>
                </a:solidFill>
                <a:latin typeface="Arial"/>
                <a:ea typeface="Arial"/>
              </a:rPr>
              <a:t>I might be late.</a:t>
            </a:r>
          </a:p>
        </p:txBody>
      </p:sp>
      <p:sp>
        <p:nvSpPr>
          <p:cNvPr id="47" name=""/>
          <p:cNvSpPr txBox="1"/>
          <p:nvPr/>
        </p:nvSpPr>
        <p:spPr>
          <a:xfrm>
            <a:off x="8172450" y="4448175"/>
            <a:ext cx="1400175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9C9196"/>
                </a:solidFill>
                <a:latin typeface="Noto Sans JP"/>
                <a:ea typeface="Noto Sans JP"/>
              </a:rPr>
              <a:t>ちょっと遅れるかも</a:t>
            </a:r>
          </a:p>
        </p:txBody>
      </p:sp>
      <p:sp>
        <p:nvSpPr>
          <p:cNvPr id="48" name=""/>
          <p:cNvSpPr/>
          <p:nvPr/>
        </p:nvSpPr>
        <p:spPr>
          <a:xfrm>
            <a:off x="762000" y="4895850"/>
            <a:ext cx="3467100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F2D5E1"/>
            </a:solidFill>
            <a:prstDash val="solid"/>
          </a:ln>
        </p:spPr>
      </p:sp>
      <p:sp>
        <p:nvSpPr>
          <p:cNvPr id="49" name=""/>
          <p:cNvSpPr txBox="1"/>
          <p:nvPr/>
        </p:nvSpPr>
        <p:spPr>
          <a:xfrm>
            <a:off x="971550" y="5038725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7</a:t>
            </a:r>
          </a:p>
        </p:txBody>
      </p:sp>
      <p:sp>
        <p:nvSpPr>
          <p:cNvPr id="50" name=""/>
          <p:cNvSpPr txBox="1"/>
          <p:nvPr/>
        </p:nvSpPr>
        <p:spPr>
          <a:xfrm>
            <a:off x="1200150" y="5029200"/>
            <a:ext cx="2276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E1A1C"/>
                </a:solidFill>
                <a:latin typeface="Arial"/>
                <a:ea typeface="Arial"/>
              </a:rPr>
              <a:t>Do you mind if I ~?</a:t>
            </a:r>
          </a:p>
        </p:txBody>
      </p:sp>
      <p:sp>
        <p:nvSpPr>
          <p:cNvPr id="51" name=""/>
          <p:cNvSpPr txBox="1"/>
          <p:nvPr/>
        </p:nvSpPr>
        <p:spPr>
          <a:xfrm>
            <a:off x="971550" y="5324475"/>
            <a:ext cx="21336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1E1A1C"/>
                </a:solidFill>
                <a:latin typeface="Noto Sans JP"/>
                <a:ea typeface="Noto Sans JP"/>
              </a:rPr>
              <a:t>〇〇してもいいですか？</a:t>
            </a:r>
          </a:p>
        </p:txBody>
      </p:sp>
      <p:sp>
        <p:nvSpPr>
          <p:cNvPr id="52" name=""/>
          <p:cNvSpPr/>
          <p:nvPr/>
        </p:nvSpPr>
        <p:spPr>
          <a:xfrm>
            <a:off x="971550" y="5905500"/>
            <a:ext cx="304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dash"/>
          </a:ln>
        </p:spPr>
      </p:sp>
      <p:sp>
        <p:nvSpPr>
          <p:cNvPr id="53" name=""/>
          <p:cNvSpPr txBox="1"/>
          <p:nvPr/>
        </p:nvSpPr>
        <p:spPr>
          <a:xfrm>
            <a:off x="971550" y="5981700"/>
            <a:ext cx="21717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574D52"/>
                </a:solidFill>
                <a:latin typeface="Arial"/>
                <a:ea typeface="Arial"/>
              </a:rPr>
              <a:t>Do you mind if I sit here?</a:t>
            </a:r>
          </a:p>
        </p:txBody>
      </p:sp>
      <p:sp>
        <p:nvSpPr>
          <p:cNvPr id="54" name=""/>
          <p:cNvSpPr txBox="1"/>
          <p:nvPr/>
        </p:nvSpPr>
        <p:spPr>
          <a:xfrm>
            <a:off x="971550" y="6162675"/>
            <a:ext cx="19431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9C9196"/>
                </a:solidFill>
                <a:latin typeface="Noto Sans JP"/>
                <a:ea typeface="Noto Sans JP"/>
              </a:rPr>
              <a:t>ここに座ってもいいですか？</a:t>
            </a:r>
          </a:p>
        </p:txBody>
      </p:sp>
      <p:sp>
        <p:nvSpPr>
          <p:cNvPr id="55" name=""/>
          <p:cNvSpPr/>
          <p:nvPr/>
        </p:nvSpPr>
        <p:spPr>
          <a:xfrm>
            <a:off x="4362450" y="4895850"/>
            <a:ext cx="3467100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F2D5E1"/>
            </a:solidFill>
            <a:prstDash val="solid"/>
          </a:ln>
        </p:spPr>
      </p:sp>
      <p:sp>
        <p:nvSpPr>
          <p:cNvPr id="56" name=""/>
          <p:cNvSpPr txBox="1"/>
          <p:nvPr/>
        </p:nvSpPr>
        <p:spPr>
          <a:xfrm>
            <a:off x="4572000" y="5038725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8</a:t>
            </a:r>
          </a:p>
        </p:txBody>
      </p:sp>
      <p:sp>
        <p:nvSpPr>
          <p:cNvPr id="57" name=""/>
          <p:cNvSpPr txBox="1"/>
          <p:nvPr/>
        </p:nvSpPr>
        <p:spPr>
          <a:xfrm>
            <a:off x="4800600" y="5029200"/>
            <a:ext cx="8096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E1A1C"/>
                </a:solidFill>
                <a:latin typeface="Arial"/>
                <a:ea typeface="Arial"/>
              </a:rPr>
              <a:t>I bet ~</a:t>
            </a:r>
          </a:p>
        </p:txBody>
      </p:sp>
      <p:sp>
        <p:nvSpPr>
          <p:cNvPr id="58" name=""/>
          <p:cNvSpPr txBox="1"/>
          <p:nvPr/>
        </p:nvSpPr>
        <p:spPr>
          <a:xfrm>
            <a:off x="4572000" y="5324475"/>
            <a:ext cx="12287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1E1A1C"/>
                </a:solidFill>
                <a:latin typeface="Noto Sans JP"/>
                <a:ea typeface="Noto Sans JP"/>
              </a:rPr>
              <a:t>絶対〇〇やで</a:t>
            </a:r>
          </a:p>
        </p:txBody>
      </p:sp>
      <p:sp>
        <p:nvSpPr>
          <p:cNvPr id="59" name=""/>
          <p:cNvSpPr/>
          <p:nvPr/>
        </p:nvSpPr>
        <p:spPr>
          <a:xfrm>
            <a:off x="4572000" y="5905500"/>
            <a:ext cx="304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dash"/>
          </a:ln>
        </p:spPr>
      </p:sp>
      <p:sp>
        <p:nvSpPr>
          <p:cNvPr id="60" name=""/>
          <p:cNvSpPr txBox="1"/>
          <p:nvPr/>
        </p:nvSpPr>
        <p:spPr>
          <a:xfrm>
            <a:off x="4572000" y="5981700"/>
            <a:ext cx="2295525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574D52"/>
                </a:solidFill>
                <a:latin typeface="Arial"/>
                <a:ea typeface="Arial"/>
              </a:rPr>
              <a:t>I bet you'll love this movie.</a:t>
            </a:r>
          </a:p>
        </p:txBody>
      </p:sp>
      <p:sp>
        <p:nvSpPr>
          <p:cNvPr id="61" name=""/>
          <p:cNvSpPr txBox="1"/>
          <p:nvPr/>
        </p:nvSpPr>
        <p:spPr>
          <a:xfrm>
            <a:off x="4572000" y="6162675"/>
            <a:ext cx="1676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9C9196"/>
                </a:solidFill>
                <a:latin typeface="Noto Sans JP"/>
                <a:ea typeface="Noto Sans JP"/>
              </a:rPr>
              <a:t>この映画絶対気に入るよ</a:t>
            </a:r>
          </a:p>
        </p:txBody>
      </p:sp>
      <p:sp>
        <p:nvSpPr>
          <p:cNvPr id="62" name=""/>
          <p:cNvSpPr/>
          <p:nvPr/>
        </p:nvSpPr>
        <p:spPr>
          <a:xfrm>
            <a:off x="7962900" y="4895850"/>
            <a:ext cx="3467100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F2D5E1"/>
            </a:solidFill>
            <a:prstDash val="solid"/>
          </a:ln>
        </p:spPr>
      </p:sp>
      <p:sp>
        <p:nvSpPr>
          <p:cNvPr id="63" name=""/>
          <p:cNvSpPr txBox="1"/>
          <p:nvPr/>
        </p:nvSpPr>
        <p:spPr>
          <a:xfrm>
            <a:off x="8172450" y="5038725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9</a:t>
            </a:r>
          </a:p>
        </p:txBody>
      </p:sp>
      <p:sp>
        <p:nvSpPr>
          <p:cNvPr id="64" name=""/>
          <p:cNvSpPr txBox="1"/>
          <p:nvPr/>
        </p:nvSpPr>
        <p:spPr>
          <a:xfrm>
            <a:off x="8401050" y="5029200"/>
            <a:ext cx="16859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E1A1C"/>
                </a:solidFill>
                <a:latin typeface="Arial"/>
                <a:ea typeface="Arial"/>
              </a:rPr>
              <a:t>I'm trying to ~</a:t>
            </a:r>
          </a:p>
        </p:txBody>
      </p:sp>
      <p:sp>
        <p:nvSpPr>
          <p:cNvPr id="65" name=""/>
          <p:cNvSpPr txBox="1"/>
          <p:nvPr/>
        </p:nvSpPr>
        <p:spPr>
          <a:xfrm>
            <a:off x="8172450" y="5324475"/>
            <a:ext cx="19621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1E1A1C"/>
                </a:solidFill>
                <a:latin typeface="Noto Sans JP"/>
                <a:ea typeface="Noto Sans JP"/>
              </a:rPr>
              <a:t>〇〇しようとしている</a:t>
            </a:r>
          </a:p>
        </p:txBody>
      </p:sp>
      <p:sp>
        <p:nvSpPr>
          <p:cNvPr id="66" name=""/>
          <p:cNvSpPr/>
          <p:nvPr/>
        </p:nvSpPr>
        <p:spPr>
          <a:xfrm>
            <a:off x="8172450" y="5905500"/>
            <a:ext cx="304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dash"/>
          </a:ln>
        </p:spPr>
      </p:sp>
      <p:sp>
        <p:nvSpPr>
          <p:cNvPr id="67" name=""/>
          <p:cNvSpPr txBox="1"/>
          <p:nvPr/>
        </p:nvSpPr>
        <p:spPr>
          <a:xfrm>
            <a:off x="8172450" y="5981700"/>
            <a:ext cx="21717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574D52"/>
                </a:solidFill>
                <a:latin typeface="Arial"/>
                <a:ea typeface="Arial"/>
              </a:rPr>
              <a:t>I'm trying to save money.</a:t>
            </a:r>
          </a:p>
        </p:txBody>
      </p:sp>
      <p:sp>
        <p:nvSpPr>
          <p:cNvPr id="68" name=""/>
          <p:cNvSpPr txBox="1"/>
          <p:nvPr/>
        </p:nvSpPr>
        <p:spPr>
          <a:xfrm>
            <a:off x="8172450" y="6162675"/>
            <a:ext cx="154305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9C9196"/>
                </a:solidFill>
                <a:latin typeface="Noto Sans JP"/>
                <a:ea typeface="Noto Sans JP"/>
              </a:rPr>
              <a:t>節約しようとしている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914400" y="1514475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17F"/>
                </a:solidFill>
                <a:latin typeface="Arial"/>
                <a:ea typeface="Arial"/>
              </a:rPr>
              <a:t>PRACTICE</a:t>
            </a:r>
          </a:p>
        </p:txBody>
      </p:sp>
      <p:sp>
        <p:nvSpPr>
          <p:cNvPr id="4" name=""/>
          <p:cNvSpPr txBox="1"/>
          <p:nvPr/>
        </p:nvSpPr>
        <p:spPr>
          <a:xfrm>
            <a:off x="914400" y="1685925"/>
            <a:ext cx="3971925" cy="1209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6600" b="1">
                <a:solidFill>
                  <a:srgbClr val="1E1A1C"/>
                </a:solidFill>
                <a:latin typeface="Noto Sans JP"/>
                <a:ea typeface="Noto Sans JP"/>
              </a:rPr>
              <a:t>練習問題</a:t>
            </a:r>
          </a:p>
        </p:txBody>
      </p:sp>
      <p:sp>
        <p:nvSpPr>
          <p:cNvPr id="5" name=""/>
          <p:cNvSpPr/>
          <p:nvPr/>
        </p:nvSpPr>
        <p:spPr>
          <a:xfrm>
            <a:off x="914400" y="3028950"/>
            <a:ext cx="3429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6" name=""/>
          <p:cNvSpPr txBox="1"/>
          <p:nvPr/>
        </p:nvSpPr>
        <p:spPr>
          <a:xfrm>
            <a:off x="914400" y="3333750"/>
            <a:ext cx="72390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日本語を英語にしてみよう！ 各フレーズ5問 × 9 ＝ 全45問</a:t>
            </a:r>
          </a:p>
        </p:txBody>
      </p:sp>
      <p:sp>
        <p:nvSpPr>
          <p:cNvPr id="7" name=""/>
          <p:cNvSpPr/>
          <p:nvPr/>
        </p:nvSpPr>
        <p:spPr>
          <a:xfrm>
            <a:off x="914400" y="3952875"/>
            <a:ext cx="361950" cy="361950"/>
          </a:xfrm>
          <a:prstGeom prst="ellipse">
            <a:avLst/>
          </a:prstGeom>
          <a:solidFill>
            <a:srgbClr val="FCE6EF"/>
          </a:solidFill>
          <a:ln/>
        </p:spPr>
      </p:sp>
      <p:sp>
        <p:nvSpPr>
          <p:cNvPr id="8" name=""/>
          <p:cNvSpPr txBox="1"/>
          <p:nvPr/>
        </p:nvSpPr>
        <p:spPr>
          <a:xfrm>
            <a:off x="981075" y="4029075"/>
            <a:ext cx="238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C8417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9" name=""/>
          <p:cNvSpPr txBox="1"/>
          <p:nvPr/>
        </p:nvSpPr>
        <p:spPr>
          <a:xfrm>
            <a:off x="1428750" y="3990975"/>
            <a:ext cx="376237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574D52"/>
                </a:solidFill>
                <a:latin typeface="Noto Sans JP"/>
                <a:ea typeface="Noto Sans JP"/>
              </a:rPr>
              <a:t>日本語を読んで、英語で書いてみる</a:t>
            </a:r>
          </a:p>
        </p:txBody>
      </p:sp>
      <p:sp>
        <p:nvSpPr>
          <p:cNvPr id="10" name=""/>
          <p:cNvSpPr/>
          <p:nvPr/>
        </p:nvSpPr>
        <p:spPr>
          <a:xfrm>
            <a:off x="914400" y="4448175"/>
            <a:ext cx="361950" cy="361950"/>
          </a:xfrm>
          <a:prstGeom prst="ellipse">
            <a:avLst/>
          </a:prstGeom>
          <a:solidFill>
            <a:srgbClr val="FCE6E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981075" y="4524375"/>
            <a:ext cx="238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C8417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2" name=""/>
          <p:cNvSpPr txBox="1"/>
          <p:nvPr/>
        </p:nvSpPr>
        <p:spPr>
          <a:xfrm>
            <a:off x="1428750" y="4486275"/>
            <a:ext cx="377190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574D52"/>
                </a:solidFill>
                <a:latin typeface="Noto Sans JP"/>
                <a:ea typeface="Noto Sans JP"/>
              </a:rPr>
              <a:t>書いた英語を声に出して言ってみる</a:t>
            </a:r>
          </a:p>
        </p:txBody>
      </p:sp>
      <p:sp>
        <p:nvSpPr>
          <p:cNvPr id="13" name=""/>
          <p:cNvSpPr/>
          <p:nvPr/>
        </p:nvSpPr>
        <p:spPr>
          <a:xfrm>
            <a:off x="914400" y="4943475"/>
            <a:ext cx="361950" cy="361950"/>
          </a:xfrm>
          <a:prstGeom prst="ellipse">
            <a:avLst/>
          </a:prstGeom>
          <a:solidFill>
            <a:srgbClr val="FCE6EF"/>
          </a:solidFill>
          <a:ln/>
        </p:spPr>
      </p:sp>
      <p:sp>
        <p:nvSpPr>
          <p:cNvPr id="14" name=""/>
          <p:cNvSpPr txBox="1"/>
          <p:nvPr/>
        </p:nvSpPr>
        <p:spPr>
          <a:xfrm>
            <a:off x="981075" y="5019675"/>
            <a:ext cx="238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C8417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5" name=""/>
          <p:cNvSpPr txBox="1"/>
          <p:nvPr/>
        </p:nvSpPr>
        <p:spPr>
          <a:xfrm>
            <a:off x="1428750" y="4981575"/>
            <a:ext cx="379095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574D52"/>
                </a:solidFill>
                <a:latin typeface="Noto Sans JP"/>
                <a:ea typeface="Noto Sans JP"/>
              </a:rPr>
              <a:t>最後の「解答」ページで答え合わせ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762000" y="314325"/>
            <a:ext cx="4191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900" b="1">
                <a:solidFill>
                  <a:srgbClr val="1E1A1C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4" name=""/>
          <p:cNvSpPr/>
          <p:nvPr/>
        </p:nvSpPr>
        <p:spPr>
          <a:xfrm>
            <a:off x="1200150" y="419100"/>
            <a:ext cx="914400" cy="342900"/>
          </a:xfrm>
          <a:prstGeom prst="roundRect">
            <a:avLst>
              <a:gd name="adj" fmla="val 50000"/>
            </a:avLst>
          </a:prstGeom>
          <a:solidFill>
            <a:srgbClr val="C8417F"/>
          </a:solidFill>
          <a:ln/>
        </p:spPr>
      </p:sp>
      <p:sp>
        <p:nvSpPr>
          <p:cNvPr id="5" name=""/>
          <p:cNvSpPr txBox="1"/>
          <p:nvPr/>
        </p:nvSpPr>
        <p:spPr>
          <a:xfrm>
            <a:off x="1333500" y="466725"/>
            <a:ext cx="8572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FFFFFF"/>
                </a:solidFill>
                <a:latin typeface="Noto Sans JP"/>
                <a:ea typeface="Noto Sans JP"/>
              </a:rPr>
              <a:t>練習問題</a:t>
            </a:r>
          </a:p>
        </p:txBody>
      </p:sp>
      <p:sp>
        <p:nvSpPr>
          <p:cNvPr id="6" name=""/>
          <p:cNvSpPr txBox="1"/>
          <p:nvPr/>
        </p:nvSpPr>
        <p:spPr>
          <a:xfrm>
            <a:off x="762000" y="971550"/>
            <a:ext cx="2533650" cy="3619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E1A1C"/>
                </a:solidFill>
                <a:latin typeface="Arial"/>
                <a:ea typeface="Arial"/>
              </a:rPr>
              <a:t>I feel like </a:t>
            </a:r>
            <a:pPr/>
            <a:r>
              <a:rPr sz="2550" b="1">
                <a:solidFill>
                  <a:srgbClr val="C8417F"/>
                </a:solidFill>
                <a:latin typeface="Arial"/>
                <a:ea typeface="Arial"/>
              </a:rPr>
              <a:t>~ing</a:t>
            </a:r>
          </a:p>
        </p:txBody>
      </p:sp>
      <p:sp>
        <p:nvSpPr>
          <p:cNvPr id="7" name=""/>
          <p:cNvSpPr txBox="1"/>
          <p:nvPr/>
        </p:nvSpPr>
        <p:spPr>
          <a:xfrm>
            <a:off x="3038475" y="1019175"/>
            <a:ext cx="13239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〇〇な気分</a:t>
            </a:r>
          </a:p>
        </p:txBody>
      </p:sp>
      <p:sp>
        <p:nvSpPr>
          <p:cNvPr id="8" name=""/>
          <p:cNvSpPr/>
          <p:nvPr/>
        </p:nvSpPr>
        <p:spPr>
          <a:xfrm>
            <a:off x="762000" y="1514475"/>
            <a:ext cx="10668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9" name=""/>
          <p:cNvSpPr txBox="1"/>
          <p:nvPr/>
        </p:nvSpPr>
        <p:spPr>
          <a:xfrm>
            <a:off x="762000" y="192405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Q1</a:t>
            </a:r>
          </a:p>
        </p:txBody>
      </p:sp>
      <p:sp>
        <p:nvSpPr>
          <p:cNvPr id="10" name=""/>
          <p:cNvSpPr txBox="1"/>
          <p:nvPr/>
        </p:nvSpPr>
        <p:spPr>
          <a:xfrm>
            <a:off x="1600200" y="1866900"/>
            <a:ext cx="37909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今夜はお寿司を食べたい気分。</a:t>
            </a:r>
          </a:p>
        </p:txBody>
      </p:sp>
      <p:sp>
        <p:nvSpPr>
          <p:cNvPr id="11" name=""/>
          <p:cNvSpPr/>
          <p:nvPr/>
        </p:nvSpPr>
        <p:spPr>
          <a:xfrm>
            <a:off x="1600200" y="258127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2" name=""/>
          <p:cNvSpPr txBox="1"/>
          <p:nvPr/>
        </p:nvSpPr>
        <p:spPr>
          <a:xfrm>
            <a:off x="762000" y="2867025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Q2</a:t>
            </a:r>
          </a:p>
        </p:txBody>
      </p:sp>
      <p:sp>
        <p:nvSpPr>
          <p:cNvPr id="13" name=""/>
          <p:cNvSpPr txBox="1"/>
          <p:nvPr/>
        </p:nvSpPr>
        <p:spPr>
          <a:xfrm>
            <a:off x="1600200" y="2809875"/>
            <a:ext cx="37909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今日は料理する気分じゃない。</a:t>
            </a:r>
          </a:p>
        </p:txBody>
      </p:sp>
      <p:sp>
        <p:nvSpPr>
          <p:cNvPr id="14" name=""/>
          <p:cNvSpPr/>
          <p:nvPr/>
        </p:nvSpPr>
        <p:spPr>
          <a:xfrm>
            <a:off x="1600200" y="3524250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5" name=""/>
          <p:cNvSpPr txBox="1"/>
          <p:nvPr/>
        </p:nvSpPr>
        <p:spPr>
          <a:xfrm>
            <a:off x="762000" y="381000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Q3</a:t>
            </a:r>
          </a:p>
        </p:txBody>
      </p:sp>
      <p:sp>
        <p:nvSpPr>
          <p:cNvPr id="16" name=""/>
          <p:cNvSpPr txBox="1"/>
          <p:nvPr/>
        </p:nvSpPr>
        <p:spPr>
          <a:xfrm>
            <a:off x="1600200" y="3752850"/>
            <a:ext cx="30099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買い物に行きたい気分。</a:t>
            </a:r>
          </a:p>
        </p:txBody>
      </p:sp>
      <p:sp>
        <p:nvSpPr>
          <p:cNvPr id="17" name=""/>
          <p:cNvSpPr/>
          <p:nvPr/>
        </p:nvSpPr>
        <p:spPr>
          <a:xfrm>
            <a:off x="1600200" y="446722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8" name=""/>
          <p:cNvSpPr txBox="1"/>
          <p:nvPr/>
        </p:nvSpPr>
        <p:spPr>
          <a:xfrm>
            <a:off x="762000" y="4752975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Q4</a:t>
            </a:r>
          </a:p>
        </p:txBody>
      </p:sp>
      <p:sp>
        <p:nvSpPr>
          <p:cNvPr id="19" name=""/>
          <p:cNvSpPr txBox="1"/>
          <p:nvPr/>
        </p:nvSpPr>
        <p:spPr>
          <a:xfrm>
            <a:off x="1600200" y="4695825"/>
            <a:ext cx="32670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今は何もしたくない気分。</a:t>
            </a:r>
          </a:p>
        </p:txBody>
      </p:sp>
      <p:sp>
        <p:nvSpPr>
          <p:cNvPr id="20" name=""/>
          <p:cNvSpPr/>
          <p:nvPr/>
        </p:nvSpPr>
        <p:spPr>
          <a:xfrm>
            <a:off x="1600200" y="5410200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21" name=""/>
          <p:cNvSpPr txBox="1"/>
          <p:nvPr/>
        </p:nvSpPr>
        <p:spPr>
          <a:xfrm>
            <a:off x="762000" y="569595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Q5</a:t>
            </a:r>
          </a:p>
        </p:txBody>
      </p:sp>
      <p:sp>
        <p:nvSpPr>
          <p:cNvPr id="22" name=""/>
          <p:cNvSpPr txBox="1"/>
          <p:nvPr/>
        </p:nvSpPr>
        <p:spPr>
          <a:xfrm>
            <a:off x="1600200" y="5638800"/>
            <a:ext cx="24765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映画を観たい気分。</a:t>
            </a:r>
          </a:p>
        </p:txBody>
      </p:sp>
      <p:sp>
        <p:nvSpPr>
          <p:cNvPr id="23" name=""/>
          <p:cNvSpPr/>
          <p:nvPr/>
        </p:nvSpPr>
        <p:spPr>
          <a:xfrm>
            <a:off x="1600200" y="635317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762000" y="314325"/>
            <a:ext cx="4191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900" b="1">
                <a:solidFill>
                  <a:srgbClr val="1E1A1C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4" name=""/>
          <p:cNvSpPr/>
          <p:nvPr/>
        </p:nvSpPr>
        <p:spPr>
          <a:xfrm>
            <a:off x="1200150" y="419100"/>
            <a:ext cx="914400" cy="342900"/>
          </a:xfrm>
          <a:prstGeom prst="roundRect">
            <a:avLst>
              <a:gd name="adj" fmla="val 50000"/>
            </a:avLst>
          </a:prstGeom>
          <a:solidFill>
            <a:srgbClr val="C8417F"/>
          </a:solidFill>
          <a:ln/>
        </p:spPr>
      </p:sp>
      <p:sp>
        <p:nvSpPr>
          <p:cNvPr id="5" name=""/>
          <p:cNvSpPr txBox="1"/>
          <p:nvPr/>
        </p:nvSpPr>
        <p:spPr>
          <a:xfrm>
            <a:off x="1333500" y="466725"/>
            <a:ext cx="8572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FFFFFF"/>
                </a:solidFill>
                <a:latin typeface="Noto Sans JP"/>
                <a:ea typeface="Noto Sans JP"/>
              </a:rPr>
              <a:t>練習問題</a:t>
            </a:r>
          </a:p>
        </p:txBody>
      </p:sp>
      <p:sp>
        <p:nvSpPr>
          <p:cNvPr id="6" name=""/>
          <p:cNvSpPr txBox="1"/>
          <p:nvPr/>
        </p:nvSpPr>
        <p:spPr>
          <a:xfrm>
            <a:off x="762000" y="971550"/>
            <a:ext cx="1952625" cy="3619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E1A1C"/>
                </a:solidFill>
                <a:latin typeface="Arial"/>
                <a:ea typeface="Arial"/>
              </a:rPr>
              <a:t>I used to </a:t>
            </a:r>
            <a:pPr/>
            <a:r>
              <a:rPr sz="25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</a:p>
        </p:txBody>
      </p:sp>
      <p:sp>
        <p:nvSpPr>
          <p:cNvPr id="7" name=""/>
          <p:cNvSpPr txBox="1"/>
          <p:nvPr/>
        </p:nvSpPr>
        <p:spPr>
          <a:xfrm>
            <a:off x="2533650" y="1019175"/>
            <a:ext cx="17907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昔は〇〇してた</a:t>
            </a:r>
          </a:p>
        </p:txBody>
      </p:sp>
      <p:sp>
        <p:nvSpPr>
          <p:cNvPr id="8" name=""/>
          <p:cNvSpPr/>
          <p:nvPr/>
        </p:nvSpPr>
        <p:spPr>
          <a:xfrm>
            <a:off x="762000" y="1514475"/>
            <a:ext cx="10668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9" name=""/>
          <p:cNvSpPr txBox="1"/>
          <p:nvPr/>
        </p:nvSpPr>
        <p:spPr>
          <a:xfrm>
            <a:off x="762000" y="192405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Q1</a:t>
            </a:r>
          </a:p>
        </p:txBody>
      </p:sp>
      <p:sp>
        <p:nvSpPr>
          <p:cNvPr id="10" name=""/>
          <p:cNvSpPr txBox="1"/>
          <p:nvPr/>
        </p:nvSpPr>
        <p:spPr>
          <a:xfrm>
            <a:off x="1600200" y="1866900"/>
            <a:ext cx="29718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昔はピアノを弾いてた。</a:t>
            </a:r>
          </a:p>
        </p:txBody>
      </p:sp>
      <p:sp>
        <p:nvSpPr>
          <p:cNvPr id="11" name=""/>
          <p:cNvSpPr/>
          <p:nvPr/>
        </p:nvSpPr>
        <p:spPr>
          <a:xfrm>
            <a:off x="1600200" y="258127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2" name=""/>
          <p:cNvSpPr txBox="1"/>
          <p:nvPr/>
        </p:nvSpPr>
        <p:spPr>
          <a:xfrm>
            <a:off x="762000" y="2867025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Q2</a:t>
            </a:r>
          </a:p>
        </p:txBody>
      </p:sp>
      <p:sp>
        <p:nvSpPr>
          <p:cNvPr id="13" name=""/>
          <p:cNvSpPr txBox="1"/>
          <p:nvPr/>
        </p:nvSpPr>
        <p:spPr>
          <a:xfrm>
            <a:off x="1600200" y="2809875"/>
            <a:ext cx="27336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昔は大阪に住んでた。</a:t>
            </a:r>
          </a:p>
        </p:txBody>
      </p:sp>
      <p:sp>
        <p:nvSpPr>
          <p:cNvPr id="14" name=""/>
          <p:cNvSpPr/>
          <p:nvPr/>
        </p:nvSpPr>
        <p:spPr>
          <a:xfrm>
            <a:off x="1600200" y="3524250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5" name=""/>
          <p:cNvSpPr txBox="1"/>
          <p:nvPr/>
        </p:nvSpPr>
        <p:spPr>
          <a:xfrm>
            <a:off x="762000" y="381000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Q3</a:t>
            </a:r>
          </a:p>
        </p:txBody>
      </p:sp>
      <p:sp>
        <p:nvSpPr>
          <p:cNvPr id="16" name=""/>
          <p:cNvSpPr txBox="1"/>
          <p:nvPr/>
        </p:nvSpPr>
        <p:spPr>
          <a:xfrm>
            <a:off x="1600200" y="3752850"/>
            <a:ext cx="32575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昔はコーヒーを飲んでた。</a:t>
            </a:r>
          </a:p>
        </p:txBody>
      </p:sp>
      <p:sp>
        <p:nvSpPr>
          <p:cNvPr id="17" name=""/>
          <p:cNvSpPr/>
          <p:nvPr/>
        </p:nvSpPr>
        <p:spPr>
          <a:xfrm>
            <a:off x="1600200" y="446722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8" name=""/>
          <p:cNvSpPr txBox="1"/>
          <p:nvPr/>
        </p:nvSpPr>
        <p:spPr>
          <a:xfrm>
            <a:off x="762000" y="4752975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Q4</a:t>
            </a:r>
          </a:p>
        </p:txBody>
      </p:sp>
      <p:sp>
        <p:nvSpPr>
          <p:cNvPr id="19" name=""/>
          <p:cNvSpPr txBox="1"/>
          <p:nvPr/>
        </p:nvSpPr>
        <p:spPr>
          <a:xfrm>
            <a:off x="1600200" y="4695825"/>
            <a:ext cx="24669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昔は毎朝走ってた。</a:t>
            </a:r>
          </a:p>
        </p:txBody>
      </p:sp>
      <p:sp>
        <p:nvSpPr>
          <p:cNvPr id="20" name=""/>
          <p:cNvSpPr/>
          <p:nvPr/>
        </p:nvSpPr>
        <p:spPr>
          <a:xfrm>
            <a:off x="1600200" y="5410200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21" name=""/>
          <p:cNvSpPr txBox="1"/>
          <p:nvPr/>
        </p:nvSpPr>
        <p:spPr>
          <a:xfrm>
            <a:off x="762000" y="569595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Q5</a:t>
            </a:r>
          </a:p>
        </p:txBody>
      </p:sp>
      <p:sp>
        <p:nvSpPr>
          <p:cNvPr id="22" name=""/>
          <p:cNvSpPr txBox="1"/>
          <p:nvPr/>
        </p:nvSpPr>
        <p:spPr>
          <a:xfrm>
            <a:off x="1600200" y="5638800"/>
            <a:ext cx="24669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昔は犬を飼ってた。</a:t>
            </a:r>
          </a:p>
        </p:txBody>
      </p:sp>
      <p:sp>
        <p:nvSpPr>
          <p:cNvPr id="23" name=""/>
          <p:cNvSpPr/>
          <p:nvPr/>
        </p:nvSpPr>
        <p:spPr>
          <a:xfrm>
            <a:off x="1600200" y="635317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762000" y="314325"/>
            <a:ext cx="4191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900" b="1">
                <a:solidFill>
                  <a:srgbClr val="1E1A1C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4" name=""/>
          <p:cNvSpPr/>
          <p:nvPr/>
        </p:nvSpPr>
        <p:spPr>
          <a:xfrm>
            <a:off x="1200150" y="419100"/>
            <a:ext cx="914400" cy="342900"/>
          </a:xfrm>
          <a:prstGeom prst="roundRect">
            <a:avLst>
              <a:gd name="adj" fmla="val 50000"/>
            </a:avLst>
          </a:prstGeom>
          <a:solidFill>
            <a:srgbClr val="C8417F"/>
          </a:solidFill>
          <a:ln/>
        </p:spPr>
      </p:sp>
      <p:sp>
        <p:nvSpPr>
          <p:cNvPr id="5" name=""/>
          <p:cNvSpPr txBox="1"/>
          <p:nvPr/>
        </p:nvSpPr>
        <p:spPr>
          <a:xfrm>
            <a:off x="1333500" y="466725"/>
            <a:ext cx="8572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FFFFFF"/>
                </a:solidFill>
                <a:latin typeface="Noto Sans JP"/>
                <a:ea typeface="Noto Sans JP"/>
              </a:rPr>
              <a:t>練習問題</a:t>
            </a:r>
          </a:p>
        </p:txBody>
      </p:sp>
      <p:sp>
        <p:nvSpPr>
          <p:cNvPr id="6" name=""/>
          <p:cNvSpPr txBox="1"/>
          <p:nvPr/>
        </p:nvSpPr>
        <p:spPr>
          <a:xfrm>
            <a:off x="762000" y="971550"/>
            <a:ext cx="2809875" cy="3619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E1A1C"/>
                </a:solidFill>
                <a:latin typeface="Arial"/>
                <a:ea typeface="Arial"/>
              </a:rPr>
              <a:t>I should have </a:t>
            </a:r>
            <a:pPr/>
            <a:r>
              <a:rPr sz="25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</a:p>
        </p:txBody>
      </p:sp>
      <p:sp>
        <p:nvSpPr>
          <p:cNvPr id="7" name=""/>
          <p:cNvSpPr txBox="1"/>
          <p:nvPr/>
        </p:nvSpPr>
        <p:spPr>
          <a:xfrm>
            <a:off x="3276600" y="1019175"/>
            <a:ext cx="25241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〇〇しとけばよかった</a:t>
            </a:r>
          </a:p>
        </p:txBody>
      </p:sp>
      <p:sp>
        <p:nvSpPr>
          <p:cNvPr id="8" name=""/>
          <p:cNvSpPr/>
          <p:nvPr/>
        </p:nvSpPr>
        <p:spPr>
          <a:xfrm>
            <a:off x="762000" y="1514475"/>
            <a:ext cx="10668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9" name=""/>
          <p:cNvSpPr txBox="1"/>
          <p:nvPr/>
        </p:nvSpPr>
        <p:spPr>
          <a:xfrm>
            <a:off x="762000" y="192405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Q1</a:t>
            </a:r>
          </a:p>
        </p:txBody>
      </p:sp>
      <p:sp>
        <p:nvSpPr>
          <p:cNvPr id="10" name=""/>
          <p:cNvSpPr txBox="1"/>
          <p:nvPr/>
        </p:nvSpPr>
        <p:spPr>
          <a:xfrm>
            <a:off x="1600200" y="1866900"/>
            <a:ext cx="37909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もっと勉強しとけばよかった。</a:t>
            </a:r>
          </a:p>
        </p:txBody>
      </p:sp>
      <p:sp>
        <p:nvSpPr>
          <p:cNvPr id="11" name=""/>
          <p:cNvSpPr/>
          <p:nvPr/>
        </p:nvSpPr>
        <p:spPr>
          <a:xfrm>
            <a:off x="1600200" y="258127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2" name=""/>
          <p:cNvSpPr txBox="1"/>
          <p:nvPr/>
        </p:nvSpPr>
        <p:spPr>
          <a:xfrm>
            <a:off x="762000" y="2867025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Q2</a:t>
            </a:r>
          </a:p>
        </p:txBody>
      </p:sp>
      <p:sp>
        <p:nvSpPr>
          <p:cNvPr id="13" name=""/>
          <p:cNvSpPr txBox="1"/>
          <p:nvPr/>
        </p:nvSpPr>
        <p:spPr>
          <a:xfrm>
            <a:off x="1600200" y="2809875"/>
            <a:ext cx="43243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昨日夜ふかししなければよかった。</a:t>
            </a:r>
          </a:p>
        </p:txBody>
      </p:sp>
      <p:sp>
        <p:nvSpPr>
          <p:cNvPr id="14" name=""/>
          <p:cNvSpPr/>
          <p:nvPr/>
        </p:nvSpPr>
        <p:spPr>
          <a:xfrm>
            <a:off x="5391150" y="2857500"/>
            <a:ext cx="2619375" cy="266700"/>
          </a:xfrm>
          <a:prstGeom prst="roundRect">
            <a:avLst>
              <a:gd name="adj" fmla="val 50000"/>
            </a:avLst>
          </a:prstGeom>
          <a:solidFill>
            <a:srgbClr val="FCE6EF"/>
          </a:solidFill>
          <a:ln/>
        </p:spPr>
      </p:sp>
      <p:sp>
        <p:nvSpPr>
          <p:cNvPr id="15" name=""/>
          <p:cNvSpPr txBox="1"/>
          <p:nvPr/>
        </p:nvSpPr>
        <p:spPr>
          <a:xfrm>
            <a:off x="5505450" y="2886075"/>
            <a:ext cx="28670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8417F"/>
                </a:solidFill>
                <a:latin typeface="Noto Sans JP"/>
                <a:ea typeface="Noto Sans JP"/>
              </a:rPr>
              <a:t>ヒント：夜ふかしする = stay up late</a:t>
            </a:r>
          </a:p>
        </p:txBody>
      </p:sp>
      <p:sp>
        <p:nvSpPr>
          <p:cNvPr id="16" name=""/>
          <p:cNvSpPr/>
          <p:nvPr/>
        </p:nvSpPr>
        <p:spPr>
          <a:xfrm>
            <a:off x="1600200" y="3524250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7" name=""/>
          <p:cNvSpPr txBox="1"/>
          <p:nvPr/>
        </p:nvSpPr>
        <p:spPr>
          <a:xfrm>
            <a:off x="762000" y="381000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Q3</a:t>
            </a:r>
          </a:p>
        </p:txBody>
      </p:sp>
      <p:sp>
        <p:nvSpPr>
          <p:cNvPr id="18" name=""/>
          <p:cNvSpPr txBox="1"/>
          <p:nvPr/>
        </p:nvSpPr>
        <p:spPr>
          <a:xfrm>
            <a:off x="1600200" y="3752850"/>
            <a:ext cx="37909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もっと早く寝とけばよかった。</a:t>
            </a:r>
          </a:p>
        </p:txBody>
      </p:sp>
      <p:sp>
        <p:nvSpPr>
          <p:cNvPr id="19" name=""/>
          <p:cNvSpPr/>
          <p:nvPr/>
        </p:nvSpPr>
        <p:spPr>
          <a:xfrm>
            <a:off x="4933950" y="380047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CE6EF"/>
          </a:solidFill>
          <a:ln/>
        </p:spPr>
      </p:sp>
      <p:sp>
        <p:nvSpPr>
          <p:cNvPr id="20" name=""/>
          <p:cNvSpPr txBox="1"/>
          <p:nvPr/>
        </p:nvSpPr>
        <p:spPr>
          <a:xfrm>
            <a:off x="5048250" y="3829050"/>
            <a:ext cx="16002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8417F"/>
                </a:solidFill>
                <a:latin typeface="Noto Sans JP"/>
                <a:ea typeface="Noto Sans JP"/>
              </a:rPr>
              <a:t>ヒント：go → gone</a:t>
            </a:r>
          </a:p>
        </p:txBody>
      </p:sp>
      <p:sp>
        <p:nvSpPr>
          <p:cNvPr id="21" name=""/>
          <p:cNvSpPr/>
          <p:nvPr/>
        </p:nvSpPr>
        <p:spPr>
          <a:xfrm>
            <a:off x="1600200" y="446722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22" name=""/>
          <p:cNvSpPr txBox="1"/>
          <p:nvPr/>
        </p:nvSpPr>
        <p:spPr>
          <a:xfrm>
            <a:off x="762000" y="4752975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Q4</a:t>
            </a:r>
          </a:p>
        </p:txBody>
      </p:sp>
      <p:sp>
        <p:nvSpPr>
          <p:cNvPr id="23" name=""/>
          <p:cNvSpPr txBox="1"/>
          <p:nvPr/>
        </p:nvSpPr>
        <p:spPr>
          <a:xfrm>
            <a:off x="1600200" y="4695825"/>
            <a:ext cx="35147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傘を持ってくればよかった。</a:t>
            </a:r>
          </a:p>
        </p:txBody>
      </p:sp>
      <p:sp>
        <p:nvSpPr>
          <p:cNvPr id="24" name=""/>
          <p:cNvSpPr/>
          <p:nvPr/>
        </p:nvSpPr>
        <p:spPr>
          <a:xfrm>
            <a:off x="4686300" y="4743450"/>
            <a:ext cx="1971675" cy="266700"/>
          </a:xfrm>
          <a:prstGeom prst="roundRect">
            <a:avLst>
              <a:gd name="adj" fmla="val 50000"/>
            </a:avLst>
          </a:prstGeom>
          <a:solidFill>
            <a:srgbClr val="FCE6EF"/>
          </a:solidFill>
          <a:ln/>
        </p:spPr>
      </p:sp>
      <p:sp>
        <p:nvSpPr>
          <p:cNvPr id="25" name=""/>
          <p:cNvSpPr txBox="1"/>
          <p:nvPr/>
        </p:nvSpPr>
        <p:spPr>
          <a:xfrm>
            <a:off x="4800600" y="4772025"/>
            <a:ext cx="21145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8417F"/>
                </a:solidFill>
                <a:latin typeface="Noto Sans JP"/>
                <a:ea typeface="Noto Sans JP"/>
              </a:rPr>
              <a:t>ヒント：bring → brought</a:t>
            </a:r>
          </a:p>
        </p:txBody>
      </p:sp>
      <p:sp>
        <p:nvSpPr>
          <p:cNvPr id="26" name=""/>
          <p:cNvSpPr/>
          <p:nvPr/>
        </p:nvSpPr>
        <p:spPr>
          <a:xfrm>
            <a:off x="1600200" y="5410200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27" name=""/>
          <p:cNvSpPr txBox="1"/>
          <p:nvPr/>
        </p:nvSpPr>
        <p:spPr>
          <a:xfrm>
            <a:off x="762000" y="569595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Q5</a:t>
            </a:r>
          </a:p>
        </p:txBody>
      </p:sp>
      <p:sp>
        <p:nvSpPr>
          <p:cNvPr id="28" name=""/>
          <p:cNvSpPr txBox="1"/>
          <p:nvPr/>
        </p:nvSpPr>
        <p:spPr>
          <a:xfrm>
            <a:off x="1600200" y="5638800"/>
            <a:ext cx="40576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あんなに飲まなければよかった。</a:t>
            </a:r>
          </a:p>
        </p:txBody>
      </p:sp>
      <p:sp>
        <p:nvSpPr>
          <p:cNvPr id="29" name=""/>
          <p:cNvSpPr/>
          <p:nvPr/>
        </p:nvSpPr>
        <p:spPr>
          <a:xfrm>
            <a:off x="5162550" y="5686425"/>
            <a:ext cx="1828800" cy="266700"/>
          </a:xfrm>
          <a:prstGeom prst="roundRect">
            <a:avLst>
              <a:gd name="adj" fmla="val 50000"/>
            </a:avLst>
          </a:prstGeom>
          <a:solidFill>
            <a:srgbClr val="FCE6EF"/>
          </a:solidFill>
          <a:ln/>
        </p:spPr>
      </p:sp>
      <p:sp>
        <p:nvSpPr>
          <p:cNvPr id="30" name=""/>
          <p:cNvSpPr txBox="1"/>
          <p:nvPr/>
        </p:nvSpPr>
        <p:spPr>
          <a:xfrm>
            <a:off x="5276850" y="5715000"/>
            <a:ext cx="19526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8417F"/>
                </a:solidFill>
                <a:latin typeface="Noto Sans JP"/>
                <a:ea typeface="Noto Sans JP"/>
              </a:rPr>
              <a:t>ヒント：drink → drunk</a:t>
            </a:r>
          </a:p>
        </p:txBody>
      </p:sp>
      <p:sp>
        <p:nvSpPr>
          <p:cNvPr id="31" name=""/>
          <p:cNvSpPr/>
          <p:nvPr/>
        </p:nvSpPr>
        <p:spPr>
          <a:xfrm>
            <a:off x="1600200" y="635317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762000" y="314325"/>
            <a:ext cx="4191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900" b="1">
                <a:solidFill>
                  <a:srgbClr val="1E1A1C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4" name=""/>
          <p:cNvSpPr/>
          <p:nvPr/>
        </p:nvSpPr>
        <p:spPr>
          <a:xfrm>
            <a:off x="1200150" y="419100"/>
            <a:ext cx="914400" cy="342900"/>
          </a:xfrm>
          <a:prstGeom prst="roundRect">
            <a:avLst>
              <a:gd name="adj" fmla="val 50000"/>
            </a:avLst>
          </a:prstGeom>
          <a:solidFill>
            <a:srgbClr val="C8417F"/>
          </a:solidFill>
          <a:ln/>
        </p:spPr>
      </p:sp>
      <p:sp>
        <p:nvSpPr>
          <p:cNvPr id="5" name=""/>
          <p:cNvSpPr txBox="1"/>
          <p:nvPr/>
        </p:nvSpPr>
        <p:spPr>
          <a:xfrm>
            <a:off x="1333500" y="466725"/>
            <a:ext cx="8572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FFFFFF"/>
                </a:solidFill>
                <a:latin typeface="Noto Sans JP"/>
                <a:ea typeface="Noto Sans JP"/>
              </a:rPr>
              <a:t>練習問題</a:t>
            </a:r>
          </a:p>
        </p:txBody>
      </p:sp>
      <p:sp>
        <p:nvSpPr>
          <p:cNvPr id="6" name=""/>
          <p:cNvSpPr txBox="1"/>
          <p:nvPr/>
        </p:nvSpPr>
        <p:spPr>
          <a:xfrm>
            <a:off x="762000" y="971550"/>
            <a:ext cx="3190875" cy="3619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E1A1C"/>
                </a:solidFill>
                <a:latin typeface="Arial"/>
                <a:ea typeface="Arial"/>
              </a:rPr>
              <a:t>Do you wanna </a:t>
            </a:r>
            <a:pPr/>
            <a:r>
              <a:rPr sz="25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  <a:pPr/>
            <a:r>
              <a:rPr sz="2550" b="1">
                <a:solidFill>
                  <a:srgbClr val="1E1A1C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7" name=""/>
          <p:cNvSpPr txBox="1"/>
          <p:nvPr/>
        </p:nvSpPr>
        <p:spPr>
          <a:xfrm>
            <a:off x="3609975" y="1019175"/>
            <a:ext cx="15621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〇〇したい？</a:t>
            </a:r>
          </a:p>
        </p:txBody>
      </p:sp>
      <p:sp>
        <p:nvSpPr>
          <p:cNvPr id="8" name=""/>
          <p:cNvSpPr/>
          <p:nvPr/>
        </p:nvSpPr>
        <p:spPr>
          <a:xfrm>
            <a:off x="762000" y="1514475"/>
            <a:ext cx="10668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9" name=""/>
          <p:cNvSpPr txBox="1"/>
          <p:nvPr/>
        </p:nvSpPr>
        <p:spPr>
          <a:xfrm>
            <a:off x="762000" y="192405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Q1</a:t>
            </a:r>
          </a:p>
        </p:txBody>
      </p:sp>
      <p:sp>
        <p:nvSpPr>
          <p:cNvPr id="10" name=""/>
          <p:cNvSpPr txBox="1"/>
          <p:nvPr/>
        </p:nvSpPr>
        <p:spPr>
          <a:xfrm>
            <a:off x="1600200" y="1866900"/>
            <a:ext cx="22193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ビーチ行かへん？</a:t>
            </a:r>
          </a:p>
        </p:txBody>
      </p:sp>
      <p:sp>
        <p:nvSpPr>
          <p:cNvPr id="11" name=""/>
          <p:cNvSpPr/>
          <p:nvPr/>
        </p:nvSpPr>
        <p:spPr>
          <a:xfrm>
            <a:off x="1600200" y="258127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2" name=""/>
          <p:cNvSpPr txBox="1"/>
          <p:nvPr/>
        </p:nvSpPr>
        <p:spPr>
          <a:xfrm>
            <a:off x="762000" y="2867025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Q2</a:t>
            </a:r>
          </a:p>
        </p:txBody>
      </p:sp>
      <p:sp>
        <p:nvSpPr>
          <p:cNvPr id="13" name=""/>
          <p:cNvSpPr txBox="1"/>
          <p:nvPr/>
        </p:nvSpPr>
        <p:spPr>
          <a:xfrm>
            <a:off x="1600200" y="2809875"/>
            <a:ext cx="32670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コーヒー飲みに行かへん？</a:t>
            </a:r>
          </a:p>
        </p:txBody>
      </p:sp>
      <p:sp>
        <p:nvSpPr>
          <p:cNvPr id="14" name=""/>
          <p:cNvSpPr/>
          <p:nvPr/>
        </p:nvSpPr>
        <p:spPr>
          <a:xfrm>
            <a:off x="1600200" y="3524250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5" name=""/>
          <p:cNvSpPr txBox="1"/>
          <p:nvPr/>
        </p:nvSpPr>
        <p:spPr>
          <a:xfrm>
            <a:off x="762000" y="381000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Q3</a:t>
            </a:r>
          </a:p>
        </p:txBody>
      </p:sp>
      <p:sp>
        <p:nvSpPr>
          <p:cNvPr id="16" name=""/>
          <p:cNvSpPr txBox="1"/>
          <p:nvPr/>
        </p:nvSpPr>
        <p:spPr>
          <a:xfrm>
            <a:off x="1600200" y="3752850"/>
            <a:ext cx="14287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映画観る？</a:t>
            </a:r>
          </a:p>
        </p:txBody>
      </p:sp>
      <p:sp>
        <p:nvSpPr>
          <p:cNvPr id="17" name=""/>
          <p:cNvSpPr/>
          <p:nvPr/>
        </p:nvSpPr>
        <p:spPr>
          <a:xfrm>
            <a:off x="1600200" y="446722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8" name=""/>
          <p:cNvSpPr txBox="1"/>
          <p:nvPr/>
        </p:nvSpPr>
        <p:spPr>
          <a:xfrm>
            <a:off x="762000" y="4752975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Q4</a:t>
            </a:r>
          </a:p>
        </p:txBody>
      </p:sp>
      <p:sp>
        <p:nvSpPr>
          <p:cNvPr id="19" name=""/>
          <p:cNvSpPr txBox="1"/>
          <p:nvPr/>
        </p:nvSpPr>
        <p:spPr>
          <a:xfrm>
            <a:off x="1600200" y="4695825"/>
            <a:ext cx="30099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一緒にランチ食べへん？</a:t>
            </a:r>
          </a:p>
        </p:txBody>
      </p:sp>
      <p:sp>
        <p:nvSpPr>
          <p:cNvPr id="20" name=""/>
          <p:cNvSpPr/>
          <p:nvPr/>
        </p:nvSpPr>
        <p:spPr>
          <a:xfrm>
            <a:off x="1600200" y="5410200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21" name=""/>
          <p:cNvSpPr txBox="1"/>
          <p:nvPr/>
        </p:nvSpPr>
        <p:spPr>
          <a:xfrm>
            <a:off x="762000" y="569595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Q5</a:t>
            </a:r>
          </a:p>
        </p:txBody>
      </p:sp>
      <p:sp>
        <p:nvSpPr>
          <p:cNvPr id="22" name=""/>
          <p:cNvSpPr txBox="1"/>
          <p:nvPr/>
        </p:nvSpPr>
        <p:spPr>
          <a:xfrm>
            <a:off x="1600200" y="5638800"/>
            <a:ext cx="19526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明日遊ばへん？</a:t>
            </a:r>
          </a:p>
        </p:txBody>
      </p:sp>
      <p:sp>
        <p:nvSpPr>
          <p:cNvPr id="23" name=""/>
          <p:cNvSpPr/>
          <p:nvPr/>
        </p:nvSpPr>
        <p:spPr>
          <a:xfrm>
            <a:off x="3333750" y="5686425"/>
            <a:ext cx="1857375" cy="266700"/>
          </a:xfrm>
          <a:prstGeom prst="roundRect">
            <a:avLst>
              <a:gd name="adj" fmla="val 50000"/>
            </a:avLst>
          </a:prstGeom>
          <a:solidFill>
            <a:srgbClr val="FCE6EF"/>
          </a:solidFill>
          <a:ln/>
        </p:spPr>
      </p:sp>
      <p:sp>
        <p:nvSpPr>
          <p:cNvPr id="24" name=""/>
          <p:cNvSpPr txBox="1"/>
          <p:nvPr/>
        </p:nvSpPr>
        <p:spPr>
          <a:xfrm>
            <a:off x="3448050" y="5715000"/>
            <a:ext cx="19907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8417F"/>
                </a:solidFill>
                <a:latin typeface="Noto Sans JP"/>
                <a:ea typeface="Noto Sans JP"/>
              </a:rPr>
              <a:t>ヒント：遊ぶ = hang out</a:t>
            </a:r>
          </a:p>
        </p:txBody>
      </p:sp>
      <p:sp>
        <p:nvSpPr>
          <p:cNvPr id="25" name=""/>
          <p:cNvSpPr/>
          <p:nvPr/>
        </p:nvSpPr>
        <p:spPr>
          <a:xfrm>
            <a:off x="1600200" y="635317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762000" y="314325"/>
            <a:ext cx="4191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900" b="1">
                <a:solidFill>
                  <a:srgbClr val="1E1A1C"/>
                </a:solidFill>
                <a:latin typeface="Arial"/>
                <a:ea typeface="Arial"/>
              </a:rPr>
              <a:t>5</a:t>
            </a:r>
          </a:p>
        </p:txBody>
      </p:sp>
      <p:sp>
        <p:nvSpPr>
          <p:cNvPr id="4" name=""/>
          <p:cNvSpPr/>
          <p:nvPr/>
        </p:nvSpPr>
        <p:spPr>
          <a:xfrm>
            <a:off x="1200150" y="419100"/>
            <a:ext cx="914400" cy="342900"/>
          </a:xfrm>
          <a:prstGeom prst="roundRect">
            <a:avLst>
              <a:gd name="adj" fmla="val 50000"/>
            </a:avLst>
          </a:prstGeom>
          <a:solidFill>
            <a:srgbClr val="C8417F"/>
          </a:solidFill>
          <a:ln/>
        </p:spPr>
      </p:sp>
      <p:sp>
        <p:nvSpPr>
          <p:cNvPr id="5" name=""/>
          <p:cNvSpPr txBox="1"/>
          <p:nvPr/>
        </p:nvSpPr>
        <p:spPr>
          <a:xfrm>
            <a:off x="1333500" y="466725"/>
            <a:ext cx="8572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FFFFFF"/>
                </a:solidFill>
                <a:latin typeface="Noto Sans JP"/>
                <a:ea typeface="Noto Sans JP"/>
              </a:rPr>
              <a:t>練習問題</a:t>
            </a:r>
          </a:p>
        </p:txBody>
      </p:sp>
      <p:sp>
        <p:nvSpPr>
          <p:cNvPr id="6" name=""/>
          <p:cNvSpPr txBox="1"/>
          <p:nvPr/>
        </p:nvSpPr>
        <p:spPr>
          <a:xfrm>
            <a:off x="762000" y="971550"/>
            <a:ext cx="2962275" cy="3619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E1A1C"/>
                </a:solidFill>
                <a:latin typeface="Arial"/>
                <a:ea typeface="Arial"/>
              </a:rPr>
              <a:t>I'm looking for </a:t>
            </a:r>
            <a:pPr/>
            <a:r>
              <a:rPr sz="25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</a:p>
        </p:txBody>
      </p:sp>
      <p:sp>
        <p:nvSpPr>
          <p:cNvPr id="7" name=""/>
          <p:cNvSpPr txBox="1"/>
          <p:nvPr/>
        </p:nvSpPr>
        <p:spPr>
          <a:xfrm>
            <a:off x="3409950" y="1019175"/>
            <a:ext cx="20193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〇〇を探してます</a:t>
            </a:r>
          </a:p>
        </p:txBody>
      </p:sp>
      <p:sp>
        <p:nvSpPr>
          <p:cNvPr id="8" name=""/>
          <p:cNvSpPr/>
          <p:nvPr/>
        </p:nvSpPr>
        <p:spPr>
          <a:xfrm>
            <a:off x="762000" y="1514475"/>
            <a:ext cx="10668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9" name=""/>
          <p:cNvSpPr txBox="1"/>
          <p:nvPr/>
        </p:nvSpPr>
        <p:spPr>
          <a:xfrm>
            <a:off x="762000" y="192405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Q1</a:t>
            </a:r>
          </a:p>
        </p:txBody>
      </p:sp>
      <p:sp>
        <p:nvSpPr>
          <p:cNvPr id="10" name=""/>
          <p:cNvSpPr txBox="1"/>
          <p:nvPr/>
        </p:nvSpPr>
        <p:spPr>
          <a:xfrm>
            <a:off x="1600200" y="1866900"/>
            <a:ext cx="21717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鍵を探してます。</a:t>
            </a:r>
          </a:p>
        </p:txBody>
      </p:sp>
      <p:sp>
        <p:nvSpPr>
          <p:cNvPr id="11" name=""/>
          <p:cNvSpPr/>
          <p:nvPr/>
        </p:nvSpPr>
        <p:spPr>
          <a:xfrm>
            <a:off x="1600200" y="258127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2" name=""/>
          <p:cNvSpPr txBox="1"/>
          <p:nvPr/>
        </p:nvSpPr>
        <p:spPr>
          <a:xfrm>
            <a:off x="762000" y="2867025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Q2</a:t>
            </a:r>
          </a:p>
        </p:txBody>
      </p:sp>
      <p:sp>
        <p:nvSpPr>
          <p:cNvPr id="13" name=""/>
          <p:cNvSpPr txBox="1"/>
          <p:nvPr/>
        </p:nvSpPr>
        <p:spPr>
          <a:xfrm>
            <a:off x="1600200" y="2809875"/>
            <a:ext cx="66389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（どこでもいいから）コンビニを探してるんですけど。</a:t>
            </a:r>
          </a:p>
        </p:txBody>
      </p:sp>
      <p:sp>
        <p:nvSpPr>
          <p:cNvPr id="14" name=""/>
          <p:cNvSpPr/>
          <p:nvPr/>
        </p:nvSpPr>
        <p:spPr>
          <a:xfrm>
            <a:off x="1600200" y="3524250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5" name=""/>
          <p:cNvSpPr txBox="1"/>
          <p:nvPr/>
        </p:nvSpPr>
        <p:spPr>
          <a:xfrm>
            <a:off x="762000" y="381000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Q3</a:t>
            </a:r>
          </a:p>
        </p:txBody>
      </p:sp>
      <p:sp>
        <p:nvSpPr>
          <p:cNvPr id="16" name=""/>
          <p:cNvSpPr txBox="1"/>
          <p:nvPr/>
        </p:nvSpPr>
        <p:spPr>
          <a:xfrm>
            <a:off x="1600200" y="3752850"/>
            <a:ext cx="45529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エッフェル塔を探してるんですけど。</a:t>
            </a:r>
          </a:p>
        </p:txBody>
      </p:sp>
      <p:sp>
        <p:nvSpPr>
          <p:cNvPr id="17" name=""/>
          <p:cNvSpPr/>
          <p:nvPr/>
        </p:nvSpPr>
        <p:spPr>
          <a:xfrm>
            <a:off x="1600200" y="446722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8" name=""/>
          <p:cNvSpPr txBox="1"/>
          <p:nvPr/>
        </p:nvSpPr>
        <p:spPr>
          <a:xfrm>
            <a:off x="762000" y="4752975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Q4</a:t>
            </a:r>
          </a:p>
        </p:txBody>
      </p:sp>
      <p:sp>
        <p:nvSpPr>
          <p:cNvPr id="19" name=""/>
          <p:cNvSpPr txBox="1"/>
          <p:nvPr/>
        </p:nvSpPr>
        <p:spPr>
          <a:xfrm>
            <a:off x="1600200" y="4695825"/>
            <a:ext cx="42767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友達へのプレゼントを探してます。</a:t>
            </a:r>
          </a:p>
        </p:txBody>
      </p:sp>
      <p:sp>
        <p:nvSpPr>
          <p:cNvPr id="20" name=""/>
          <p:cNvSpPr/>
          <p:nvPr/>
        </p:nvSpPr>
        <p:spPr>
          <a:xfrm>
            <a:off x="1600200" y="5410200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21" name=""/>
          <p:cNvSpPr txBox="1"/>
          <p:nvPr/>
        </p:nvSpPr>
        <p:spPr>
          <a:xfrm>
            <a:off x="762000" y="569595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Q5</a:t>
            </a:r>
          </a:p>
        </p:txBody>
      </p:sp>
      <p:sp>
        <p:nvSpPr>
          <p:cNvPr id="22" name=""/>
          <p:cNvSpPr txBox="1"/>
          <p:nvPr/>
        </p:nvSpPr>
        <p:spPr>
          <a:xfrm>
            <a:off x="1600200" y="5638800"/>
            <a:ext cx="34956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出口を探してるんですけど。</a:t>
            </a:r>
          </a:p>
        </p:txBody>
      </p:sp>
      <p:sp>
        <p:nvSpPr>
          <p:cNvPr id="23" name=""/>
          <p:cNvSpPr/>
          <p:nvPr/>
        </p:nvSpPr>
        <p:spPr>
          <a:xfrm>
            <a:off x="1600200" y="635317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762000" y="314325"/>
            <a:ext cx="4191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900" b="1">
                <a:solidFill>
                  <a:srgbClr val="1E1A1C"/>
                </a:solidFill>
                <a:latin typeface="Arial"/>
                <a:ea typeface="Arial"/>
              </a:rPr>
              <a:t>6</a:t>
            </a:r>
          </a:p>
        </p:txBody>
      </p:sp>
      <p:sp>
        <p:nvSpPr>
          <p:cNvPr id="4" name=""/>
          <p:cNvSpPr/>
          <p:nvPr/>
        </p:nvSpPr>
        <p:spPr>
          <a:xfrm>
            <a:off x="1200150" y="419100"/>
            <a:ext cx="914400" cy="342900"/>
          </a:xfrm>
          <a:prstGeom prst="roundRect">
            <a:avLst>
              <a:gd name="adj" fmla="val 50000"/>
            </a:avLst>
          </a:prstGeom>
          <a:solidFill>
            <a:srgbClr val="C8417F"/>
          </a:solidFill>
          <a:ln/>
        </p:spPr>
      </p:sp>
      <p:sp>
        <p:nvSpPr>
          <p:cNvPr id="5" name=""/>
          <p:cNvSpPr txBox="1"/>
          <p:nvPr/>
        </p:nvSpPr>
        <p:spPr>
          <a:xfrm>
            <a:off x="1333500" y="466725"/>
            <a:ext cx="8572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FFFFFF"/>
                </a:solidFill>
                <a:latin typeface="Noto Sans JP"/>
                <a:ea typeface="Noto Sans JP"/>
              </a:rPr>
              <a:t>練習問題</a:t>
            </a:r>
          </a:p>
        </p:txBody>
      </p:sp>
      <p:sp>
        <p:nvSpPr>
          <p:cNvPr id="6" name=""/>
          <p:cNvSpPr txBox="1"/>
          <p:nvPr/>
        </p:nvSpPr>
        <p:spPr>
          <a:xfrm>
            <a:off x="762000" y="971550"/>
            <a:ext cx="1638300" cy="3619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E1A1C"/>
                </a:solidFill>
                <a:latin typeface="Arial"/>
                <a:ea typeface="Arial"/>
              </a:rPr>
              <a:t>I might </a:t>
            </a:r>
            <a:pPr/>
            <a:r>
              <a:rPr sz="25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</a:p>
        </p:txBody>
      </p:sp>
      <p:sp>
        <p:nvSpPr>
          <p:cNvPr id="7" name=""/>
          <p:cNvSpPr txBox="1"/>
          <p:nvPr/>
        </p:nvSpPr>
        <p:spPr>
          <a:xfrm>
            <a:off x="2257425" y="1019175"/>
            <a:ext cx="25241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〇〇するかもしれない</a:t>
            </a:r>
          </a:p>
        </p:txBody>
      </p:sp>
      <p:sp>
        <p:nvSpPr>
          <p:cNvPr id="8" name=""/>
          <p:cNvSpPr/>
          <p:nvPr/>
        </p:nvSpPr>
        <p:spPr>
          <a:xfrm>
            <a:off x="762000" y="1514475"/>
            <a:ext cx="10668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9" name=""/>
          <p:cNvSpPr txBox="1"/>
          <p:nvPr/>
        </p:nvSpPr>
        <p:spPr>
          <a:xfrm>
            <a:off x="762000" y="192405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Q1</a:t>
            </a:r>
          </a:p>
        </p:txBody>
      </p:sp>
      <p:sp>
        <p:nvSpPr>
          <p:cNvPr id="10" name=""/>
          <p:cNvSpPr txBox="1"/>
          <p:nvPr/>
        </p:nvSpPr>
        <p:spPr>
          <a:xfrm>
            <a:off x="1600200" y="1866900"/>
            <a:ext cx="27336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パーティー行くかも。</a:t>
            </a:r>
          </a:p>
        </p:txBody>
      </p:sp>
      <p:sp>
        <p:nvSpPr>
          <p:cNvPr id="11" name=""/>
          <p:cNvSpPr/>
          <p:nvPr/>
        </p:nvSpPr>
        <p:spPr>
          <a:xfrm>
            <a:off x="1600200" y="258127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2" name=""/>
          <p:cNvSpPr txBox="1"/>
          <p:nvPr/>
        </p:nvSpPr>
        <p:spPr>
          <a:xfrm>
            <a:off x="762000" y="2867025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Q2</a:t>
            </a:r>
          </a:p>
        </p:txBody>
      </p:sp>
      <p:sp>
        <p:nvSpPr>
          <p:cNvPr id="13" name=""/>
          <p:cNvSpPr txBox="1"/>
          <p:nvPr/>
        </p:nvSpPr>
        <p:spPr>
          <a:xfrm>
            <a:off x="1600200" y="2809875"/>
            <a:ext cx="27432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新しい携帯買うかも。</a:t>
            </a:r>
          </a:p>
        </p:txBody>
      </p:sp>
      <p:sp>
        <p:nvSpPr>
          <p:cNvPr id="14" name=""/>
          <p:cNvSpPr/>
          <p:nvPr/>
        </p:nvSpPr>
        <p:spPr>
          <a:xfrm>
            <a:off x="1600200" y="3524250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5" name=""/>
          <p:cNvSpPr txBox="1"/>
          <p:nvPr/>
        </p:nvSpPr>
        <p:spPr>
          <a:xfrm>
            <a:off x="762000" y="381000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Q3</a:t>
            </a:r>
          </a:p>
        </p:txBody>
      </p:sp>
      <p:sp>
        <p:nvSpPr>
          <p:cNvPr id="16" name=""/>
          <p:cNvSpPr txBox="1"/>
          <p:nvPr/>
        </p:nvSpPr>
        <p:spPr>
          <a:xfrm>
            <a:off x="1600200" y="3752850"/>
            <a:ext cx="19526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時間ないかも。</a:t>
            </a:r>
          </a:p>
        </p:txBody>
      </p:sp>
      <p:sp>
        <p:nvSpPr>
          <p:cNvPr id="17" name=""/>
          <p:cNvSpPr/>
          <p:nvPr/>
        </p:nvSpPr>
        <p:spPr>
          <a:xfrm>
            <a:off x="1600200" y="446722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8" name=""/>
          <p:cNvSpPr txBox="1"/>
          <p:nvPr/>
        </p:nvSpPr>
        <p:spPr>
          <a:xfrm>
            <a:off x="762000" y="4752975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Q4</a:t>
            </a:r>
          </a:p>
        </p:txBody>
      </p:sp>
      <p:sp>
        <p:nvSpPr>
          <p:cNvPr id="19" name=""/>
          <p:cNvSpPr txBox="1"/>
          <p:nvPr/>
        </p:nvSpPr>
        <p:spPr>
          <a:xfrm>
            <a:off x="1600200" y="4695825"/>
            <a:ext cx="24765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今夜電話するかも。</a:t>
            </a:r>
          </a:p>
        </p:txBody>
      </p:sp>
      <p:sp>
        <p:nvSpPr>
          <p:cNvPr id="20" name=""/>
          <p:cNvSpPr/>
          <p:nvPr/>
        </p:nvSpPr>
        <p:spPr>
          <a:xfrm>
            <a:off x="1600200" y="5410200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21" name=""/>
          <p:cNvSpPr txBox="1"/>
          <p:nvPr/>
        </p:nvSpPr>
        <p:spPr>
          <a:xfrm>
            <a:off x="762000" y="569595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Q5</a:t>
            </a:r>
          </a:p>
        </p:txBody>
      </p:sp>
      <p:sp>
        <p:nvSpPr>
          <p:cNvPr id="22" name=""/>
          <p:cNvSpPr txBox="1"/>
          <p:nvPr/>
        </p:nvSpPr>
        <p:spPr>
          <a:xfrm>
            <a:off x="1600200" y="5638800"/>
            <a:ext cx="27432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週末は家にいるかも。</a:t>
            </a:r>
          </a:p>
        </p:txBody>
      </p:sp>
      <p:sp>
        <p:nvSpPr>
          <p:cNvPr id="23" name=""/>
          <p:cNvSpPr/>
          <p:nvPr/>
        </p:nvSpPr>
        <p:spPr>
          <a:xfrm>
            <a:off x="1600200" y="635317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762000" y="314325"/>
            <a:ext cx="4191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900" b="1">
                <a:solidFill>
                  <a:srgbClr val="1E1A1C"/>
                </a:solidFill>
                <a:latin typeface="Arial"/>
                <a:ea typeface="Arial"/>
              </a:rPr>
              <a:t>7</a:t>
            </a:r>
          </a:p>
        </p:txBody>
      </p:sp>
      <p:sp>
        <p:nvSpPr>
          <p:cNvPr id="4" name=""/>
          <p:cNvSpPr/>
          <p:nvPr/>
        </p:nvSpPr>
        <p:spPr>
          <a:xfrm>
            <a:off x="1200150" y="419100"/>
            <a:ext cx="914400" cy="342900"/>
          </a:xfrm>
          <a:prstGeom prst="roundRect">
            <a:avLst>
              <a:gd name="adj" fmla="val 50000"/>
            </a:avLst>
          </a:prstGeom>
          <a:solidFill>
            <a:srgbClr val="C8417F"/>
          </a:solidFill>
          <a:ln/>
        </p:spPr>
      </p:sp>
      <p:sp>
        <p:nvSpPr>
          <p:cNvPr id="5" name=""/>
          <p:cNvSpPr txBox="1"/>
          <p:nvPr/>
        </p:nvSpPr>
        <p:spPr>
          <a:xfrm>
            <a:off x="1333500" y="466725"/>
            <a:ext cx="8572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FFFFFF"/>
                </a:solidFill>
                <a:latin typeface="Noto Sans JP"/>
                <a:ea typeface="Noto Sans JP"/>
              </a:rPr>
              <a:t>練習問題</a:t>
            </a:r>
          </a:p>
        </p:txBody>
      </p:sp>
      <p:sp>
        <p:nvSpPr>
          <p:cNvPr id="6" name=""/>
          <p:cNvSpPr txBox="1"/>
          <p:nvPr/>
        </p:nvSpPr>
        <p:spPr>
          <a:xfrm>
            <a:off x="762000" y="971550"/>
            <a:ext cx="3429000" cy="3619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E1A1C"/>
                </a:solidFill>
                <a:latin typeface="Arial"/>
                <a:ea typeface="Arial"/>
              </a:rPr>
              <a:t>Do you mind if I </a:t>
            </a:r>
            <a:pPr/>
            <a:r>
              <a:rPr sz="25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  <a:pPr/>
            <a:r>
              <a:rPr sz="2550" b="1">
                <a:solidFill>
                  <a:srgbClr val="1E1A1C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7" name=""/>
          <p:cNvSpPr txBox="1"/>
          <p:nvPr/>
        </p:nvSpPr>
        <p:spPr>
          <a:xfrm>
            <a:off x="3819525" y="1019175"/>
            <a:ext cx="27336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〇〇してもいいですか？</a:t>
            </a:r>
          </a:p>
        </p:txBody>
      </p:sp>
      <p:sp>
        <p:nvSpPr>
          <p:cNvPr id="8" name=""/>
          <p:cNvSpPr/>
          <p:nvPr/>
        </p:nvSpPr>
        <p:spPr>
          <a:xfrm>
            <a:off x="762000" y="1514475"/>
            <a:ext cx="10668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9" name=""/>
          <p:cNvSpPr txBox="1"/>
          <p:nvPr/>
        </p:nvSpPr>
        <p:spPr>
          <a:xfrm>
            <a:off x="762000" y="1876425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Q1</a:t>
            </a:r>
          </a:p>
        </p:txBody>
      </p:sp>
      <p:sp>
        <p:nvSpPr>
          <p:cNvPr id="10" name=""/>
          <p:cNvSpPr txBox="1"/>
          <p:nvPr/>
        </p:nvSpPr>
        <p:spPr>
          <a:xfrm>
            <a:off x="1600200" y="1819275"/>
            <a:ext cx="35147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ドアを閉めてもいいですか？</a:t>
            </a:r>
          </a:p>
        </p:txBody>
      </p:sp>
      <p:sp>
        <p:nvSpPr>
          <p:cNvPr id="11" name=""/>
          <p:cNvSpPr/>
          <p:nvPr/>
        </p:nvSpPr>
        <p:spPr>
          <a:xfrm>
            <a:off x="1600200" y="2533650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2" name=""/>
          <p:cNvSpPr txBox="1"/>
          <p:nvPr/>
        </p:nvSpPr>
        <p:spPr>
          <a:xfrm>
            <a:off x="762000" y="2714625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Q2</a:t>
            </a:r>
          </a:p>
        </p:txBody>
      </p:sp>
      <p:sp>
        <p:nvSpPr>
          <p:cNvPr id="13" name=""/>
          <p:cNvSpPr txBox="1"/>
          <p:nvPr/>
        </p:nvSpPr>
        <p:spPr>
          <a:xfrm>
            <a:off x="1600200" y="2657475"/>
            <a:ext cx="37623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このペン使ってもいいですか？</a:t>
            </a:r>
          </a:p>
        </p:txBody>
      </p:sp>
      <p:sp>
        <p:nvSpPr>
          <p:cNvPr id="14" name=""/>
          <p:cNvSpPr/>
          <p:nvPr/>
        </p:nvSpPr>
        <p:spPr>
          <a:xfrm>
            <a:off x="1600200" y="3371850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5" name=""/>
          <p:cNvSpPr txBox="1"/>
          <p:nvPr/>
        </p:nvSpPr>
        <p:spPr>
          <a:xfrm>
            <a:off x="762000" y="356235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Q3</a:t>
            </a:r>
          </a:p>
        </p:txBody>
      </p:sp>
      <p:sp>
        <p:nvSpPr>
          <p:cNvPr id="16" name=""/>
          <p:cNvSpPr txBox="1"/>
          <p:nvPr/>
        </p:nvSpPr>
        <p:spPr>
          <a:xfrm>
            <a:off x="1600200" y="3505200"/>
            <a:ext cx="34956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写真を撮ってもいいですか？</a:t>
            </a:r>
          </a:p>
        </p:txBody>
      </p:sp>
      <p:sp>
        <p:nvSpPr>
          <p:cNvPr id="17" name=""/>
          <p:cNvSpPr/>
          <p:nvPr/>
        </p:nvSpPr>
        <p:spPr>
          <a:xfrm>
            <a:off x="1600200" y="421957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8" name=""/>
          <p:cNvSpPr txBox="1"/>
          <p:nvPr/>
        </p:nvSpPr>
        <p:spPr>
          <a:xfrm>
            <a:off x="762000" y="440055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Q4</a:t>
            </a:r>
          </a:p>
        </p:txBody>
      </p:sp>
      <p:sp>
        <p:nvSpPr>
          <p:cNvPr id="19" name=""/>
          <p:cNvSpPr txBox="1"/>
          <p:nvPr/>
        </p:nvSpPr>
        <p:spPr>
          <a:xfrm>
            <a:off x="1600200" y="4343400"/>
            <a:ext cx="37719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トイレを借りてもいいですか？</a:t>
            </a:r>
          </a:p>
        </p:txBody>
      </p:sp>
      <p:sp>
        <p:nvSpPr>
          <p:cNvPr id="20" name=""/>
          <p:cNvSpPr/>
          <p:nvPr/>
        </p:nvSpPr>
        <p:spPr>
          <a:xfrm>
            <a:off x="1600200" y="505777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21" name=""/>
          <p:cNvSpPr txBox="1"/>
          <p:nvPr/>
        </p:nvSpPr>
        <p:spPr>
          <a:xfrm>
            <a:off x="762000" y="5191125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Q5</a:t>
            </a:r>
          </a:p>
        </p:txBody>
      </p:sp>
      <p:sp>
        <p:nvSpPr>
          <p:cNvPr id="22" name=""/>
          <p:cNvSpPr txBox="1"/>
          <p:nvPr/>
        </p:nvSpPr>
        <p:spPr>
          <a:xfrm>
            <a:off x="1600200" y="5133975"/>
            <a:ext cx="63436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A「エアコンつけてもいいですか？」 B「どうぞ！」</a:t>
            </a:r>
          </a:p>
        </p:txBody>
      </p:sp>
      <p:sp>
        <p:nvSpPr>
          <p:cNvPr id="23" name=""/>
          <p:cNvSpPr/>
          <p:nvPr/>
        </p:nvSpPr>
        <p:spPr>
          <a:xfrm>
            <a:off x="7153275" y="5181600"/>
            <a:ext cx="3095625" cy="266700"/>
          </a:xfrm>
          <a:prstGeom prst="roundRect">
            <a:avLst>
              <a:gd name="adj" fmla="val 50000"/>
            </a:avLst>
          </a:prstGeom>
          <a:solidFill>
            <a:srgbClr val="FCE6EF"/>
          </a:solidFill>
          <a:ln/>
        </p:spPr>
      </p:sp>
      <p:sp>
        <p:nvSpPr>
          <p:cNvPr id="24" name=""/>
          <p:cNvSpPr txBox="1"/>
          <p:nvPr/>
        </p:nvSpPr>
        <p:spPr>
          <a:xfrm>
            <a:off x="7267575" y="5210175"/>
            <a:ext cx="34099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8417F"/>
                </a:solidFill>
                <a:latin typeface="Noto Sans JP"/>
                <a:ea typeface="Noto Sans JP"/>
              </a:rPr>
              <a:t>ヒント：エアコンをつける = turn on the AC</a:t>
            </a:r>
          </a:p>
        </p:txBody>
      </p:sp>
      <p:sp>
        <p:nvSpPr>
          <p:cNvPr id="25" name=""/>
          <p:cNvSpPr txBox="1"/>
          <p:nvPr/>
        </p:nvSpPr>
        <p:spPr>
          <a:xfrm>
            <a:off x="1600200" y="5753100"/>
            <a:ext cx="342900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9C9196"/>
                </a:solidFill>
                <a:latin typeface="Arial"/>
                <a:ea typeface="Arial"/>
              </a:rPr>
              <a:t>A:</a:t>
            </a:r>
          </a:p>
        </p:txBody>
      </p:sp>
      <p:sp>
        <p:nvSpPr>
          <p:cNvPr id="26" name=""/>
          <p:cNvSpPr/>
          <p:nvPr/>
        </p:nvSpPr>
        <p:spPr>
          <a:xfrm>
            <a:off x="1933575" y="5953125"/>
            <a:ext cx="9496425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27" name=""/>
          <p:cNvSpPr txBox="1"/>
          <p:nvPr/>
        </p:nvSpPr>
        <p:spPr>
          <a:xfrm>
            <a:off x="1600200" y="6257925"/>
            <a:ext cx="342900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9C9196"/>
                </a:solidFill>
                <a:latin typeface="Arial"/>
                <a:ea typeface="Arial"/>
              </a:rPr>
              <a:t>B:</a:t>
            </a:r>
          </a:p>
        </p:txBody>
      </p:sp>
      <p:sp>
        <p:nvSpPr>
          <p:cNvPr id="28" name=""/>
          <p:cNvSpPr/>
          <p:nvPr/>
        </p:nvSpPr>
        <p:spPr>
          <a:xfrm>
            <a:off x="1933575" y="6457950"/>
            <a:ext cx="9496425" cy="19050"/>
          </a:xfrm>
          <a:prstGeom prst="rect">
            <a:avLst/>
          </a:prstGeom>
          <a:solidFill>
            <a:srgbClr val="EDC6D6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762000" y="314325"/>
            <a:ext cx="4191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900" b="1">
                <a:solidFill>
                  <a:srgbClr val="1E1A1C"/>
                </a:solidFill>
                <a:latin typeface="Arial"/>
                <a:ea typeface="Arial"/>
              </a:rPr>
              <a:t>8</a:t>
            </a:r>
          </a:p>
        </p:txBody>
      </p:sp>
      <p:sp>
        <p:nvSpPr>
          <p:cNvPr id="4" name=""/>
          <p:cNvSpPr/>
          <p:nvPr/>
        </p:nvSpPr>
        <p:spPr>
          <a:xfrm>
            <a:off x="1200150" y="419100"/>
            <a:ext cx="914400" cy="342900"/>
          </a:xfrm>
          <a:prstGeom prst="roundRect">
            <a:avLst>
              <a:gd name="adj" fmla="val 50000"/>
            </a:avLst>
          </a:prstGeom>
          <a:solidFill>
            <a:srgbClr val="C8417F"/>
          </a:solidFill>
          <a:ln/>
        </p:spPr>
      </p:sp>
      <p:sp>
        <p:nvSpPr>
          <p:cNvPr id="5" name=""/>
          <p:cNvSpPr txBox="1"/>
          <p:nvPr/>
        </p:nvSpPr>
        <p:spPr>
          <a:xfrm>
            <a:off x="1333500" y="466725"/>
            <a:ext cx="8572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FFFFFF"/>
                </a:solidFill>
                <a:latin typeface="Noto Sans JP"/>
                <a:ea typeface="Noto Sans JP"/>
              </a:rPr>
              <a:t>練習問題</a:t>
            </a:r>
          </a:p>
        </p:txBody>
      </p:sp>
      <p:sp>
        <p:nvSpPr>
          <p:cNvPr id="6" name=""/>
          <p:cNvSpPr txBox="1"/>
          <p:nvPr/>
        </p:nvSpPr>
        <p:spPr>
          <a:xfrm>
            <a:off x="762000" y="971550"/>
            <a:ext cx="1190625" cy="3619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E1A1C"/>
                </a:solidFill>
                <a:latin typeface="Arial"/>
                <a:ea typeface="Arial"/>
              </a:rPr>
              <a:t>I bet </a:t>
            </a:r>
            <a:pPr/>
            <a:r>
              <a:rPr sz="25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</a:p>
        </p:txBody>
      </p:sp>
      <p:sp>
        <p:nvSpPr>
          <p:cNvPr id="7" name=""/>
          <p:cNvSpPr txBox="1"/>
          <p:nvPr/>
        </p:nvSpPr>
        <p:spPr>
          <a:xfrm>
            <a:off x="1866900" y="1019175"/>
            <a:ext cx="15621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絶対〇〇やで</a:t>
            </a:r>
          </a:p>
        </p:txBody>
      </p:sp>
      <p:sp>
        <p:nvSpPr>
          <p:cNvPr id="8" name=""/>
          <p:cNvSpPr/>
          <p:nvPr/>
        </p:nvSpPr>
        <p:spPr>
          <a:xfrm>
            <a:off x="762000" y="1514475"/>
            <a:ext cx="10668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9" name=""/>
          <p:cNvSpPr txBox="1"/>
          <p:nvPr/>
        </p:nvSpPr>
        <p:spPr>
          <a:xfrm>
            <a:off x="762000" y="192405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Q1</a:t>
            </a:r>
          </a:p>
        </p:txBody>
      </p:sp>
      <p:sp>
        <p:nvSpPr>
          <p:cNvPr id="10" name=""/>
          <p:cNvSpPr txBox="1"/>
          <p:nvPr/>
        </p:nvSpPr>
        <p:spPr>
          <a:xfrm>
            <a:off x="1600200" y="1866900"/>
            <a:ext cx="29908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絶対あいつ遅刻するで。</a:t>
            </a:r>
          </a:p>
        </p:txBody>
      </p:sp>
      <p:sp>
        <p:nvSpPr>
          <p:cNvPr id="11" name=""/>
          <p:cNvSpPr/>
          <p:nvPr/>
        </p:nvSpPr>
        <p:spPr>
          <a:xfrm>
            <a:off x="1600200" y="258127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2" name=""/>
          <p:cNvSpPr txBox="1"/>
          <p:nvPr/>
        </p:nvSpPr>
        <p:spPr>
          <a:xfrm>
            <a:off x="762000" y="2867025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Q2</a:t>
            </a:r>
          </a:p>
        </p:txBody>
      </p:sp>
      <p:sp>
        <p:nvSpPr>
          <p:cNvPr id="13" name=""/>
          <p:cNvSpPr txBox="1"/>
          <p:nvPr/>
        </p:nvSpPr>
        <p:spPr>
          <a:xfrm>
            <a:off x="1600200" y="2809875"/>
            <a:ext cx="27336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彼女絶対気に入るで。</a:t>
            </a:r>
          </a:p>
        </p:txBody>
      </p:sp>
      <p:sp>
        <p:nvSpPr>
          <p:cNvPr id="14" name=""/>
          <p:cNvSpPr/>
          <p:nvPr/>
        </p:nvSpPr>
        <p:spPr>
          <a:xfrm>
            <a:off x="1600200" y="3524250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5" name=""/>
          <p:cNvSpPr txBox="1"/>
          <p:nvPr/>
        </p:nvSpPr>
        <p:spPr>
          <a:xfrm>
            <a:off x="762000" y="381000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Q3</a:t>
            </a:r>
          </a:p>
        </p:txBody>
      </p:sp>
      <p:sp>
        <p:nvSpPr>
          <p:cNvPr id="16" name=""/>
          <p:cNvSpPr txBox="1"/>
          <p:nvPr/>
        </p:nvSpPr>
        <p:spPr>
          <a:xfrm>
            <a:off x="1600200" y="3752850"/>
            <a:ext cx="24669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絶対疲れてるやろ。</a:t>
            </a:r>
          </a:p>
        </p:txBody>
      </p:sp>
      <p:sp>
        <p:nvSpPr>
          <p:cNvPr id="17" name=""/>
          <p:cNvSpPr/>
          <p:nvPr/>
        </p:nvSpPr>
        <p:spPr>
          <a:xfrm>
            <a:off x="1600200" y="446722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8" name=""/>
          <p:cNvSpPr txBox="1"/>
          <p:nvPr/>
        </p:nvSpPr>
        <p:spPr>
          <a:xfrm>
            <a:off x="762000" y="4752975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Q4</a:t>
            </a:r>
          </a:p>
        </p:txBody>
      </p:sp>
      <p:sp>
        <p:nvSpPr>
          <p:cNvPr id="19" name=""/>
          <p:cNvSpPr txBox="1"/>
          <p:nvPr/>
        </p:nvSpPr>
        <p:spPr>
          <a:xfrm>
            <a:off x="1600200" y="4695825"/>
            <a:ext cx="27336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明日は絶対晴れるで。</a:t>
            </a:r>
          </a:p>
        </p:txBody>
      </p:sp>
      <p:sp>
        <p:nvSpPr>
          <p:cNvPr id="20" name=""/>
          <p:cNvSpPr/>
          <p:nvPr/>
        </p:nvSpPr>
        <p:spPr>
          <a:xfrm>
            <a:off x="1600200" y="5410200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21" name=""/>
          <p:cNvSpPr txBox="1"/>
          <p:nvPr/>
        </p:nvSpPr>
        <p:spPr>
          <a:xfrm>
            <a:off x="762000" y="569595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Q5</a:t>
            </a:r>
          </a:p>
        </p:txBody>
      </p:sp>
      <p:sp>
        <p:nvSpPr>
          <p:cNvPr id="22" name=""/>
          <p:cNvSpPr txBox="1"/>
          <p:nvPr/>
        </p:nvSpPr>
        <p:spPr>
          <a:xfrm>
            <a:off x="1600200" y="5638800"/>
            <a:ext cx="35242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あのお店、絶対混んでるわ。</a:t>
            </a:r>
          </a:p>
        </p:txBody>
      </p:sp>
      <p:sp>
        <p:nvSpPr>
          <p:cNvPr id="23" name=""/>
          <p:cNvSpPr/>
          <p:nvPr/>
        </p:nvSpPr>
        <p:spPr>
          <a:xfrm>
            <a:off x="4695825" y="5686425"/>
            <a:ext cx="2133600" cy="266700"/>
          </a:xfrm>
          <a:prstGeom prst="roundRect">
            <a:avLst>
              <a:gd name="adj" fmla="val 50000"/>
            </a:avLst>
          </a:prstGeom>
          <a:solidFill>
            <a:srgbClr val="FCE6EF"/>
          </a:solidFill>
          <a:ln/>
        </p:spPr>
      </p:sp>
      <p:sp>
        <p:nvSpPr>
          <p:cNvPr id="24" name=""/>
          <p:cNvSpPr txBox="1"/>
          <p:nvPr/>
        </p:nvSpPr>
        <p:spPr>
          <a:xfrm>
            <a:off x="4810125" y="5715000"/>
            <a:ext cx="23050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8417F"/>
                </a:solidFill>
                <a:latin typeface="Noto Sans JP"/>
                <a:ea typeface="Noto Sans JP"/>
              </a:rPr>
              <a:t>ヒント：混んでる = crowded</a:t>
            </a:r>
          </a:p>
        </p:txBody>
      </p:sp>
      <p:sp>
        <p:nvSpPr>
          <p:cNvPr id="25" name=""/>
          <p:cNvSpPr/>
          <p:nvPr/>
        </p:nvSpPr>
        <p:spPr>
          <a:xfrm>
            <a:off x="1600200" y="635317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762000" y="314325"/>
            <a:ext cx="4191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900" b="1">
                <a:solidFill>
                  <a:srgbClr val="1E1A1C"/>
                </a:solidFill>
                <a:latin typeface="Arial"/>
                <a:ea typeface="Arial"/>
              </a:rPr>
              <a:t>9</a:t>
            </a:r>
          </a:p>
        </p:txBody>
      </p:sp>
      <p:sp>
        <p:nvSpPr>
          <p:cNvPr id="4" name=""/>
          <p:cNvSpPr/>
          <p:nvPr/>
        </p:nvSpPr>
        <p:spPr>
          <a:xfrm>
            <a:off x="1200150" y="419100"/>
            <a:ext cx="914400" cy="342900"/>
          </a:xfrm>
          <a:prstGeom prst="roundRect">
            <a:avLst>
              <a:gd name="adj" fmla="val 50000"/>
            </a:avLst>
          </a:prstGeom>
          <a:solidFill>
            <a:srgbClr val="C8417F"/>
          </a:solidFill>
          <a:ln/>
        </p:spPr>
      </p:sp>
      <p:sp>
        <p:nvSpPr>
          <p:cNvPr id="5" name=""/>
          <p:cNvSpPr txBox="1"/>
          <p:nvPr/>
        </p:nvSpPr>
        <p:spPr>
          <a:xfrm>
            <a:off x="1333500" y="466725"/>
            <a:ext cx="8572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FFFFFF"/>
                </a:solidFill>
                <a:latin typeface="Noto Sans JP"/>
                <a:ea typeface="Noto Sans JP"/>
              </a:rPr>
              <a:t>練習問題</a:t>
            </a:r>
          </a:p>
        </p:txBody>
      </p:sp>
      <p:sp>
        <p:nvSpPr>
          <p:cNvPr id="6" name=""/>
          <p:cNvSpPr txBox="1"/>
          <p:nvPr/>
        </p:nvSpPr>
        <p:spPr>
          <a:xfrm>
            <a:off x="762000" y="971550"/>
            <a:ext cx="2524125" cy="3619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E1A1C"/>
                </a:solidFill>
                <a:latin typeface="Arial"/>
                <a:ea typeface="Arial"/>
              </a:rPr>
              <a:t>I'm trying to </a:t>
            </a:r>
            <a:pPr/>
            <a:r>
              <a:rPr sz="25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</a:p>
        </p:txBody>
      </p:sp>
      <p:sp>
        <p:nvSpPr>
          <p:cNvPr id="7" name=""/>
          <p:cNvSpPr txBox="1"/>
          <p:nvPr/>
        </p:nvSpPr>
        <p:spPr>
          <a:xfrm>
            <a:off x="3028950" y="1019175"/>
            <a:ext cx="25146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574D52"/>
                </a:solidFill>
                <a:latin typeface="Noto Sans JP"/>
                <a:ea typeface="Noto Sans JP"/>
              </a:rPr>
              <a:t>〇〇しようとしている</a:t>
            </a:r>
          </a:p>
        </p:txBody>
      </p:sp>
      <p:sp>
        <p:nvSpPr>
          <p:cNvPr id="8" name=""/>
          <p:cNvSpPr/>
          <p:nvPr/>
        </p:nvSpPr>
        <p:spPr>
          <a:xfrm>
            <a:off x="762000" y="1514475"/>
            <a:ext cx="10668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9" name=""/>
          <p:cNvSpPr txBox="1"/>
          <p:nvPr/>
        </p:nvSpPr>
        <p:spPr>
          <a:xfrm>
            <a:off x="762000" y="192405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Q1</a:t>
            </a:r>
          </a:p>
        </p:txBody>
      </p:sp>
      <p:sp>
        <p:nvSpPr>
          <p:cNvPr id="10" name=""/>
          <p:cNvSpPr txBox="1"/>
          <p:nvPr/>
        </p:nvSpPr>
        <p:spPr>
          <a:xfrm>
            <a:off x="1600200" y="1866900"/>
            <a:ext cx="24669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痩せようとしてる。</a:t>
            </a:r>
          </a:p>
        </p:txBody>
      </p:sp>
      <p:sp>
        <p:nvSpPr>
          <p:cNvPr id="11" name=""/>
          <p:cNvSpPr/>
          <p:nvPr/>
        </p:nvSpPr>
        <p:spPr>
          <a:xfrm>
            <a:off x="3781425" y="1914525"/>
            <a:ext cx="2181225" cy="266700"/>
          </a:xfrm>
          <a:prstGeom prst="roundRect">
            <a:avLst>
              <a:gd name="adj" fmla="val 50000"/>
            </a:avLst>
          </a:prstGeom>
          <a:solidFill>
            <a:srgbClr val="FCE6EF"/>
          </a:solidFill>
          <a:ln/>
        </p:spPr>
      </p:sp>
      <p:sp>
        <p:nvSpPr>
          <p:cNvPr id="12" name=""/>
          <p:cNvSpPr txBox="1"/>
          <p:nvPr/>
        </p:nvSpPr>
        <p:spPr>
          <a:xfrm>
            <a:off x="3895725" y="1943100"/>
            <a:ext cx="23622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8417F"/>
                </a:solidFill>
                <a:latin typeface="Noto Sans JP"/>
                <a:ea typeface="Noto Sans JP"/>
              </a:rPr>
              <a:t>ヒント：痩せる = lose weight</a:t>
            </a:r>
          </a:p>
        </p:txBody>
      </p:sp>
      <p:sp>
        <p:nvSpPr>
          <p:cNvPr id="13" name=""/>
          <p:cNvSpPr/>
          <p:nvPr/>
        </p:nvSpPr>
        <p:spPr>
          <a:xfrm>
            <a:off x="1600200" y="258127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4" name=""/>
          <p:cNvSpPr txBox="1"/>
          <p:nvPr/>
        </p:nvSpPr>
        <p:spPr>
          <a:xfrm>
            <a:off x="762000" y="2867025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Q2</a:t>
            </a:r>
          </a:p>
        </p:txBody>
      </p:sp>
      <p:sp>
        <p:nvSpPr>
          <p:cNvPr id="15" name=""/>
          <p:cNvSpPr txBox="1"/>
          <p:nvPr/>
        </p:nvSpPr>
        <p:spPr>
          <a:xfrm>
            <a:off x="1600200" y="2809875"/>
            <a:ext cx="32575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今寝ようとしてるところ。</a:t>
            </a:r>
          </a:p>
        </p:txBody>
      </p:sp>
      <p:sp>
        <p:nvSpPr>
          <p:cNvPr id="16" name=""/>
          <p:cNvSpPr/>
          <p:nvPr/>
        </p:nvSpPr>
        <p:spPr>
          <a:xfrm>
            <a:off x="1600200" y="3524250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17" name=""/>
          <p:cNvSpPr txBox="1"/>
          <p:nvPr/>
        </p:nvSpPr>
        <p:spPr>
          <a:xfrm>
            <a:off x="762000" y="381000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Q3</a:t>
            </a:r>
          </a:p>
        </p:txBody>
      </p:sp>
      <p:sp>
        <p:nvSpPr>
          <p:cNvPr id="18" name=""/>
          <p:cNvSpPr txBox="1"/>
          <p:nvPr/>
        </p:nvSpPr>
        <p:spPr>
          <a:xfrm>
            <a:off x="1600200" y="3752850"/>
            <a:ext cx="29908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早起きしようとしてる。</a:t>
            </a:r>
          </a:p>
        </p:txBody>
      </p:sp>
      <p:sp>
        <p:nvSpPr>
          <p:cNvPr id="19" name=""/>
          <p:cNvSpPr/>
          <p:nvPr/>
        </p:nvSpPr>
        <p:spPr>
          <a:xfrm>
            <a:off x="1600200" y="446722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20" name=""/>
          <p:cNvSpPr txBox="1"/>
          <p:nvPr/>
        </p:nvSpPr>
        <p:spPr>
          <a:xfrm>
            <a:off x="762000" y="4752975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Q4</a:t>
            </a:r>
          </a:p>
        </p:txBody>
      </p:sp>
      <p:sp>
        <p:nvSpPr>
          <p:cNvPr id="21" name=""/>
          <p:cNvSpPr txBox="1"/>
          <p:nvPr/>
        </p:nvSpPr>
        <p:spPr>
          <a:xfrm>
            <a:off x="1600200" y="4695825"/>
            <a:ext cx="35242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毎日英語を話そうとしてる。</a:t>
            </a:r>
          </a:p>
        </p:txBody>
      </p:sp>
      <p:sp>
        <p:nvSpPr>
          <p:cNvPr id="22" name=""/>
          <p:cNvSpPr/>
          <p:nvPr/>
        </p:nvSpPr>
        <p:spPr>
          <a:xfrm>
            <a:off x="1600200" y="5410200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  <p:sp>
        <p:nvSpPr>
          <p:cNvPr id="23" name=""/>
          <p:cNvSpPr txBox="1"/>
          <p:nvPr/>
        </p:nvSpPr>
        <p:spPr>
          <a:xfrm>
            <a:off x="762000" y="5695950"/>
            <a:ext cx="466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C8417F"/>
                </a:solidFill>
                <a:latin typeface="Arial"/>
                <a:ea typeface="Arial"/>
              </a:rPr>
              <a:t>Q5</a:t>
            </a:r>
          </a:p>
        </p:txBody>
      </p:sp>
      <p:sp>
        <p:nvSpPr>
          <p:cNvPr id="24" name=""/>
          <p:cNvSpPr txBox="1"/>
          <p:nvPr/>
        </p:nvSpPr>
        <p:spPr>
          <a:xfrm>
            <a:off x="1600200" y="5638800"/>
            <a:ext cx="37814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E1A1C"/>
                </a:solidFill>
                <a:latin typeface="Noto Sans JP"/>
                <a:ea typeface="Noto Sans JP"/>
              </a:rPr>
              <a:t>今集中しようとしてるところ。</a:t>
            </a:r>
          </a:p>
        </p:txBody>
      </p:sp>
      <p:sp>
        <p:nvSpPr>
          <p:cNvPr id="25" name=""/>
          <p:cNvSpPr/>
          <p:nvPr/>
        </p:nvSpPr>
        <p:spPr>
          <a:xfrm>
            <a:off x="4924425" y="5686425"/>
            <a:ext cx="1895475" cy="266700"/>
          </a:xfrm>
          <a:prstGeom prst="roundRect">
            <a:avLst>
              <a:gd name="adj" fmla="val 50000"/>
            </a:avLst>
          </a:prstGeom>
          <a:solidFill>
            <a:srgbClr val="FCE6EF"/>
          </a:solidFill>
          <a:ln/>
        </p:spPr>
      </p:sp>
      <p:sp>
        <p:nvSpPr>
          <p:cNvPr id="26" name=""/>
          <p:cNvSpPr txBox="1"/>
          <p:nvPr/>
        </p:nvSpPr>
        <p:spPr>
          <a:xfrm>
            <a:off x="5038725" y="5715000"/>
            <a:ext cx="20288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8417F"/>
                </a:solidFill>
                <a:latin typeface="Noto Sans JP"/>
                <a:ea typeface="Noto Sans JP"/>
              </a:rPr>
              <a:t>ヒント：集中する = focus</a:t>
            </a:r>
          </a:p>
        </p:txBody>
      </p:sp>
      <p:sp>
        <p:nvSpPr>
          <p:cNvPr id="27" name=""/>
          <p:cNvSpPr/>
          <p:nvPr/>
        </p:nvSpPr>
        <p:spPr>
          <a:xfrm>
            <a:off x="1600200" y="6353175"/>
            <a:ext cx="9829800" cy="19050"/>
          </a:xfrm>
          <a:prstGeom prst="rect">
            <a:avLst/>
          </a:prstGeom>
          <a:solidFill>
            <a:srgbClr val="EDC6D6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762000" y="228600"/>
            <a:ext cx="1228725" cy="714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900" b="1">
                <a:solidFill>
                  <a:srgbClr val="1E1A1C"/>
                </a:solidFill>
                <a:latin typeface="Noto Sans JP"/>
                <a:ea typeface="Noto Sans JP"/>
              </a:rPr>
              <a:t>解答</a:t>
            </a:r>
          </a:p>
        </p:txBody>
      </p:sp>
      <p:sp>
        <p:nvSpPr>
          <p:cNvPr id="4" name=""/>
          <p:cNvSpPr txBox="1"/>
          <p:nvPr/>
        </p:nvSpPr>
        <p:spPr>
          <a:xfrm>
            <a:off x="1905000" y="476250"/>
            <a:ext cx="70485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9C9196"/>
                </a:solidFill>
                <a:latin typeface="Arial"/>
                <a:ea typeface="Arial"/>
              </a:rPr>
              <a:t>1</a:t>
            </a:r>
            <a:pPr/>
            <a:r>
              <a:rPr sz="1950" b="1">
                <a:solidFill>
                  <a:srgbClr val="9C9196"/>
                </a:solidFill>
                <a:latin typeface="Noto Sans JP"/>
                <a:ea typeface="Noto Sans JP"/>
              </a:rPr>
              <a:t>〜</a:t>
            </a:r>
            <a:pPr/>
            <a:r>
              <a:rPr sz="1950" b="1">
                <a:solidFill>
                  <a:srgbClr val="9C9196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5" name=""/>
          <p:cNvSpPr/>
          <p:nvPr/>
        </p:nvSpPr>
        <p:spPr>
          <a:xfrm>
            <a:off x="762000" y="1009650"/>
            <a:ext cx="10668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6" name=""/>
          <p:cNvSpPr txBox="1"/>
          <p:nvPr/>
        </p:nvSpPr>
        <p:spPr>
          <a:xfrm>
            <a:off x="762000" y="1219200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7" name=""/>
          <p:cNvSpPr txBox="1"/>
          <p:nvPr/>
        </p:nvSpPr>
        <p:spPr>
          <a:xfrm>
            <a:off x="990600" y="1219200"/>
            <a:ext cx="1666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I feel like </a:t>
            </a:r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~ing</a:t>
            </a:r>
          </a:p>
        </p:txBody>
      </p:sp>
      <p:sp>
        <p:nvSpPr>
          <p:cNvPr id="8" name=""/>
          <p:cNvSpPr txBox="1"/>
          <p:nvPr/>
        </p:nvSpPr>
        <p:spPr>
          <a:xfrm>
            <a:off x="2457450" y="1219200"/>
            <a:ext cx="1047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74D52"/>
                </a:solidFill>
                <a:latin typeface="Noto Sans JP"/>
                <a:ea typeface="Noto Sans JP"/>
              </a:rPr>
              <a:t>〇〇な気分</a:t>
            </a:r>
          </a:p>
        </p:txBody>
      </p:sp>
      <p:sp>
        <p:nvSpPr>
          <p:cNvPr id="9" name=""/>
          <p:cNvSpPr txBox="1"/>
          <p:nvPr/>
        </p:nvSpPr>
        <p:spPr>
          <a:xfrm>
            <a:off x="762000" y="156210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Q1</a:t>
            </a:r>
          </a:p>
        </p:txBody>
      </p:sp>
      <p:sp>
        <p:nvSpPr>
          <p:cNvPr id="10" name=""/>
          <p:cNvSpPr txBox="1"/>
          <p:nvPr/>
        </p:nvSpPr>
        <p:spPr>
          <a:xfrm>
            <a:off x="1181100" y="154305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feel like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eating sushi tonight.</a:t>
            </a:r>
          </a:p>
        </p:txBody>
      </p:sp>
      <p:sp>
        <p:nvSpPr>
          <p:cNvPr id="11" name=""/>
          <p:cNvSpPr txBox="1"/>
          <p:nvPr/>
        </p:nvSpPr>
        <p:spPr>
          <a:xfrm>
            <a:off x="762000" y="180022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Q2</a:t>
            </a:r>
          </a:p>
        </p:txBody>
      </p:sp>
      <p:sp>
        <p:nvSpPr>
          <p:cNvPr id="12" name=""/>
          <p:cNvSpPr txBox="1"/>
          <p:nvPr/>
        </p:nvSpPr>
        <p:spPr>
          <a:xfrm>
            <a:off x="1181100" y="1781175"/>
            <a:ext cx="290512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don't feel like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cooking today.</a:t>
            </a:r>
          </a:p>
        </p:txBody>
      </p:sp>
      <p:sp>
        <p:nvSpPr>
          <p:cNvPr id="13" name=""/>
          <p:cNvSpPr txBox="1"/>
          <p:nvPr/>
        </p:nvSpPr>
        <p:spPr>
          <a:xfrm>
            <a:off x="762000" y="203835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Q3</a:t>
            </a:r>
          </a:p>
        </p:txBody>
      </p:sp>
      <p:sp>
        <p:nvSpPr>
          <p:cNvPr id="14" name=""/>
          <p:cNvSpPr txBox="1"/>
          <p:nvPr/>
        </p:nvSpPr>
        <p:spPr>
          <a:xfrm>
            <a:off x="1181100" y="2019300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feel like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going shopping.</a:t>
            </a:r>
          </a:p>
        </p:txBody>
      </p:sp>
      <p:sp>
        <p:nvSpPr>
          <p:cNvPr id="15" name=""/>
          <p:cNvSpPr txBox="1"/>
          <p:nvPr/>
        </p:nvSpPr>
        <p:spPr>
          <a:xfrm>
            <a:off x="762000" y="228600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Q4</a:t>
            </a:r>
          </a:p>
        </p:txBody>
      </p:sp>
      <p:sp>
        <p:nvSpPr>
          <p:cNvPr id="16" name=""/>
          <p:cNvSpPr txBox="1"/>
          <p:nvPr/>
        </p:nvSpPr>
        <p:spPr>
          <a:xfrm>
            <a:off x="1181100" y="2266950"/>
            <a:ext cx="39243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don't feel like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doing anything right now.</a:t>
            </a:r>
          </a:p>
        </p:txBody>
      </p:sp>
      <p:sp>
        <p:nvSpPr>
          <p:cNvPr id="17" name=""/>
          <p:cNvSpPr txBox="1"/>
          <p:nvPr/>
        </p:nvSpPr>
        <p:spPr>
          <a:xfrm>
            <a:off x="762000" y="252412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Q5</a:t>
            </a:r>
          </a:p>
        </p:txBody>
      </p:sp>
      <p:sp>
        <p:nvSpPr>
          <p:cNvPr id="18" name=""/>
          <p:cNvSpPr txBox="1"/>
          <p:nvPr/>
        </p:nvSpPr>
        <p:spPr>
          <a:xfrm>
            <a:off x="1181100" y="2505075"/>
            <a:ext cx="269557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feel like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watching a movie.</a:t>
            </a:r>
          </a:p>
        </p:txBody>
      </p:sp>
      <p:sp>
        <p:nvSpPr>
          <p:cNvPr id="19" name=""/>
          <p:cNvSpPr/>
          <p:nvPr/>
        </p:nvSpPr>
        <p:spPr>
          <a:xfrm>
            <a:off x="762000" y="2971800"/>
            <a:ext cx="1066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20" name=""/>
          <p:cNvSpPr txBox="1"/>
          <p:nvPr/>
        </p:nvSpPr>
        <p:spPr>
          <a:xfrm>
            <a:off x="762000" y="3095625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21" name=""/>
          <p:cNvSpPr txBox="1"/>
          <p:nvPr/>
        </p:nvSpPr>
        <p:spPr>
          <a:xfrm>
            <a:off x="990600" y="3095625"/>
            <a:ext cx="1285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I used to </a:t>
            </a:r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</a:p>
        </p:txBody>
      </p:sp>
      <p:sp>
        <p:nvSpPr>
          <p:cNvPr id="22" name=""/>
          <p:cNvSpPr txBox="1"/>
          <p:nvPr/>
        </p:nvSpPr>
        <p:spPr>
          <a:xfrm>
            <a:off x="2124075" y="3095625"/>
            <a:ext cx="14097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74D52"/>
                </a:solidFill>
                <a:latin typeface="Noto Sans JP"/>
                <a:ea typeface="Noto Sans JP"/>
              </a:rPr>
              <a:t>昔は〇〇してた</a:t>
            </a:r>
          </a:p>
        </p:txBody>
      </p:sp>
      <p:sp>
        <p:nvSpPr>
          <p:cNvPr id="23" name=""/>
          <p:cNvSpPr txBox="1"/>
          <p:nvPr/>
        </p:nvSpPr>
        <p:spPr>
          <a:xfrm>
            <a:off x="762000" y="343852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Q1</a:t>
            </a:r>
          </a:p>
        </p:txBody>
      </p:sp>
      <p:sp>
        <p:nvSpPr>
          <p:cNvPr id="24" name=""/>
          <p:cNvSpPr txBox="1"/>
          <p:nvPr/>
        </p:nvSpPr>
        <p:spPr>
          <a:xfrm>
            <a:off x="1181100" y="341947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used to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play the piano.</a:t>
            </a:r>
          </a:p>
        </p:txBody>
      </p:sp>
      <p:sp>
        <p:nvSpPr>
          <p:cNvPr id="25" name=""/>
          <p:cNvSpPr txBox="1"/>
          <p:nvPr/>
        </p:nvSpPr>
        <p:spPr>
          <a:xfrm>
            <a:off x="762000" y="367665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Q2</a:t>
            </a:r>
          </a:p>
        </p:txBody>
      </p:sp>
      <p:sp>
        <p:nvSpPr>
          <p:cNvPr id="26" name=""/>
          <p:cNvSpPr txBox="1"/>
          <p:nvPr/>
        </p:nvSpPr>
        <p:spPr>
          <a:xfrm>
            <a:off x="1181100" y="3657600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used to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live in Osaka.</a:t>
            </a:r>
          </a:p>
        </p:txBody>
      </p:sp>
      <p:sp>
        <p:nvSpPr>
          <p:cNvPr id="27" name=""/>
          <p:cNvSpPr txBox="1"/>
          <p:nvPr/>
        </p:nvSpPr>
        <p:spPr>
          <a:xfrm>
            <a:off x="762000" y="391477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Q3</a:t>
            </a:r>
          </a:p>
        </p:txBody>
      </p:sp>
      <p:sp>
        <p:nvSpPr>
          <p:cNvPr id="28" name=""/>
          <p:cNvSpPr txBox="1"/>
          <p:nvPr/>
        </p:nvSpPr>
        <p:spPr>
          <a:xfrm>
            <a:off x="1181100" y="3895725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used to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drink coffee.</a:t>
            </a:r>
          </a:p>
        </p:txBody>
      </p:sp>
      <p:sp>
        <p:nvSpPr>
          <p:cNvPr id="29" name=""/>
          <p:cNvSpPr txBox="1"/>
          <p:nvPr/>
        </p:nvSpPr>
        <p:spPr>
          <a:xfrm>
            <a:off x="762000" y="416242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Q4</a:t>
            </a:r>
          </a:p>
        </p:txBody>
      </p:sp>
      <p:sp>
        <p:nvSpPr>
          <p:cNvPr id="30" name=""/>
          <p:cNvSpPr txBox="1"/>
          <p:nvPr/>
        </p:nvSpPr>
        <p:spPr>
          <a:xfrm>
            <a:off x="1181100" y="4143375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used to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run every morning.</a:t>
            </a:r>
          </a:p>
        </p:txBody>
      </p:sp>
      <p:sp>
        <p:nvSpPr>
          <p:cNvPr id="31" name=""/>
          <p:cNvSpPr txBox="1"/>
          <p:nvPr/>
        </p:nvSpPr>
        <p:spPr>
          <a:xfrm>
            <a:off x="762000" y="440055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Q5</a:t>
            </a:r>
          </a:p>
        </p:txBody>
      </p:sp>
      <p:sp>
        <p:nvSpPr>
          <p:cNvPr id="32" name=""/>
          <p:cNvSpPr txBox="1"/>
          <p:nvPr/>
        </p:nvSpPr>
        <p:spPr>
          <a:xfrm>
            <a:off x="1181100" y="4381500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used to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have a dog.</a:t>
            </a:r>
          </a:p>
        </p:txBody>
      </p:sp>
      <p:sp>
        <p:nvSpPr>
          <p:cNvPr id="33" name=""/>
          <p:cNvSpPr/>
          <p:nvPr/>
        </p:nvSpPr>
        <p:spPr>
          <a:xfrm>
            <a:off x="762000" y="4848225"/>
            <a:ext cx="1066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34" name=""/>
          <p:cNvSpPr txBox="1"/>
          <p:nvPr/>
        </p:nvSpPr>
        <p:spPr>
          <a:xfrm>
            <a:off x="762000" y="4972050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35" name=""/>
          <p:cNvSpPr txBox="1"/>
          <p:nvPr/>
        </p:nvSpPr>
        <p:spPr>
          <a:xfrm>
            <a:off x="990600" y="4972050"/>
            <a:ext cx="18192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I should have </a:t>
            </a:r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</a:p>
        </p:txBody>
      </p:sp>
      <p:sp>
        <p:nvSpPr>
          <p:cNvPr id="36" name=""/>
          <p:cNvSpPr txBox="1"/>
          <p:nvPr/>
        </p:nvSpPr>
        <p:spPr>
          <a:xfrm>
            <a:off x="2590800" y="4972050"/>
            <a:ext cx="19812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74D52"/>
                </a:solidFill>
                <a:latin typeface="Noto Sans JP"/>
                <a:ea typeface="Noto Sans JP"/>
              </a:rPr>
              <a:t>〇〇しとけばよかった</a:t>
            </a:r>
          </a:p>
        </p:txBody>
      </p:sp>
      <p:sp>
        <p:nvSpPr>
          <p:cNvPr id="37" name=""/>
          <p:cNvSpPr txBox="1"/>
          <p:nvPr/>
        </p:nvSpPr>
        <p:spPr>
          <a:xfrm>
            <a:off x="762000" y="531495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Q1</a:t>
            </a:r>
          </a:p>
        </p:txBody>
      </p:sp>
      <p:sp>
        <p:nvSpPr>
          <p:cNvPr id="38" name=""/>
          <p:cNvSpPr txBox="1"/>
          <p:nvPr/>
        </p:nvSpPr>
        <p:spPr>
          <a:xfrm>
            <a:off x="1181100" y="5295900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should have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studied more.</a:t>
            </a:r>
          </a:p>
        </p:txBody>
      </p:sp>
      <p:sp>
        <p:nvSpPr>
          <p:cNvPr id="39" name=""/>
          <p:cNvSpPr txBox="1"/>
          <p:nvPr/>
        </p:nvSpPr>
        <p:spPr>
          <a:xfrm>
            <a:off x="762000" y="555307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Q2</a:t>
            </a:r>
          </a:p>
        </p:txBody>
      </p:sp>
      <p:sp>
        <p:nvSpPr>
          <p:cNvPr id="40" name=""/>
          <p:cNvSpPr txBox="1"/>
          <p:nvPr/>
        </p:nvSpPr>
        <p:spPr>
          <a:xfrm>
            <a:off x="1181100" y="5534025"/>
            <a:ext cx="39624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shouldn't have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stayed up late last night.</a:t>
            </a:r>
          </a:p>
        </p:txBody>
      </p:sp>
      <p:sp>
        <p:nvSpPr>
          <p:cNvPr id="41" name=""/>
          <p:cNvSpPr txBox="1"/>
          <p:nvPr/>
        </p:nvSpPr>
        <p:spPr>
          <a:xfrm>
            <a:off x="762000" y="579120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Q3</a:t>
            </a:r>
          </a:p>
        </p:txBody>
      </p:sp>
      <p:sp>
        <p:nvSpPr>
          <p:cNvPr id="42" name=""/>
          <p:cNvSpPr txBox="1"/>
          <p:nvPr/>
        </p:nvSpPr>
        <p:spPr>
          <a:xfrm>
            <a:off x="1181100" y="577215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should have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gone to bed earlier.</a:t>
            </a:r>
          </a:p>
        </p:txBody>
      </p:sp>
      <p:sp>
        <p:nvSpPr>
          <p:cNvPr id="43" name=""/>
          <p:cNvSpPr txBox="1"/>
          <p:nvPr/>
        </p:nvSpPr>
        <p:spPr>
          <a:xfrm>
            <a:off x="762000" y="603885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Q4</a:t>
            </a:r>
          </a:p>
        </p:txBody>
      </p:sp>
      <p:sp>
        <p:nvSpPr>
          <p:cNvPr id="44" name=""/>
          <p:cNvSpPr txBox="1"/>
          <p:nvPr/>
        </p:nvSpPr>
        <p:spPr>
          <a:xfrm>
            <a:off x="1181100" y="6019800"/>
            <a:ext cx="33909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should have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brought an umbrella.</a:t>
            </a:r>
          </a:p>
        </p:txBody>
      </p:sp>
      <p:sp>
        <p:nvSpPr>
          <p:cNvPr id="45" name=""/>
          <p:cNvSpPr txBox="1"/>
          <p:nvPr/>
        </p:nvSpPr>
        <p:spPr>
          <a:xfrm>
            <a:off x="762000" y="627697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Q5</a:t>
            </a:r>
          </a:p>
        </p:txBody>
      </p:sp>
      <p:sp>
        <p:nvSpPr>
          <p:cNvPr id="46" name=""/>
          <p:cNvSpPr txBox="1"/>
          <p:nvPr/>
        </p:nvSpPr>
        <p:spPr>
          <a:xfrm>
            <a:off x="1181100" y="62579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shouldn't have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drunk so much.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762000" y="228600"/>
            <a:ext cx="1228725" cy="714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900" b="1">
                <a:solidFill>
                  <a:srgbClr val="1E1A1C"/>
                </a:solidFill>
                <a:latin typeface="Noto Sans JP"/>
                <a:ea typeface="Noto Sans JP"/>
              </a:rPr>
              <a:t>解答</a:t>
            </a:r>
          </a:p>
        </p:txBody>
      </p:sp>
      <p:sp>
        <p:nvSpPr>
          <p:cNvPr id="4" name=""/>
          <p:cNvSpPr txBox="1"/>
          <p:nvPr/>
        </p:nvSpPr>
        <p:spPr>
          <a:xfrm>
            <a:off x="1905000" y="476250"/>
            <a:ext cx="70485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9C9196"/>
                </a:solidFill>
                <a:latin typeface="Arial"/>
                <a:ea typeface="Arial"/>
              </a:rPr>
              <a:t>4</a:t>
            </a:r>
            <a:pPr/>
            <a:r>
              <a:rPr sz="1950" b="1">
                <a:solidFill>
                  <a:srgbClr val="9C9196"/>
                </a:solidFill>
                <a:latin typeface="Noto Sans JP"/>
                <a:ea typeface="Noto Sans JP"/>
              </a:rPr>
              <a:t>〜</a:t>
            </a:r>
            <a:pPr/>
            <a:r>
              <a:rPr sz="1950" b="1">
                <a:solidFill>
                  <a:srgbClr val="9C9196"/>
                </a:solidFill>
                <a:latin typeface="Arial"/>
                <a:ea typeface="Arial"/>
              </a:rPr>
              <a:t>6</a:t>
            </a:r>
          </a:p>
        </p:txBody>
      </p:sp>
      <p:sp>
        <p:nvSpPr>
          <p:cNvPr id="5" name=""/>
          <p:cNvSpPr/>
          <p:nvPr/>
        </p:nvSpPr>
        <p:spPr>
          <a:xfrm>
            <a:off x="762000" y="1009650"/>
            <a:ext cx="10668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6" name=""/>
          <p:cNvSpPr txBox="1"/>
          <p:nvPr/>
        </p:nvSpPr>
        <p:spPr>
          <a:xfrm>
            <a:off x="762000" y="1219200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7" name=""/>
          <p:cNvSpPr txBox="1"/>
          <p:nvPr/>
        </p:nvSpPr>
        <p:spPr>
          <a:xfrm>
            <a:off x="990600" y="1219200"/>
            <a:ext cx="20669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Do you wanna </a:t>
            </a:r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8" name=""/>
          <p:cNvSpPr txBox="1"/>
          <p:nvPr/>
        </p:nvSpPr>
        <p:spPr>
          <a:xfrm>
            <a:off x="2800350" y="1219200"/>
            <a:ext cx="12287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74D52"/>
                </a:solidFill>
                <a:latin typeface="Noto Sans JP"/>
                <a:ea typeface="Noto Sans JP"/>
              </a:rPr>
              <a:t>〇〇したい？</a:t>
            </a:r>
          </a:p>
        </p:txBody>
      </p:sp>
      <p:sp>
        <p:nvSpPr>
          <p:cNvPr id="9" name=""/>
          <p:cNvSpPr txBox="1"/>
          <p:nvPr/>
        </p:nvSpPr>
        <p:spPr>
          <a:xfrm>
            <a:off x="762000" y="156210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Q1</a:t>
            </a:r>
          </a:p>
        </p:txBody>
      </p:sp>
      <p:sp>
        <p:nvSpPr>
          <p:cNvPr id="10" name=""/>
          <p:cNvSpPr txBox="1"/>
          <p:nvPr/>
        </p:nvSpPr>
        <p:spPr>
          <a:xfrm>
            <a:off x="1181100" y="1543050"/>
            <a:ext cx="30861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Do you wanna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go to the beach?</a:t>
            </a:r>
          </a:p>
        </p:txBody>
      </p:sp>
      <p:sp>
        <p:nvSpPr>
          <p:cNvPr id="11" name=""/>
          <p:cNvSpPr txBox="1"/>
          <p:nvPr/>
        </p:nvSpPr>
        <p:spPr>
          <a:xfrm>
            <a:off x="762000" y="180022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Q2</a:t>
            </a:r>
          </a:p>
        </p:txBody>
      </p:sp>
      <p:sp>
        <p:nvSpPr>
          <p:cNvPr id="12" name=""/>
          <p:cNvSpPr txBox="1"/>
          <p:nvPr/>
        </p:nvSpPr>
        <p:spPr>
          <a:xfrm>
            <a:off x="1181100" y="1781175"/>
            <a:ext cx="25527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Do you wanna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get coffee?</a:t>
            </a:r>
          </a:p>
        </p:txBody>
      </p:sp>
      <p:sp>
        <p:nvSpPr>
          <p:cNvPr id="13" name=""/>
          <p:cNvSpPr txBox="1"/>
          <p:nvPr/>
        </p:nvSpPr>
        <p:spPr>
          <a:xfrm>
            <a:off x="762000" y="203835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Q3</a:t>
            </a:r>
          </a:p>
        </p:txBody>
      </p:sp>
      <p:sp>
        <p:nvSpPr>
          <p:cNvPr id="14" name=""/>
          <p:cNvSpPr txBox="1"/>
          <p:nvPr/>
        </p:nvSpPr>
        <p:spPr>
          <a:xfrm>
            <a:off x="1181100" y="2019300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Do you wanna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watch a movie?</a:t>
            </a:r>
          </a:p>
        </p:txBody>
      </p:sp>
      <p:sp>
        <p:nvSpPr>
          <p:cNvPr id="15" name=""/>
          <p:cNvSpPr txBox="1"/>
          <p:nvPr/>
        </p:nvSpPr>
        <p:spPr>
          <a:xfrm>
            <a:off x="762000" y="228600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Q4</a:t>
            </a:r>
          </a:p>
        </p:txBody>
      </p:sp>
      <p:sp>
        <p:nvSpPr>
          <p:cNvPr id="16" name=""/>
          <p:cNvSpPr txBox="1"/>
          <p:nvPr/>
        </p:nvSpPr>
        <p:spPr>
          <a:xfrm>
            <a:off x="1181100" y="2266950"/>
            <a:ext cx="349567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Do you wanna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have lunch together?</a:t>
            </a:r>
          </a:p>
        </p:txBody>
      </p:sp>
      <p:sp>
        <p:nvSpPr>
          <p:cNvPr id="17" name=""/>
          <p:cNvSpPr txBox="1"/>
          <p:nvPr/>
        </p:nvSpPr>
        <p:spPr>
          <a:xfrm>
            <a:off x="762000" y="252412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Q5</a:t>
            </a:r>
          </a:p>
        </p:txBody>
      </p:sp>
      <p:sp>
        <p:nvSpPr>
          <p:cNvPr id="18" name=""/>
          <p:cNvSpPr txBox="1"/>
          <p:nvPr/>
        </p:nvSpPr>
        <p:spPr>
          <a:xfrm>
            <a:off x="1181100" y="2505075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Do you wanna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hang out tomorrow?</a:t>
            </a:r>
          </a:p>
        </p:txBody>
      </p:sp>
      <p:sp>
        <p:nvSpPr>
          <p:cNvPr id="19" name=""/>
          <p:cNvSpPr/>
          <p:nvPr/>
        </p:nvSpPr>
        <p:spPr>
          <a:xfrm>
            <a:off x="762000" y="2971800"/>
            <a:ext cx="1066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20" name=""/>
          <p:cNvSpPr txBox="1"/>
          <p:nvPr/>
        </p:nvSpPr>
        <p:spPr>
          <a:xfrm>
            <a:off x="762000" y="3095625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5</a:t>
            </a:r>
          </a:p>
        </p:txBody>
      </p:sp>
      <p:sp>
        <p:nvSpPr>
          <p:cNvPr id="21" name=""/>
          <p:cNvSpPr txBox="1"/>
          <p:nvPr/>
        </p:nvSpPr>
        <p:spPr>
          <a:xfrm>
            <a:off x="990600" y="3095625"/>
            <a:ext cx="19431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I'm looking for </a:t>
            </a:r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</a:p>
        </p:txBody>
      </p:sp>
      <p:sp>
        <p:nvSpPr>
          <p:cNvPr id="22" name=""/>
          <p:cNvSpPr txBox="1"/>
          <p:nvPr/>
        </p:nvSpPr>
        <p:spPr>
          <a:xfrm>
            <a:off x="2695575" y="3095625"/>
            <a:ext cx="15811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74D52"/>
                </a:solidFill>
                <a:latin typeface="Noto Sans JP"/>
                <a:ea typeface="Noto Sans JP"/>
              </a:rPr>
              <a:t>〇〇を探してます</a:t>
            </a:r>
          </a:p>
        </p:txBody>
      </p:sp>
      <p:sp>
        <p:nvSpPr>
          <p:cNvPr id="23" name=""/>
          <p:cNvSpPr txBox="1"/>
          <p:nvPr/>
        </p:nvSpPr>
        <p:spPr>
          <a:xfrm>
            <a:off x="762000" y="343852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Q1</a:t>
            </a:r>
          </a:p>
        </p:txBody>
      </p:sp>
      <p:sp>
        <p:nvSpPr>
          <p:cNvPr id="24" name=""/>
          <p:cNvSpPr txBox="1"/>
          <p:nvPr/>
        </p:nvSpPr>
        <p:spPr>
          <a:xfrm>
            <a:off x="1181100" y="3419475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I'm looking for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my keys.</a:t>
            </a:r>
          </a:p>
        </p:txBody>
      </p:sp>
      <p:sp>
        <p:nvSpPr>
          <p:cNvPr id="25" name=""/>
          <p:cNvSpPr txBox="1"/>
          <p:nvPr/>
        </p:nvSpPr>
        <p:spPr>
          <a:xfrm>
            <a:off x="3257550" y="3419475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>
                <a:solidFill>
                  <a:srgbClr val="9C9196"/>
                </a:solidFill>
                <a:latin typeface="Noto Sans JP"/>
                <a:ea typeface="Noto Sans JP"/>
              </a:rPr>
              <a:t>自分の鍵なので my</a:t>
            </a:r>
          </a:p>
        </p:txBody>
      </p:sp>
      <p:sp>
        <p:nvSpPr>
          <p:cNvPr id="26" name=""/>
          <p:cNvSpPr txBox="1"/>
          <p:nvPr/>
        </p:nvSpPr>
        <p:spPr>
          <a:xfrm>
            <a:off x="762000" y="367665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Q2</a:t>
            </a:r>
          </a:p>
        </p:txBody>
      </p:sp>
      <p:sp>
        <p:nvSpPr>
          <p:cNvPr id="27" name=""/>
          <p:cNvSpPr txBox="1"/>
          <p:nvPr/>
        </p:nvSpPr>
        <p:spPr>
          <a:xfrm>
            <a:off x="1181100" y="365760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I'm looking for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a convenience store.</a:t>
            </a:r>
          </a:p>
        </p:txBody>
      </p:sp>
      <p:sp>
        <p:nvSpPr>
          <p:cNvPr id="28" name=""/>
          <p:cNvSpPr txBox="1"/>
          <p:nvPr/>
        </p:nvSpPr>
        <p:spPr>
          <a:xfrm>
            <a:off x="4229100" y="3657600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>
                <a:solidFill>
                  <a:srgbClr val="9C9196"/>
                </a:solidFill>
                <a:latin typeface="Noto Sans JP"/>
                <a:ea typeface="Noto Sans JP"/>
              </a:rPr>
              <a:t>一般的なもの → a</a:t>
            </a:r>
          </a:p>
        </p:txBody>
      </p:sp>
      <p:sp>
        <p:nvSpPr>
          <p:cNvPr id="29" name=""/>
          <p:cNvSpPr txBox="1"/>
          <p:nvPr/>
        </p:nvSpPr>
        <p:spPr>
          <a:xfrm>
            <a:off x="762000" y="391477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Q3</a:t>
            </a:r>
          </a:p>
        </p:txBody>
      </p:sp>
      <p:sp>
        <p:nvSpPr>
          <p:cNvPr id="30" name=""/>
          <p:cNvSpPr txBox="1"/>
          <p:nvPr/>
        </p:nvSpPr>
        <p:spPr>
          <a:xfrm>
            <a:off x="1181100" y="3895725"/>
            <a:ext cx="301942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I'm looking for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the Eiffel Tower.</a:t>
            </a:r>
          </a:p>
        </p:txBody>
      </p:sp>
      <p:sp>
        <p:nvSpPr>
          <p:cNvPr id="31" name=""/>
          <p:cNvSpPr txBox="1"/>
          <p:nvPr/>
        </p:nvSpPr>
        <p:spPr>
          <a:xfrm>
            <a:off x="3838575" y="3895725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>
                <a:solidFill>
                  <a:srgbClr val="9C9196"/>
                </a:solidFill>
                <a:latin typeface="Noto Sans JP"/>
                <a:ea typeface="Noto Sans JP"/>
              </a:rPr>
              <a:t>有名な建物 → the</a:t>
            </a:r>
          </a:p>
        </p:txBody>
      </p:sp>
      <p:sp>
        <p:nvSpPr>
          <p:cNvPr id="32" name=""/>
          <p:cNvSpPr txBox="1"/>
          <p:nvPr/>
        </p:nvSpPr>
        <p:spPr>
          <a:xfrm>
            <a:off x="762000" y="416242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Q4</a:t>
            </a:r>
          </a:p>
        </p:txBody>
      </p:sp>
      <p:sp>
        <p:nvSpPr>
          <p:cNvPr id="33" name=""/>
          <p:cNvSpPr txBox="1"/>
          <p:nvPr/>
        </p:nvSpPr>
        <p:spPr>
          <a:xfrm>
            <a:off x="1181100" y="4143375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I'm looking for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a gift for my friend.</a:t>
            </a:r>
          </a:p>
        </p:txBody>
      </p:sp>
      <p:sp>
        <p:nvSpPr>
          <p:cNvPr id="34" name=""/>
          <p:cNvSpPr txBox="1"/>
          <p:nvPr/>
        </p:nvSpPr>
        <p:spPr>
          <a:xfrm>
            <a:off x="762000" y="440055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Q5</a:t>
            </a:r>
          </a:p>
        </p:txBody>
      </p:sp>
      <p:sp>
        <p:nvSpPr>
          <p:cNvPr id="35" name=""/>
          <p:cNvSpPr txBox="1"/>
          <p:nvPr/>
        </p:nvSpPr>
        <p:spPr>
          <a:xfrm>
            <a:off x="1181100" y="4381500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I'm looking for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the exit.</a:t>
            </a:r>
          </a:p>
        </p:txBody>
      </p:sp>
      <p:sp>
        <p:nvSpPr>
          <p:cNvPr id="36" name=""/>
          <p:cNvSpPr txBox="1"/>
          <p:nvPr/>
        </p:nvSpPr>
        <p:spPr>
          <a:xfrm>
            <a:off x="3181350" y="4381500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>
                <a:solidFill>
                  <a:srgbClr val="9C9196"/>
                </a:solidFill>
                <a:latin typeface="Noto Sans JP"/>
                <a:ea typeface="Noto Sans JP"/>
              </a:rPr>
              <a:t>特定の場所 → the</a:t>
            </a:r>
          </a:p>
        </p:txBody>
      </p:sp>
      <p:sp>
        <p:nvSpPr>
          <p:cNvPr id="37" name=""/>
          <p:cNvSpPr/>
          <p:nvPr/>
        </p:nvSpPr>
        <p:spPr>
          <a:xfrm>
            <a:off x="762000" y="4848225"/>
            <a:ext cx="1066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38" name=""/>
          <p:cNvSpPr txBox="1"/>
          <p:nvPr/>
        </p:nvSpPr>
        <p:spPr>
          <a:xfrm>
            <a:off x="762000" y="4972050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6</a:t>
            </a:r>
          </a:p>
        </p:txBody>
      </p:sp>
      <p:sp>
        <p:nvSpPr>
          <p:cNvPr id="39" name=""/>
          <p:cNvSpPr txBox="1"/>
          <p:nvPr/>
        </p:nvSpPr>
        <p:spPr>
          <a:xfrm>
            <a:off x="990600" y="4972050"/>
            <a:ext cx="11049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I might </a:t>
            </a:r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</a:p>
        </p:txBody>
      </p:sp>
      <p:sp>
        <p:nvSpPr>
          <p:cNvPr id="40" name=""/>
          <p:cNvSpPr txBox="1"/>
          <p:nvPr/>
        </p:nvSpPr>
        <p:spPr>
          <a:xfrm>
            <a:off x="1962150" y="4972050"/>
            <a:ext cx="19812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74D52"/>
                </a:solidFill>
                <a:latin typeface="Noto Sans JP"/>
                <a:ea typeface="Noto Sans JP"/>
              </a:rPr>
              <a:t>〇〇するかもしれない</a:t>
            </a:r>
          </a:p>
        </p:txBody>
      </p:sp>
      <p:sp>
        <p:nvSpPr>
          <p:cNvPr id="41" name=""/>
          <p:cNvSpPr txBox="1"/>
          <p:nvPr/>
        </p:nvSpPr>
        <p:spPr>
          <a:xfrm>
            <a:off x="762000" y="531495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Q1</a:t>
            </a:r>
          </a:p>
        </p:txBody>
      </p:sp>
      <p:sp>
        <p:nvSpPr>
          <p:cNvPr id="42" name=""/>
          <p:cNvSpPr txBox="1"/>
          <p:nvPr/>
        </p:nvSpPr>
        <p:spPr>
          <a:xfrm>
            <a:off x="1181100" y="5295900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might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go to the party.</a:t>
            </a:r>
          </a:p>
        </p:txBody>
      </p:sp>
      <p:sp>
        <p:nvSpPr>
          <p:cNvPr id="43" name=""/>
          <p:cNvSpPr txBox="1"/>
          <p:nvPr/>
        </p:nvSpPr>
        <p:spPr>
          <a:xfrm>
            <a:off x="762000" y="555307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Q2</a:t>
            </a:r>
          </a:p>
        </p:txBody>
      </p:sp>
      <p:sp>
        <p:nvSpPr>
          <p:cNvPr id="44" name=""/>
          <p:cNvSpPr txBox="1"/>
          <p:nvPr/>
        </p:nvSpPr>
        <p:spPr>
          <a:xfrm>
            <a:off x="1181100" y="5534025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might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buy a new phone.</a:t>
            </a:r>
          </a:p>
        </p:txBody>
      </p:sp>
      <p:sp>
        <p:nvSpPr>
          <p:cNvPr id="45" name=""/>
          <p:cNvSpPr txBox="1"/>
          <p:nvPr/>
        </p:nvSpPr>
        <p:spPr>
          <a:xfrm>
            <a:off x="762000" y="579120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Q3</a:t>
            </a:r>
          </a:p>
        </p:txBody>
      </p:sp>
      <p:sp>
        <p:nvSpPr>
          <p:cNvPr id="46" name=""/>
          <p:cNvSpPr txBox="1"/>
          <p:nvPr/>
        </p:nvSpPr>
        <p:spPr>
          <a:xfrm>
            <a:off x="1181100" y="577215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might not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have time.</a:t>
            </a:r>
          </a:p>
        </p:txBody>
      </p:sp>
      <p:sp>
        <p:nvSpPr>
          <p:cNvPr id="47" name=""/>
          <p:cNvSpPr txBox="1"/>
          <p:nvPr/>
        </p:nvSpPr>
        <p:spPr>
          <a:xfrm>
            <a:off x="762000" y="603885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Q4</a:t>
            </a:r>
          </a:p>
        </p:txBody>
      </p:sp>
      <p:sp>
        <p:nvSpPr>
          <p:cNvPr id="48" name=""/>
          <p:cNvSpPr txBox="1"/>
          <p:nvPr/>
        </p:nvSpPr>
        <p:spPr>
          <a:xfrm>
            <a:off x="1181100" y="6019800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might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call you tonight.</a:t>
            </a:r>
          </a:p>
        </p:txBody>
      </p:sp>
      <p:sp>
        <p:nvSpPr>
          <p:cNvPr id="49" name=""/>
          <p:cNvSpPr txBox="1"/>
          <p:nvPr/>
        </p:nvSpPr>
        <p:spPr>
          <a:xfrm>
            <a:off x="762000" y="627697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Q5</a:t>
            </a:r>
          </a:p>
        </p:txBody>
      </p:sp>
      <p:sp>
        <p:nvSpPr>
          <p:cNvPr id="50" name=""/>
          <p:cNvSpPr txBox="1"/>
          <p:nvPr/>
        </p:nvSpPr>
        <p:spPr>
          <a:xfrm>
            <a:off x="1181100" y="6257925"/>
            <a:ext cx="313372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might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stay home this weekend.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D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810500" y="0"/>
            <a:ext cx="4381500" cy="3143250"/>
          </a:xfrm>
          <a:custGeom>
            <a:avLst/>
            <a:gdLst/>
            <a:ahLst/>
            <a:cxnLst/>
            <a:rect l="l" t="t" r="r" b="b"/>
            <a:pathLst>
              <a:path w="4381500" h="3143250">
                <a:moveTo>
                  <a:pt x="0" y="0"/>
                </a:moveTo>
                <a:cubicBezTo>
                  <a:pt x="381000" y="914400"/>
                  <a:pt x="1314450" y="1428750"/>
                  <a:pt x="2324100" y="1524000"/>
                </a:cubicBezTo>
                <a:cubicBezTo>
                  <a:pt x="3352800" y="1619250"/>
                  <a:pt x="4038600" y="2209800"/>
                  <a:pt x="4381500" y="3143250"/>
                </a:cubicBezTo>
                <a:lnTo>
                  <a:pt x="4381500" y="0"/>
                </a:lnTo>
                <a:close/>
              </a:path>
            </a:pathLst>
          </a:custGeom>
          <a:solidFill>
            <a:srgbClr val="FBE1E9"/>
          </a:solidFill>
          <a:ln/>
        </p:spPr>
      </p:sp>
      <p:sp>
        <p:nvSpPr>
          <p:cNvPr id="3" name=""/>
          <p:cNvSpPr txBox="1"/>
          <p:nvPr/>
        </p:nvSpPr>
        <p:spPr>
          <a:xfrm>
            <a:off x="762000" y="228600"/>
            <a:ext cx="1228725" cy="714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900" b="1">
                <a:solidFill>
                  <a:srgbClr val="1E1A1C"/>
                </a:solidFill>
                <a:latin typeface="Noto Sans JP"/>
                <a:ea typeface="Noto Sans JP"/>
              </a:rPr>
              <a:t>解答</a:t>
            </a:r>
          </a:p>
        </p:txBody>
      </p:sp>
      <p:sp>
        <p:nvSpPr>
          <p:cNvPr id="4" name=""/>
          <p:cNvSpPr txBox="1"/>
          <p:nvPr/>
        </p:nvSpPr>
        <p:spPr>
          <a:xfrm>
            <a:off x="1905000" y="476250"/>
            <a:ext cx="70485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9C9196"/>
                </a:solidFill>
                <a:latin typeface="Arial"/>
                <a:ea typeface="Arial"/>
              </a:rPr>
              <a:t>7</a:t>
            </a:r>
            <a:pPr/>
            <a:r>
              <a:rPr sz="1950" b="1">
                <a:solidFill>
                  <a:srgbClr val="9C9196"/>
                </a:solidFill>
                <a:latin typeface="Noto Sans JP"/>
                <a:ea typeface="Noto Sans JP"/>
              </a:rPr>
              <a:t>〜</a:t>
            </a:r>
            <a:pPr/>
            <a:r>
              <a:rPr sz="1950" b="1">
                <a:solidFill>
                  <a:srgbClr val="9C9196"/>
                </a:solidFill>
                <a:latin typeface="Arial"/>
                <a:ea typeface="Arial"/>
              </a:rPr>
              <a:t>9</a:t>
            </a:r>
          </a:p>
        </p:txBody>
      </p:sp>
      <p:sp>
        <p:nvSpPr>
          <p:cNvPr id="5" name=""/>
          <p:cNvSpPr/>
          <p:nvPr/>
        </p:nvSpPr>
        <p:spPr>
          <a:xfrm>
            <a:off x="762000" y="1009650"/>
            <a:ext cx="10668000" cy="57150"/>
          </a:xfrm>
          <a:prstGeom prst="roundRect">
            <a:avLst>
              <a:gd name="adj" fmla="val 50000"/>
            </a:avLst>
          </a:prstGeom>
          <a:solidFill>
            <a:srgbClr val="F3A6C8"/>
          </a:solidFill>
          <a:ln/>
        </p:spPr>
      </p:sp>
      <p:sp>
        <p:nvSpPr>
          <p:cNvPr id="6" name=""/>
          <p:cNvSpPr txBox="1"/>
          <p:nvPr/>
        </p:nvSpPr>
        <p:spPr>
          <a:xfrm>
            <a:off x="762000" y="1219200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7</a:t>
            </a:r>
          </a:p>
        </p:txBody>
      </p:sp>
      <p:sp>
        <p:nvSpPr>
          <p:cNvPr id="7" name=""/>
          <p:cNvSpPr txBox="1"/>
          <p:nvPr/>
        </p:nvSpPr>
        <p:spPr>
          <a:xfrm>
            <a:off x="990600" y="1219200"/>
            <a:ext cx="2238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Do you mind if I </a:t>
            </a:r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8" name=""/>
          <p:cNvSpPr txBox="1"/>
          <p:nvPr/>
        </p:nvSpPr>
        <p:spPr>
          <a:xfrm>
            <a:off x="2952750" y="1219200"/>
            <a:ext cx="21336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74D52"/>
                </a:solidFill>
                <a:latin typeface="Noto Sans JP"/>
                <a:ea typeface="Noto Sans JP"/>
              </a:rPr>
              <a:t>〇〇してもいいですか？</a:t>
            </a:r>
          </a:p>
        </p:txBody>
      </p:sp>
      <p:sp>
        <p:nvSpPr>
          <p:cNvPr id="9" name=""/>
          <p:cNvSpPr txBox="1"/>
          <p:nvPr/>
        </p:nvSpPr>
        <p:spPr>
          <a:xfrm>
            <a:off x="762000" y="156210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Q1</a:t>
            </a:r>
          </a:p>
        </p:txBody>
      </p:sp>
      <p:sp>
        <p:nvSpPr>
          <p:cNvPr id="10" name=""/>
          <p:cNvSpPr txBox="1"/>
          <p:nvPr/>
        </p:nvSpPr>
        <p:spPr>
          <a:xfrm>
            <a:off x="1181100" y="1543050"/>
            <a:ext cx="311467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Do you mind if I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close the door?</a:t>
            </a:r>
          </a:p>
        </p:txBody>
      </p:sp>
      <p:sp>
        <p:nvSpPr>
          <p:cNvPr id="11" name=""/>
          <p:cNvSpPr txBox="1"/>
          <p:nvPr/>
        </p:nvSpPr>
        <p:spPr>
          <a:xfrm>
            <a:off x="762000" y="180022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Q2</a:t>
            </a:r>
          </a:p>
        </p:txBody>
      </p:sp>
      <p:sp>
        <p:nvSpPr>
          <p:cNvPr id="12" name=""/>
          <p:cNvSpPr txBox="1"/>
          <p:nvPr/>
        </p:nvSpPr>
        <p:spPr>
          <a:xfrm>
            <a:off x="1181100" y="1781175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Do you mind if I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use this pen?</a:t>
            </a:r>
          </a:p>
        </p:txBody>
      </p:sp>
      <p:sp>
        <p:nvSpPr>
          <p:cNvPr id="13" name=""/>
          <p:cNvSpPr txBox="1"/>
          <p:nvPr/>
        </p:nvSpPr>
        <p:spPr>
          <a:xfrm>
            <a:off x="762000" y="203835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Q3</a:t>
            </a:r>
          </a:p>
        </p:txBody>
      </p:sp>
      <p:sp>
        <p:nvSpPr>
          <p:cNvPr id="14" name=""/>
          <p:cNvSpPr txBox="1"/>
          <p:nvPr/>
        </p:nvSpPr>
        <p:spPr>
          <a:xfrm>
            <a:off x="1181100" y="2019300"/>
            <a:ext cx="303847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Do you mind if I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take a picture?</a:t>
            </a:r>
          </a:p>
        </p:txBody>
      </p:sp>
      <p:sp>
        <p:nvSpPr>
          <p:cNvPr id="15" name=""/>
          <p:cNvSpPr txBox="1"/>
          <p:nvPr/>
        </p:nvSpPr>
        <p:spPr>
          <a:xfrm>
            <a:off x="762000" y="228600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Q4</a:t>
            </a:r>
          </a:p>
        </p:txBody>
      </p:sp>
      <p:sp>
        <p:nvSpPr>
          <p:cNvPr id="16" name=""/>
          <p:cNvSpPr txBox="1"/>
          <p:nvPr/>
        </p:nvSpPr>
        <p:spPr>
          <a:xfrm>
            <a:off x="1181100" y="2266950"/>
            <a:ext cx="355282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Do you mind if I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use your bathroom?</a:t>
            </a:r>
          </a:p>
        </p:txBody>
      </p:sp>
      <p:sp>
        <p:nvSpPr>
          <p:cNvPr id="17" name=""/>
          <p:cNvSpPr txBox="1"/>
          <p:nvPr/>
        </p:nvSpPr>
        <p:spPr>
          <a:xfrm>
            <a:off x="4305300" y="2266950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>
                <a:solidFill>
                  <a:srgbClr val="9C9196"/>
                </a:solidFill>
                <a:latin typeface="Noto Sans JP"/>
                <a:ea typeface="Noto Sans JP"/>
              </a:rPr>
              <a:t>「借りる」は borrow ではなく use</a:t>
            </a:r>
          </a:p>
        </p:txBody>
      </p:sp>
      <p:sp>
        <p:nvSpPr>
          <p:cNvPr id="18" name=""/>
          <p:cNvSpPr txBox="1"/>
          <p:nvPr/>
        </p:nvSpPr>
        <p:spPr>
          <a:xfrm>
            <a:off x="762000" y="252412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Q5</a:t>
            </a:r>
          </a:p>
        </p:txBody>
      </p:sp>
      <p:sp>
        <p:nvSpPr>
          <p:cNvPr id="19" name=""/>
          <p:cNvSpPr txBox="1"/>
          <p:nvPr/>
        </p:nvSpPr>
        <p:spPr>
          <a:xfrm>
            <a:off x="1181100" y="2505075"/>
            <a:ext cx="680085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A: </a:t>
            </a:r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Do you mind if I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turn on the AC? B: No, go ahead! / Sure, go ahead!</a:t>
            </a:r>
          </a:p>
        </p:txBody>
      </p:sp>
      <p:sp>
        <p:nvSpPr>
          <p:cNvPr id="20" name=""/>
          <p:cNvSpPr/>
          <p:nvPr/>
        </p:nvSpPr>
        <p:spPr>
          <a:xfrm>
            <a:off x="762000" y="2971800"/>
            <a:ext cx="1066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21" name=""/>
          <p:cNvSpPr txBox="1"/>
          <p:nvPr/>
        </p:nvSpPr>
        <p:spPr>
          <a:xfrm>
            <a:off x="762000" y="3095625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8</a:t>
            </a:r>
          </a:p>
        </p:txBody>
      </p:sp>
      <p:sp>
        <p:nvSpPr>
          <p:cNvPr id="22" name=""/>
          <p:cNvSpPr txBox="1"/>
          <p:nvPr/>
        </p:nvSpPr>
        <p:spPr>
          <a:xfrm>
            <a:off x="990600" y="3095625"/>
            <a:ext cx="8001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I bet </a:t>
            </a:r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</a:p>
        </p:txBody>
      </p:sp>
      <p:sp>
        <p:nvSpPr>
          <p:cNvPr id="23" name=""/>
          <p:cNvSpPr txBox="1"/>
          <p:nvPr/>
        </p:nvSpPr>
        <p:spPr>
          <a:xfrm>
            <a:off x="1704975" y="3095625"/>
            <a:ext cx="12287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74D52"/>
                </a:solidFill>
                <a:latin typeface="Noto Sans JP"/>
                <a:ea typeface="Noto Sans JP"/>
              </a:rPr>
              <a:t>絶対〇〇やで</a:t>
            </a:r>
          </a:p>
        </p:txBody>
      </p:sp>
      <p:sp>
        <p:nvSpPr>
          <p:cNvPr id="24" name=""/>
          <p:cNvSpPr txBox="1"/>
          <p:nvPr/>
        </p:nvSpPr>
        <p:spPr>
          <a:xfrm>
            <a:off x="762000" y="343852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Q1</a:t>
            </a:r>
          </a:p>
        </p:txBody>
      </p:sp>
      <p:sp>
        <p:nvSpPr>
          <p:cNvPr id="25" name=""/>
          <p:cNvSpPr txBox="1"/>
          <p:nvPr/>
        </p:nvSpPr>
        <p:spPr>
          <a:xfrm>
            <a:off x="1181100" y="3419475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bet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he's going to be late.</a:t>
            </a:r>
          </a:p>
        </p:txBody>
      </p:sp>
      <p:sp>
        <p:nvSpPr>
          <p:cNvPr id="26" name=""/>
          <p:cNvSpPr txBox="1"/>
          <p:nvPr/>
        </p:nvSpPr>
        <p:spPr>
          <a:xfrm>
            <a:off x="762000" y="367665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Q2</a:t>
            </a:r>
          </a:p>
        </p:txBody>
      </p:sp>
      <p:sp>
        <p:nvSpPr>
          <p:cNvPr id="27" name=""/>
          <p:cNvSpPr txBox="1"/>
          <p:nvPr/>
        </p:nvSpPr>
        <p:spPr>
          <a:xfrm>
            <a:off x="1181100" y="3657600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bet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she'll love it.</a:t>
            </a:r>
          </a:p>
        </p:txBody>
      </p:sp>
      <p:sp>
        <p:nvSpPr>
          <p:cNvPr id="28" name=""/>
          <p:cNvSpPr txBox="1"/>
          <p:nvPr/>
        </p:nvSpPr>
        <p:spPr>
          <a:xfrm>
            <a:off x="762000" y="391477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Q3</a:t>
            </a:r>
          </a:p>
        </p:txBody>
      </p:sp>
      <p:sp>
        <p:nvSpPr>
          <p:cNvPr id="29" name=""/>
          <p:cNvSpPr txBox="1"/>
          <p:nvPr/>
        </p:nvSpPr>
        <p:spPr>
          <a:xfrm>
            <a:off x="1181100" y="3895725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bet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you're tired.</a:t>
            </a:r>
          </a:p>
        </p:txBody>
      </p:sp>
      <p:sp>
        <p:nvSpPr>
          <p:cNvPr id="30" name=""/>
          <p:cNvSpPr txBox="1"/>
          <p:nvPr/>
        </p:nvSpPr>
        <p:spPr>
          <a:xfrm>
            <a:off x="762000" y="416242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Q4</a:t>
            </a:r>
          </a:p>
        </p:txBody>
      </p:sp>
      <p:sp>
        <p:nvSpPr>
          <p:cNvPr id="31" name=""/>
          <p:cNvSpPr txBox="1"/>
          <p:nvPr/>
        </p:nvSpPr>
        <p:spPr>
          <a:xfrm>
            <a:off x="1181100" y="4143375"/>
            <a:ext cx="360997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bet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it's going to be sunny tomorrow.</a:t>
            </a:r>
          </a:p>
        </p:txBody>
      </p:sp>
      <p:sp>
        <p:nvSpPr>
          <p:cNvPr id="32" name=""/>
          <p:cNvSpPr txBox="1"/>
          <p:nvPr/>
        </p:nvSpPr>
        <p:spPr>
          <a:xfrm>
            <a:off x="762000" y="440055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Q5</a:t>
            </a:r>
          </a:p>
        </p:txBody>
      </p:sp>
      <p:sp>
        <p:nvSpPr>
          <p:cNvPr id="33" name=""/>
          <p:cNvSpPr txBox="1"/>
          <p:nvPr/>
        </p:nvSpPr>
        <p:spPr>
          <a:xfrm>
            <a:off x="1181100" y="4381500"/>
            <a:ext cx="309562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 bet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that restaurant is crowded.</a:t>
            </a:r>
          </a:p>
        </p:txBody>
      </p:sp>
      <p:sp>
        <p:nvSpPr>
          <p:cNvPr id="34" name=""/>
          <p:cNvSpPr/>
          <p:nvPr/>
        </p:nvSpPr>
        <p:spPr>
          <a:xfrm>
            <a:off x="762000" y="4848225"/>
            <a:ext cx="10668000" cy="0"/>
          </a:xfrm>
          <a:prstGeom prst="line">
            <a:avLst/>
          </a:prstGeom>
          <a:noFill/>
          <a:ln w="19050">
            <a:solidFill>
              <a:srgbClr val="F2D5E1"/>
            </a:solidFill>
            <a:prstDash val="solid"/>
          </a:ln>
        </p:spPr>
      </p:sp>
      <p:sp>
        <p:nvSpPr>
          <p:cNvPr id="35" name=""/>
          <p:cNvSpPr txBox="1"/>
          <p:nvPr/>
        </p:nvSpPr>
        <p:spPr>
          <a:xfrm>
            <a:off x="762000" y="4972050"/>
            <a:ext cx="247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9</a:t>
            </a:r>
          </a:p>
        </p:txBody>
      </p:sp>
      <p:sp>
        <p:nvSpPr>
          <p:cNvPr id="36" name=""/>
          <p:cNvSpPr txBox="1"/>
          <p:nvPr/>
        </p:nvSpPr>
        <p:spPr>
          <a:xfrm>
            <a:off x="990600" y="4972050"/>
            <a:ext cx="1666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E1A1C"/>
                </a:solidFill>
                <a:latin typeface="Arial"/>
                <a:ea typeface="Arial"/>
              </a:rPr>
              <a:t>I'm trying to </a:t>
            </a:r>
            <a:pPr/>
            <a:r>
              <a:rPr sz="1650" b="1">
                <a:solidFill>
                  <a:srgbClr val="C8417F"/>
                </a:solidFill>
                <a:latin typeface="Arial"/>
                <a:ea typeface="Arial"/>
              </a:rPr>
              <a:t>~</a:t>
            </a:r>
          </a:p>
        </p:txBody>
      </p:sp>
      <p:sp>
        <p:nvSpPr>
          <p:cNvPr id="37" name=""/>
          <p:cNvSpPr txBox="1"/>
          <p:nvPr/>
        </p:nvSpPr>
        <p:spPr>
          <a:xfrm>
            <a:off x="2457450" y="4972050"/>
            <a:ext cx="19621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74D52"/>
                </a:solidFill>
                <a:latin typeface="Noto Sans JP"/>
                <a:ea typeface="Noto Sans JP"/>
              </a:rPr>
              <a:t>〇〇しようとしている</a:t>
            </a:r>
          </a:p>
        </p:txBody>
      </p:sp>
      <p:sp>
        <p:nvSpPr>
          <p:cNvPr id="38" name=""/>
          <p:cNvSpPr txBox="1"/>
          <p:nvPr/>
        </p:nvSpPr>
        <p:spPr>
          <a:xfrm>
            <a:off x="762000" y="531495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Q1</a:t>
            </a:r>
          </a:p>
        </p:txBody>
      </p:sp>
      <p:sp>
        <p:nvSpPr>
          <p:cNvPr id="39" name=""/>
          <p:cNvSpPr txBox="1"/>
          <p:nvPr/>
        </p:nvSpPr>
        <p:spPr>
          <a:xfrm>
            <a:off x="1181100" y="5295900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I'm trying to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lose weight.</a:t>
            </a:r>
          </a:p>
        </p:txBody>
      </p:sp>
      <p:sp>
        <p:nvSpPr>
          <p:cNvPr id="40" name=""/>
          <p:cNvSpPr txBox="1"/>
          <p:nvPr/>
        </p:nvSpPr>
        <p:spPr>
          <a:xfrm>
            <a:off x="762000" y="555307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Q2</a:t>
            </a:r>
          </a:p>
        </p:txBody>
      </p:sp>
      <p:sp>
        <p:nvSpPr>
          <p:cNvPr id="41" name=""/>
          <p:cNvSpPr txBox="1"/>
          <p:nvPr/>
        </p:nvSpPr>
        <p:spPr>
          <a:xfrm>
            <a:off x="1181100" y="5534025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I'm trying to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sleep.</a:t>
            </a:r>
          </a:p>
        </p:txBody>
      </p:sp>
      <p:sp>
        <p:nvSpPr>
          <p:cNvPr id="42" name=""/>
          <p:cNvSpPr txBox="1"/>
          <p:nvPr/>
        </p:nvSpPr>
        <p:spPr>
          <a:xfrm>
            <a:off x="762000" y="579120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Q3</a:t>
            </a:r>
          </a:p>
        </p:txBody>
      </p:sp>
      <p:sp>
        <p:nvSpPr>
          <p:cNvPr id="43" name=""/>
          <p:cNvSpPr txBox="1"/>
          <p:nvPr/>
        </p:nvSpPr>
        <p:spPr>
          <a:xfrm>
            <a:off x="1181100" y="5772150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I'm trying to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wake up early.</a:t>
            </a:r>
          </a:p>
        </p:txBody>
      </p:sp>
      <p:sp>
        <p:nvSpPr>
          <p:cNvPr id="44" name=""/>
          <p:cNvSpPr txBox="1"/>
          <p:nvPr/>
        </p:nvSpPr>
        <p:spPr>
          <a:xfrm>
            <a:off x="762000" y="6038850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Q4</a:t>
            </a:r>
          </a:p>
        </p:txBody>
      </p:sp>
      <p:sp>
        <p:nvSpPr>
          <p:cNvPr id="45" name=""/>
          <p:cNvSpPr txBox="1"/>
          <p:nvPr/>
        </p:nvSpPr>
        <p:spPr>
          <a:xfrm>
            <a:off x="1181100" y="6019800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I'm trying to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speak English every day.</a:t>
            </a:r>
          </a:p>
        </p:txBody>
      </p:sp>
      <p:sp>
        <p:nvSpPr>
          <p:cNvPr id="46" name=""/>
          <p:cNvSpPr txBox="1"/>
          <p:nvPr/>
        </p:nvSpPr>
        <p:spPr>
          <a:xfrm>
            <a:off x="762000" y="627697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C8417F"/>
                </a:solidFill>
                <a:latin typeface="Arial"/>
                <a:ea typeface="Arial"/>
              </a:rPr>
              <a:t>Q5</a:t>
            </a:r>
          </a:p>
        </p:txBody>
      </p:sp>
      <p:sp>
        <p:nvSpPr>
          <p:cNvPr id="47" name=""/>
          <p:cNvSpPr txBox="1"/>
          <p:nvPr/>
        </p:nvSpPr>
        <p:spPr>
          <a:xfrm>
            <a:off x="1181100" y="6257925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E1A1C"/>
                </a:solidFill>
                <a:highlight>
                  <a:srgbClr val="F9D3E3"/>
                </a:highlight>
                <a:latin typeface="Arial"/>
                <a:ea typeface="Arial"/>
              </a:rPr>
              <a:t>I'm trying to</a:t>
            </a:r>
            <a:pPr/>
            <a:r>
              <a:rPr sz="1350" b="1">
                <a:solidFill>
                  <a:srgbClr val="1E1A1C"/>
                </a:solidFill>
                <a:latin typeface="Arial"/>
                <a:ea typeface="Arial"/>
              </a:rPr>
              <a:t> focus.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