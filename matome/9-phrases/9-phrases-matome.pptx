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slideLayouts/slideLayout1.xml" ContentType="application/vnd.openxmlformats-officedocument.presentationml.slideLayout+xml"/>
</Types>
</file>

<file path=_rels/.rels><?xml version="1.0" encoding="UTF-8" standalone="yes"?>
<Relationships xmlns="http://schemas.openxmlformats.org/package/2006/relationships">
		
		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4" Type="http://schemas.openxmlformats.org/officeDocument/2006/relationships/presProps" Target="presProps.xml"/><Relationship Id="rId16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D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7810500" y="0"/>
            <a:ext cx="4381500" cy="3143250"/>
          </a:xfrm>
          <a:custGeom>
            <a:avLst/>
            <a:gdLst/>
            <a:ahLst/>
            <a:cxnLst/>
            <a:rect l="l" t="t" r="r" b="b"/>
            <a:pathLst>
              <a:path w="4381500" h="3143250">
                <a:moveTo>
                  <a:pt x="0" y="0"/>
                </a:moveTo>
                <a:cubicBezTo>
                  <a:pt x="381000" y="914400"/>
                  <a:pt x="1314450" y="1428750"/>
                  <a:pt x="2324100" y="1524000"/>
                </a:cubicBezTo>
                <a:cubicBezTo>
                  <a:pt x="3352800" y="1619250"/>
                  <a:pt x="4038600" y="2209800"/>
                  <a:pt x="4381500" y="3143250"/>
                </a:cubicBezTo>
                <a:lnTo>
                  <a:pt x="4381500" y="0"/>
                </a:lnTo>
                <a:close/>
              </a:path>
            </a:pathLst>
          </a:custGeom>
          <a:solidFill>
            <a:srgbClr val="FBE1E9"/>
          </a:solidFill>
          <a:ln/>
        </p:spPr>
      </p:sp>
      <p:sp>
        <p:nvSpPr>
          <p:cNvPr id="3" name=""/>
          <p:cNvSpPr txBox="1"/>
          <p:nvPr/>
        </p:nvSpPr>
        <p:spPr>
          <a:xfrm>
            <a:off x="838200" y="1571625"/>
            <a:ext cx="177165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C8417F"/>
                </a:solidFill>
                <a:latin typeface="Noto Sans JP"/>
                <a:ea typeface="Noto Sans JP"/>
              </a:rPr>
              <a:t>動画のおさらい</a:t>
            </a:r>
          </a:p>
        </p:txBody>
      </p:sp>
      <p:sp>
        <p:nvSpPr>
          <p:cNvPr id="4" name=""/>
          <p:cNvSpPr txBox="1"/>
          <p:nvPr/>
        </p:nvSpPr>
        <p:spPr>
          <a:xfrm>
            <a:off x="838200" y="1952625"/>
            <a:ext cx="6781800" cy="9429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5100" b="1">
                <a:solidFill>
                  <a:srgbClr val="1E1A1C"/>
                </a:solidFill>
                <a:latin typeface="Noto Sans JP"/>
                <a:ea typeface="Noto Sans JP"/>
              </a:rPr>
              <a:t>日常英会話フレーズ</a:t>
            </a:r>
          </a:p>
        </p:txBody>
      </p:sp>
      <p:sp>
        <p:nvSpPr>
          <p:cNvPr id="5" name=""/>
          <p:cNvSpPr txBox="1"/>
          <p:nvPr/>
        </p:nvSpPr>
        <p:spPr>
          <a:xfrm>
            <a:off x="838200" y="2762250"/>
            <a:ext cx="1562100" cy="12763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9000" b="1">
                <a:solidFill>
                  <a:srgbClr val="1E1A1C"/>
                </a:solidFill>
                <a:latin typeface="Arial"/>
                <a:ea typeface="Arial"/>
              </a:rPr>
              <a:t>9</a:t>
            </a:r>
            <a:pPr/>
            <a:r>
              <a:rPr sz="5100" b="1">
                <a:solidFill>
                  <a:srgbClr val="1E1A1C"/>
                </a:solidFill>
                <a:latin typeface="Noto Sans JP"/>
                <a:ea typeface="Noto Sans JP"/>
              </a:rPr>
              <a:t>選</a:t>
            </a:r>
          </a:p>
        </p:txBody>
      </p:sp>
      <p:sp>
        <p:nvSpPr>
          <p:cNvPr id="6" name=""/>
          <p:cNvSpPr txBox="1"/>
          <p:nvPr/>
        </p:nvSpPr>
        <p:spPr>
          <a:xfrm>
            <a:off x="2247900" y="3048000"/>
            <a:ext cx="2352675" cy="9429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5100" b="1">
                <a:solidFill>
                  <a:srgbClr val="1E1A1C"/>
                </a:solidFill>
                <a:highlight>
                  <a:srgbClr val="F9D3E3"/>
                </a:highlight>
                <a:latin typeface="Noto Sans JP"/>
                <a:ea typeface="Noto Sans JP"/>
              </a:rPr>
              <a:t>まとめ</a:t>
            </a:r>
          </a:p>
        </p:txBody>
      </p:sp>
      <p:sp>
        <p:nvSpPr>
          <p:cNvPr id="7" name=""/>
          <p:cNvSpPr/>
          <p:nvPr/>
        </p:nvSpPr>
        <p:spPr>
          <a:xfrm>
            <a:off x="838200" y="4257675"/>
            <a:ext cx="3429000" cy="57150"/>
          </a:xfrm>
          <a:prstGeom prst="roundRect">
            <a:avLst>
              <a:gd name="adj" fmla="val 50000"/>
            </a:avLst>
          </a:prstGeom>
          <a:solidFill>
            <a:srgbClr val="F3A6C8"/>
          </a:solidFill>
          <a:ln/>
        </p:spPr>
      </p:sp>
      <p:sp>
        <p:nvSpPr>
          <p:cNvPr id="8" name=""/>
          <p:cNvSpPr txBox="1"/>
          <p:nvPr/>
        </p:nvSpPr>
        <p:spPr>
          <a:xfrm>
            <a:off x="838200" y="4610100"/>
            <a:ext cx="3552825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574D52"/>
                </a:solidFill>
                <a:latin typeface="Noto Sans JP"/>
                <a:ea typeface="Noto Sans JP"/>
              </a:rPr>
              <a:t>動画で紹介したフレーズと例文を</a:t>
            </a:r>
          </a:p>
        </p:txBody>
      </p:sp>
      <p:sp>
        <p:nvSpPr>
          <p:cNvPr id="9" name=""/>
          <p:cNvSpPr txBox="1"/>
          <p:nvPr/>
        </p:nvSpPr>
        <p:spPr>
          <a:xfrm>
            <a:off x="838200" y="4962525"/>
            <a:ext cx="4029075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574D52"/>
                </a:solidFill>
                <a:latin typeface="Noto Sans JP"/>
                <a:ea typeface="Noto Sans JP"/>
              </a:rPr>
              <a:t>このスライドでまとめて復習しよう！</a:t>
            </a:r>
          </a:p>
        </p:txBody>
      </p:sp>
      <p:sp>
        <p:nvSpPr>
          <p:cNvPr id="10" name=""/>
          <p:cNvSpPr txBox="1"/>
          <p:nvPr/>
        </p:nvSpPr>
        <p:spPr>
          <a:xfrm>
            <a:off x="7715250" y="1171575"/>
            <a:ext cx="1285875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9C9196"/>
                </a:solidFill>
                <a:latin typeface="Arial"/>
                <a:ea typeface="Arial"/>
              </a:rPr>
              <a:t>CONTENTS</a:t>
            </a:r>
          </a:p>
        </p:txBody>
      </p:sp>
      <p:sp>
        <p:nvSpPr>
          <p:cNvPr id="11" name=""/>
          <p:cNvSpPr txBox="1"/>
          <p:nvPr/>
        </p:nvSpPr>
        <p:spPr>
          <a:xfrm>
            <a:off x="8058150" y="1533525"/>
            <a:ext cx="16668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1E1A1C"/>
                </a:solidFill>
                <a:latin typeface="Arial"/>
                <a:ea typeface="Arial"/>
              </a:rPr>
              <a:t>I feel like ~ing</a:t>
            </a:r>
          </a:p>
        </p:txBody>
      </p:sp>
      <p:sp>
        <p:nvSpPr>
          <p:cNvPr id="12" name=""/>
          <p:cNvSpPr txBox="1"/>
          <p:nvPr/>
        </p:nvSpPr>
        <p:spPr>
          <a:xfrm>
            <a:off x="7715250" y="1533525"/>
            <a:ext cx="2476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C8417F"/>
                </a:solidFill>
                <a:latin typeface="Arial"/>
                <a:ea typeface="Arial"/>
              </a:rPr>
              <a:t>1</a:t>
            </a:r>
          </a:p>
        </p:txBody>
      </p:sp>
      <p:sp>
        <p:nvSpPr>
          <p:cNvPr id="13" name=""/>
          <p:cNvSpPr/>
          <p:nvPr/>
        </p:nvSpPr>
        <p:spPr>
          <a:xfrm>
            <a:off x="7715250" y="1895475"/>
            <a:ext cx="3638550" cy="0"/>
          </a:xfrm>
          <a:prstGeom prst="line">
            <a:avLst/>
          </a:prstGeom>
          <a:noFill/>
          <a:ln w="19050">
            <a:solidFill>
              <a:srgbClr val="F2D5E1"/>
            </a:solidFill>
            <a:prstDash val="solid"/>
          </a:ln>
        </p:spPr>
      </p:sp>
      <p:sp>
        <p:nvSpPr>
          <p:cNvPr id="14" name=""/>
          <p:cNvSpPr txBox="1"/>
          <p:nvPr/>
        </p:nvSpPr>
        <p:spPr>
          <a:xfrm>
            <a:off x="8058150" y="2009775"/>
            <a:ext cx="12858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1E1A1C"/>
                </a:solidFill>
                <a:latin typeface="Arial"/>
                <a:ea typeface="Arial"/>
              </a:rPr>
              <a:t>I used to ~</a:t>
            </a:r>
          </a:p>
        </p:txBody>
      </p:sp>
      <p:sp>
        <p:nvSpPr>
          <p:cNvPr id="15" name=""/>
          <p:cNvSpPr txBox="1"/>
          <p:nvPr/>
        </p:nvSpPr>
        <p:spPr>
          <a:xfrm>
            <a:off x="7715250" y="2009775"/>
            <a:ext cx="2476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C8417F"/>
                </a:solidFill>
                <a:latin typeface="Arial"/>
                <a:ea typeface="Arial"/>
              </a:rPr>
              <a:t>2</a:t>
            </a:r>
          </a:p>
        </p:txBody>
      </p:sp>
      <p:sp>
        <p:nvSpPr>
          <p:cNvPr id="16" name=""/>
          <p:cNvSpPr/>
          <p:nvPr/>
        </p:nvSpPr>
        <p:spPr>
          <a:xfrm>
            <a:off x="7715250" y="2371725"/>
            <a:ext cx="3638550" cy="0"/>
          </a:xfrm>
          <a:prstGeom prst="line">
            <a:avLst/>
          </a:prstGeom>
          <a:noFill/>
          <a:ln w="19050">
            <a:solidFill>
              <a:srgbClr val="F2D5E1"/>
            </a:solidFill>
            <a:prstDash val="solid"/>
          </a:ln>
        </p:spPr>
      </p:sp>
      <p:sp>
        <p:nvSpPr>
          <p:cNvPr id="17" name=""/>
          <p:cNvSpPr txBox="1"/>
          <p:nvPr/>
        </p:nvSpPr>
        <p:spPr>
          <a:xfrm>
            <a:off x="8058150" y="2486025"/>
            <a:ext cx="18192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1E1A1C"/>
                </a:solidFill>
                <a:latin typeface="Arial"/>
                <a:ea typeface="Arial"/>
              </a:rPr>
              <a:t>I should have ~</a:t>
            </a:r>
          </a:p>
        </p:txBody>
      </p:sp>
      <p:sp>
        <p:nvSpPr>
          <p:cNvPr id="18" name=""/>
          <p:cNvSpPr txBox="1"/>
          <p:nvPr/>
        </p:nvSpPr>
        <p:spPr>
          <a:xfrm>
            <a:off x="7715250" y="2486025"/>
            <a:ext cx="2476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C8417F"/>
                </a:solidFill>
                <a:latin typeface="Arial"/>
                <a:ea typeface="Arial"/>
              </a:rPr>
              <a:t>3</a:t>
            </a:r>
          </a:p>
        </p:txBody>
      </p:sp>
      <p:sp>
        <p:nvSpPr>
          <p:cNvPr id="19" name=""/>
          <p:cNvSpPr/>
          <p:nvPr/>
        </p:nvSpPr>
        <p:spPr>
          <a:xfrm>
            <a:off x="7715250" y="2847975"/>
            <a:ext cx="3638550" cy="0"/>
          </a:xfrm>
          <a:prstGeom prst="line">
            <a:avLst/>
          </a:prstGeom>
          <a:noFill/>
          <a:ln w="19050">
            <a:solidFill>
              <a:srgbClr val="F2D5E1"/>
            </a:solidFill>
            <a:prstDash val="solid"/>
          </a:ln>
        </p:spPr>
      </p:sp>
      <p:sp>
        <p:nvSpPr>
          <p:cNvPr id="20" name=""/>
          <p:cNvSpPr txBox="1"/>
          <p:nvPr/>
        </p:nvSpPr>
        <p:spPr>
          <a:xfrm>
            <a:off x="8058150" y="2962275"/>
            <a:ext cx="20669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1E1A1C"/>
                </a:solidFill>
                <a:latin typeface="Arial"/>
                <a:ea typeface="Arial"/>
              </a:rPr>
              <a:t>Do you wanna ~?</a:t>
            </a:r>
          </a:p>
        </p:txBody>
      </p:sp>
      <p:sp>
        <p:nvSpPr>
          <p:cNvPr id="21" name=""/>
          <p:cNvSpPr txBox="1"/>
          <p:nvPr/>
        </p:nvSpPr>
        <p:spPr>
          <a:xfrm>
            <a:off x="7715250" y="2962275"/>
            <a:ext cx="2476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C8417F"/>
                </a:solidFill>
                <a:latin typeface="Arial"/>
                <a:ea typeface="Arial"/>
              </a:rPr>
              <a:t>4</a:t>
            </a:r>
          </a:p>
        </p:txBody>
      </p:sp>
      <p:sp>
        <p:nvSpPr>
          <p:cNvPr id="22" name=""/>
          <p:cNvSpPr/>
          <p:nvPr/>
        </p:nvSpPr>
        <p:spPr>
          <a:xfrm>
            <a:off x="7715250" y="3324225"/>
            <a:ext cx="3638550" cy="0"/>
          </a:xfrm>
          <a:prstGeom prst="line">
            <a:avLst/>
          </a:prstGeom>
          <a:noFill/>
          <a:ln w="19050">
            <a:solidFill>
              <a:srgbClr val="F2D5E1"/>
            </a:solidFill>
            <a:prstDash val="solid"/>
          </a:ln>
        </p:spPr>
      </p:sp>
      <p:sp>
        <p:nvSpPr>
          <p:cNvPr id="23" name=""/>
          <p:cNvSpPr txBox="1"/>
          <p:nvPr/>
        </p:nvSpPr>
        <p:spPr>
          <a:xfrm>
            <a:off x="8058150" y="3438525"/>
            <a:ext cx="194310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1E1A1C"/>
                </a:solidFill>
                <a:latin typeface="Arial"/>
                <a:ea typeface="Arial"/>
              </a:rPr>
              <a:t>I'm looking for ~</a:t>
            </a:r>
          </a:p>
        </p:txBody>
      </p:sp>
      <p:sp>
        <p:nvSpPr>
          <p:cNvPr id="24" name=""/>
          <p:cNvSpPr txBox="1"/>
          <p:nvPr/>
        </p:nvSpPr>
        <p:spPr>
          <a:xfrm>
            <a:off x="7715250" y="3438525"/>
            <a:ext cx="2476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C8417F"/>
                </a:solidFill>
                <a:latin typeface="Arial"/>
                <a:ea typeface="Arial"/>
              </a:rPr>
              <a:t>5</a:t>
            </a:r>
          </a:p>
        </p:txBody>
      </p:sp>
      <p:sp>
        <p:nvSpPr>
          <p:cNvPr id="25" name=""/>
          <p:cNvSpPr/>
          <p:nvPr/>
        </p:nvSpPr>
        <p:spPr>
          <a:xfrm>
            <a:off x="7715250" y="3800475"/>
            <a:ext cx="3638550" cy="0"/>
          </a:xfrm>
          <a:prstGeom prst="line">
            <a:avLst/>
          </a:prstGeom>
          <a:noFill/>
          <a:ln w="19050">
            <a:solidFill>
              <a:srgbClr val="F2D5E1"/>
            </a:solidFill>
            <a:prstDash val="solid"/>
          </a:ln>
        </p:spPr>
      </p:sp>
      <p:sp>
        <p:nvSpPr>
          <p:cNvPr id="26" name=""/>
          <p:cNvSpPr txBox="1"/>
          <p:nvPr/>
        </p:nvSpPr>
        <p:spPr>
          <a:xfrm>
            <a:off x="8058150" y="3914775"/>
            <a:ext cx="110490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1E1A1C"/>
                </a:solidFill>
                <a:latin typeface="Arial"/>
                <a:ea typeface="Arial"/>
              </a:rPr>
              <a:t>I might ~</a:t>
            </a:r>
          </a:p>
        </p:txBody>
      </p:sp>
      <p:sp>
        <p:nvSpPr>
          <p:cNvPr id="27" name=""/>
          <p:cNvSpPr txBox="1"/>
          <p:nvPr/>
        </p:nvSpPr>
        <p:spPr>
          <a:xfrm>
            <a:off x="7715250" y="3914775"/>
            <a:ext cx="2476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C8417F"/>
                </a:solidFill>
                <a:latin typeface="Arial"/>
                <a:ea typeface="Arial"/>
              </a:rPr>
              <a:t>6</a:t>
            </a:r>
          </a:p>
        </p:txBody>
      </p:sp>
      <p:sp>
        <p:nvSpPr>
          <p:cNvPr id="28" name=""/>
          <p:cNvSpPr/>
          <p:nvPr/>
        </p:nvSpPr>
        <p:spPr>
          <a:xfrm>
            <a:off x="7715250" y="4276725"/>
            <a:ext cx="3638550" cy="0"/>
          </a:xfrm>
          <a:prstGeom prst="line">
            <a:avLst/>
          </a:prstGeom>
          <a:noFill/>
          <a:ln w="19050">
            <a:solidFill>
              <a:srgbClr val="F2D5E1"/>
            </a:solidFill>
            <a:prstDash val="solid"/>
          </a:ln>
        </p:spPr>
      </p:sp>
      <p:sp>
        <p:nvSpPr>
          <p:cNvPr id="29" name=""/>
          <p:cNvSpPr txBox="1"/>
          <p:nvPr/>
        </p:nvSpPr>
        <p:spPr>
          <a:xfrm>
            <a:off x="8058150" y="4391025"/>
            <a:ext cx="22383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1E1A1C"/>
                </a:solidFill>
                <a:latin typeface="Arial"/>
                <a:ea typeface="Arial"/>
              </a:rPr>
              <a:t>Do you mind if I ~?</a:t>
            </a:r>
          </a:p>
        </p:txBody>
      </p:sp>
      <p:sp>
        <p:nvSpPr>
          <p:cNvPr id="30" name=""/>
          <p:cNvSpPr txBox="1"/>
          <p:nvPr/>
        </p:nvSpPr>
        <p:spPr>
          <a:xfrm>
            <a:off x="7715250" y="4391025"/>
            <a:ext cx="2476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C8417F"/>
                </a:solidFill>
                <a:latin typeface="Arial"/>
                <a:ea typeface="Arial"/>
              </a:rPr>
              <a:t>7</a:t>
            </a:r>
          </a:p>
        </p:txBody>
      </p:sp>
      <p:sp>
        <p:nvSpPr>
          <p:cNvPr id="31" name=""/>
          <p:cNvSpPr/>
          <p:nvPr/>
        </p:nvSpPr>
        <p:spPr>
          <a:xfrm>
            <a:off x="7715250" y="4752975"/>
            <a:ext cx="3638550" cy="0"/>
          </a:xfrm>
          <a:prstGeom prst="line">
            <a:avLst/>
          </a:prstGeom>
          <a:noFill/>
          <a:ln w="19050">
            <a:solidFill>
              <a:srgbClr val="F2D5E1"/>
            </a:solidFill>
            <a:prstDash val="solid"/>
          </a:ln>
        </p:spPr>
      </p:sp>
      <p:sp>
        <p:nvSpPr>
          <p:cNvPr id="32" name=""/>
          <p:cNvSpPr txBox="1"/>
          <p:nvPr/>
        </p:nvSpPr>
        <p:spPr>
          <a:xfrm>
            <a:off x="8058150" y="4867275"/>
            <a:ext cx="80010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1E1A1C"/>
                </a:solidFill>
                <a:latin typeface="Arial"/>
                <a:ea typeface="Arial"/>
              </a:rPr>
              <a:t>I bet ~</a:t>
            </a:r>
          </a:p>
        </p:txBody>
      </p:sp>
      <p:sp>
        <p:nvSpPr>
          <p:cNvPr id="33" name=""/>
          <p:cNvSpPr txBox="1"/>
          <p:nvPr/>
        </p:nvSpPr>
        <p:spPr>
          <a:xfrm>
            <a:off x="7715250" y="4867275"/>
            <a:ext cx="2476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C8417F"/>
                </a:solidFill>
                <a:latin typeface="Arial"/>
                <a:ea typeface="Arial"/>
              </a:rPr>
              <a:t>8</a:t>
            </a:r>
          </a:p>
        </p:txBody>
      </p:sp>
      <p:sp>
        <p:nvSpPr>
          <p:cNvPr id="34" name=""/>
          <p:cNvSpPr/>
          <p:nvPr/>
        </p:nvSpPr>
        <p:spPr>
          <a:xfrm>
            <a:off x="7715250" y="5229225"/>
            <a:ext cx="3638550" cy="0"/>
          </a:xfrm>
          <a:prstGeom prst="line">
            <a:avLst/>
          </a:prstGeom>
          <a:noFill/>
          <a:ln w="19050">
            <a:solidFill>
              <a:srgbClr val="F2D5E1"/>
            </a:solidFill>
            <a:prstDash val="solid"/>
          </a:ln>
        </p:spPr>
      </p:sp>
      <p:sp>
        <p:nvSpPr>
          <p:cNvPr id="35" name=""/>
          <p:cNvSpPr txBox="1"/>
          <p:nvPr/>
        </p:nvSpPr>
        <p:spPr>
          <a:xfrm>
            <a:off x="8058150" y="5343525"/>
            <a:ext cx="16668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1E1A1C"/>
                </a:solidFill>
                <a:latin typeface="Arial"/>
                <a:ea typeface="Arial"/>
              </a:rPr>
              <a:t>I'm trying to ~</a:t>
            </a:r>
          </a:p>
        </p:txBody>
      </p:sp>
      <p:sp>
        <p:nvSpPr>
          <p:cNvPr id="36" name=""/>
          <p:cNvSpPr txBox="1"/>
          <p:nvPr/>
        </p:nvSpPr>
        <p:spPr>
          <a:xfrm>
            <a:off x="7715250" y="5343525"/>
            <a:ext cx="2476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C8417F"/>
                </a:solidFill>
                <a:latin typeface="Arial"/>
                <a:ea typeface="Arial"/>
              </a:rPr>
              <a:t>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D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7810500" y="0"/>
            <a:ext cx="4381500" cy="3143250"/>
          </a:xfrm>
          <a:custGeom>
            <a:avLst/>
            <a:gdLst/>
            <a:ahLst/>
            <a:cxnLst/>
            <a:rect l="l" t="t" r="r" b="b"/>
            <a:pathLst>
              <a:path w="4381500" h="3143250">
                <a:moveTo>
                  <a:pt x="0" y="0"/>
                </a:moveTo>
                <a:cubicBezTo>
                  <a:pt x="381000" y="914400"/>
                  <a:pt x="1314450" y="1428750"/>
                  <a:pt x="2324100" y="1524000"/>
                </a:cubicBezTo>
                <a:cubicBezTo>
                  <a:pt x="3352800" y="1619250"/>
                  <a:pt x="4038600" y="2209800"/>
                  <a:pt x="4381500" y="3143250"/>
                </a:cubicBezTo>
                <a:lnTo>
                  <a:pt x="4381500" y="0"/>
                </a:lnTo>
                <a:close/>
              </a:path>
            </a:pathLst>
          </a:custGeom>
          <a:solidFill>
            <a:srgbClr val="FBE1E9"/>
          </a:solidFill>
          <a:ln/>
        </p:spPr>
      </p:sp>
      <p:sp>
        <p:nvSpPr>
          <p:cNvPr id="3" name=""/>
          <p:cNvSpPr txBox="1"/>
          <p:nvPr/>
        </p:nvSpPr>
        <p:spPr>
          <a:xfrm>
            <a:off x="762000" y="314325"/>
            <a:ext cx="419100" cy="552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900" b="1">
                <a:solidFill>
                  <a:srgbClr val="1E1A1C"/>
                </a:solidFill>
                <a:latin typeface="Arial"/>
                <a:ea typeface="Arial"/>
              </a:rPr>
              <a:t>1</a:t>
            </a:r>
          </a:p>
        </p:txBody>
      </p:sp>
      <p:sp>
        <p:nvSpPr>
          <p:cNvPr id="4" name=""/>
          <p:cNvSpPr txBox="1"/>
          <p:nvPr/>
        </p:nvSpPr>
        <p:spPr>
          <a:xfrm>
            <a:off x="762000" y="1038225"/>
            <a:ext cx="4181475" cy="619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350" b="1">
                <a:solidFill>
                  <a:srgbClr val="1E1A1C"/>
                </a:solidFill>
                <a:latin typeface="Arial"/>
                <a:ea typeface="Arial"/>
              </a:rPr>
              <a:t>I feel like </a:t>
            </a:r>
            <a:pPr/>
            <a:r>
              <a:rPr sz="4350" b="1">
                <a:solidFill>
                  <a:srgbClr val="C8417F"/>
                </a:solidFill>
                <a:latin typeface="Arial"/>
                <a:ea typeface="Arial"/>
              </a:rPr>
              <a:t>~ing</a:t>
            </a:r>
          </a:p>
        </p:txBody>
      </p:sp>
      <p:sp>
        <p:nvSpPr>
          <p:cNvPr id="5" name=""/>
          <p:cNvSpPr txBox="1"/>
          <p:nvPr/>
        </p:nvSpPr>
        <p:spPr>
          <a:xfrm>
            <a:off x="762000" y="1771650"/>
            <a:ext cx="1762125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E1A1C"/>
                </a:solidFill>
                <a:latin typeface="Noto Sans JP"/>
                <a:ea typeface="Noto Sans JP"/>
              </a:rPr>
              <a:t>〇〇な気分</a:t>
            </a:r>
          </a:p>
        </p:txBody>
      </p:sp>
      <p:sp>
        <p:nvSpPr>
          <p:cNvPr id="6" name=""/>
          <p:cNvSpPr/>
          <p:nvPr/>
        </p:nvSpPr>
        <p:spPr>
          <a:xfrm>
            <a:off x="2362200" y="1809750"/>
            <a:ext cx="1362075" cy="342900"/>
          </a:xfrm>
          <a:prstGeom prst="roundRect">
            <a:avLst>
              <a:gd name="adj" fmla="val 50000"/>
            </a:avLst>
          </a:prstGeom>
          <a:solidFill>
            <a:srgbClr val="FCE6EF"/>
          </a:solidFill>
          <a:ln/>
        </p:spPr>
      </p:sp>
      <p:sp>
        <p:nvSpPr>
          <p:cNvPr id="7" name=""/>
          <p:cNvSpPr txBox="1"/>
          <p:nvPr/>
        </p:nvSpPr>
        <p:spPr>
          <a:xfrm>
            <a:off x="2514600" y="1857375"/>
            <a:ext cx="133350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C8417F"/>
                </a:solidFill>
                <a:latin typeface="Noto Sans JP"/>
                <a:ea typeface="Noto Sans JP"/>
              </a:rPr>
              <a:t>＋動詞のing形</a:t>
            </a:r>
          </a:p>
        </p:txBody>
      </p:sp>
      <p:sp>
        <p:nvSpPr>
          <p:cNvPr id="8" name=""/>
          <p:cNvSpPr/>
          <p:nvPr/>
        </p:nvSpPr>
        <p:spPr>
          <a:xfrm>
            <a:off x="762000" y="2305050"/>
            <a:ext cx="476250" cy="276225"/>
          </a:xfrm>
          <a:prstGeom prst="roundRect">
            <a:avLst>
              <a:gd name="adj" fmla="val 20690"/>
            </a:avLst>
          </a:prstGeom>
          <a:solidFill>
            <a:srgbClr val="1E1A1C"/>
          </a:solidFill>
          <a:ln/>
        </p:spPr>
      </p:sp>
      <p:sp>
        <p:nvSpPr>
          <p:cNvPr id="9" name=""/>
          <p:cNvSpPr txBox="1"/>
          <p:nvPr/>
        </p:nvSpPr>
        <p:spPr>
          <a:xfrm>
            <a:off x="866775" y="2343150"/>
            <a:ext cx="419100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>
                <a:solidFill>
                  <a:srgbClr val="FFFFFF"/>
                </a:solidFill>
                <a:latin typeface="Noto Sans JP"/>
                <a:ea typeface="Noto Sans JP"/>
              </a:rPr>
              <a:t>否定</a:t>
            </a:r>
          </a:p>
        </p:txBody>
      </p:sp>
      <p:sp>
        <p:nvSpPr>
          <p:cNvPr id="10" name=""/>
          <p:cNvSpPr txBox="1"/>
          <p:nvPr/>
        </p:nvSpPr>
        <p:spPr>
          <a:xfrm>
            <a:off x="1371600" y="2305050"/>
            <a:ext cx="2647950" cy="2667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>
                <a:solidFill>
                  <a:srgbClr val="1E1A1C"/>
                </a:solidFill>
                <a:latin typeface="Arial"/>
                <a:ea typeface="Arial"/>
              </a:rPr>
              <a:t>I don't feel like ~ing</a:t>
            </a:r>
          </a:p>
        </p:txBody>
      </p:sp>
      <p:sp>
        <p:nvSpPr>
          <p:cNvPr id="11" name=""/>
          <p:cNvSpPr txBox="1"/>
          <p:nvPr/>
        </p:nvSpPr>
        <p:spPr>
          <a:xfrm>
            <a:off x="3705225" y="2305050"/>
            <a:ext cx="38385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574D52"/>
                </a:solidFill>
                <a:latin typeface="Noto Sans JP"/>
                <a:ea typeface="Noto Sans JP"/>
              </a:rPr>
              <a:t>〇〇な気分ではない・〇〇したくない</a:t>
            </a:r>
          </a:p>
        </p:txBody>
      </p:sp>
      <p:sp>
        <p:nvSpPr>
          <p:cNvPr id="12" name=""/>
          <p:cNvSpPr/>
          <p:nvPr/>
        </p:nvSpPr>
        <p:spPr>
          <a:xfrm>
            <a:off x="762000" y="2790825"/>
            <a:ext cx="10668000" cy="57150"/>
          </a:xfrm>
          <a:prstGeom prst="roundRect">
            <a:avLst>
              <a:gd name="adj" fmla="val 50000"/>
            </a:avLst>
          </a:prstGeom>
          <a:solidFill>
            <a:srgbClr val="F3A6C8"/>
          </a:solidFill>
          <a:ln/>
        </p:spPr>
      </p:sp>
      <p:sp>
        <p:nvSpPr>
          <p:cNvPr id="13" name=""/>
          <p:cNvSpPr txBox="1"/>
          <p:nvPr/>
        </p:nvSpPr>
        <p:spPr>
          <a:xfrm>
            <a:off x="762000" y="3362325"/>
            <a:ext cx="504825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1E1A1C"/>
                </a:solidFill>
                <a:latin typeface="Arial"/>
                <a:ea typeface="Arial"/>
              </a:rPr>
              <a:t>1-1</a:t>
            </a:r>
          </a:p>
        </p:txBody>
      </p:sp>
      <p:sp>
        <p:nvSpPr>
          <p:cNvPr id="14" name=""/>
          <p:cNvSpPr txBox="1"/>
          <p:nvPr/>
        </p:nvSpPr>
        <p:spPr>
          <a:xfrm>
            <a:off x="1600200" y="3324225"/>
            <a:ext cx="481012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500" b="1">
                <a:solidFill>
                  <a:srgbClr val="1E1A1C"/>
                </a:solidFill>
                <a:highlight>
                  <a:srgbClr val="F9D3E3"/>
                </a:highlight>
                <a:latin typeface="Arial"/>
                <a:ea typeface="Arial"/>
              </a:rPr>
              <a:t>I feel like</a:t>
            </a:r>
            <a:pPr/>
            <a:r>
              <a:rPr sz="2500" b="1">
                <a:solidFill>
                  <a:srgbClr val="1E1A1C"/>
                </a:solidFill>
                <a:latin typeface="Arial"/>
                <a:ea typeface="Arial"/>
              </a:rPr>
              <a:t> </a:t>
            </a:r>
            <a:pPr/>
            <a:r>
              <a:rPr sz="2500" b="1">
                <a:solidFill>
                  <a:srgbClr val="C8417F"/>
                </a:solidFill>
                <a:latin typeface="Arial"/>
                <a:ea typeface="Arial"/>
              </a:rPr>
              <a:t>eating</a:t>
            </a:r>
            <a:pPr/>
            <a:r>
              <a:rPr sz="2500" b="1">
                <a:solidFill>
                  <a:srgbClr val="1E1A1C"/>
                </a:solidFill>
                <a:latin typeface="Arial"/>
                <a:ea typeface="Arial"/>
              </a:rPr>
              <a:t> pizza today.</a:t>
            </a:r>
          </a:p>
        </p:txBody>
      </p:sp>
      <p:sp>
        <p:nvSpPr>
          <p:cNvPr id="15" name=""/>
          <p:cNvSpPr txBox="1"/>
          <p:nvPr/>
        </p:nvSpPr>
        <p:spPr>
          <a:xfrm>
            <a:off x="7810500" y="3343275"/>
            <a:ext cx="32480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574D52"/>
                </a:solidFill>
                <a:latin typeface="Noto Sans JP"/>
                <a:ea typeface="Noto Sans JP"/>
              </a:rPr>
              <a:t>今日ピザを食べたい気分やわ</a:t>
            </a:r>
          </a:p>
        </p:txBody>
      </p:sp>
      <p:sp>
        <p:nvSpPr>
          <p:cNvPr id="16" name=""/>
          <p:cNvSpPr/>
          <p:nvPr/>
        </p:nvSpPr>
        <p:spPr>
          <a:xfrm>
            <a:off x="762000" y="4105275"/>
            <a:ext cx="10668000" cy="0"/>
          </a:xfrm>
          <a:prstGeom prst="line">
            <a:avLst/>
          </a:prstGeom>
          <a:noFill/>
          <a:ln w="19050">
            <a:solidFill>
              <a:srgbClr val="F2D5E1"/>
            </a:solidFill>
            <a:prstDash val="solid"/>
          </a:ln>
        </p:spPr>
      </p:sp>
      <p:sp>
        <p:nvSpPr>
          <p:cNvPr id="17" name=""/>
          <p:cNvSpPr txBox="1"/>
          <p:nvPr/>
        </p:nvSpPr>
        <p:spPr>
          <a:xfrm>
            <a:off x="762000" y="4552950"/>
            <a:ext cx="504825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1E1A1C"/>
                </a:solidFill>
                <a:latin typeface="Arial"/>
                <a:ea typeface="Arial"/>
              </a:rPr>
              <a:t>1-2</a:t>
            </a:r>
          </a:p>
        </p:txBody>
      </p:sp>
      <p:sp>
        <p:nvSpPr>
          <p:cNvPr id="18" name=""/>
          <p:cNvSpPr txBox="1"/>
          <p:nvPr/>
        </p:nvSpPr>
        <p:spPr>
          <a:xfrm>
            <a:off x="1600200" y="4514850"/>
            <a:ext cx="53625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500" b="1">
                <a:solidFill>
                  <a:srgbClr val="1E1A1C"/>
                </a:solidFill>
                <a:highlight>
                  <a:srgbClr val="F9D3E3"/>
                </a:highlight>
                <a:latin typeface="Arial"/>
                <a:ea typeface="Arial"/>
              </a:rPr>
              <a:t>I don't feel like</a:t>
            </a:r>
            <a:pPr/>
            <a:r>
              <a:rPr sz="2500" b="1">
                <a:solidFill>
                  <a:srgbClr val="1E1A1C"/>
                </a:solidFill>
                <a:latin typeface="Arial"/>
                <a:ea typeface="Arial"/>
              </a:rPr>
              <a:t> </a:t>
            </a:r>
            <a:pPr/>
            <a:r>
              <a:rPr sz="2500" b="1">
                <a:solidFill>
                  <a:srgbClr val="C8417F"/>
                </a:solidFill>
                <a:latin typeface="Arial"/>
                <a:ea typeface="Arial"/>
              </a:rPr>
              <a:t>going</a:t>
            </a:r>
            <a:pPr/>
            <a:r>
              <a:rPr sz="2500" b="1">
                <a:solidFill>
                  <a:srgbClr val="1E1A1C"/>
                </a:solidFill>
                <a:latin typeface="Arial"/>
                <a:ea typeface="Arial"/>
              </a:rPr>
              <a:t> out today.</a:t>
            </a:r>
          </a:p>
        </p:txBody>
      </p:sp>
      <p:sp>
        <p:nvSpPr>
          <p:cNvPr id="19" name=""/>
          <p:cNvSpPr txBox="1"/>
          <p:nvPr/>
        </p:nvSpPr>
        <p:spPr>
          <a:xfrm>
            <a:off x="7810500" y="4533900"/>
            <a:ext cx="276225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574D52"/>
                </a:solidFill>
                <a:latin typeface="Noto Sans JP"/>
                <a:ea typeface="Noto Sans JP"/>
              </a:rPr>
              <a:t>外に出る気にならないわ</a:t>
            </a:r>
          </a:p>
        </p:txBody>
      </p:sp>
      <p:sp>
        <p:nvSpPr>
          <p:cNvPr id="20" name=""/>
          <p:cNvSpPr/>
          <p:nvPr/>
        </p:nvSpPr>
        <p:spPr>
          <a:xfrm>
            <a:off x="762000" y="5295900"/>
            <a:ext cx="10668000" cy="0"/>
          </a:xfrm>
          <a:prstGeom prst="line">
            <a:avLst/>
          </a:prstGeom>
          <a:noFill/>
          <a:ln w="19050">
            <a:solidFill>
              <a:srgbClr val="F2D5E1"/>
            </a:solidFill>
            <a:prstDash val="solid"/>
          </a:ln>
        </p:spPr>
      </p:sp>
      <p:sp>
        <p:nvSpPr>
          <p:cNvPr id="21" name=""/>
          <p:cNvSpPr txBox="1"/>
          <p:nvPr/>
        </p:nvSpPr>
        <p:spPr>
          <a:xfrm>
            <a:off x="762000" y="5743575"/>
            <a:ext cx="504825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1E1A1C"/>
                </a:solidFill>
                <a:latin typeface="Arial"/>
                <a:ea typeface="Arial"/>
              </a:rPr>
              <a:t>1-3</a:t>
            </a:r>
          </a:p>
        </p:txBody>
      </p:sp>
      <p:sp>
        <p:nvSpPr>
          <p:cNvPr id="22" name=""/>
          <p:cNvSpPr txBox="1"/>
          <p:nvPr/>
        </p:nvSpPr>
        <p:spPr>
          <a:xfrm>
            <a:off x="1600200" y="5705475"/>
            <a:ext cx="38385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500" b="1">
                <a:solidFill>
                  <a:srgbClr val="1E1A1C"/>
                </a:solidFill>
                <a:highlight>
                  <a:srgbClr val="F9D3E3"/>
                </a:highlight>
                <a:latin typeface="Arial"/>
                <a:ea typeface="Arial"/>
              </a:rPr>
              <a:t>I feel like</a:t>
            </a:r>
            <a:pPr/>
            <a:r>
              <a:rPr sz="2500" b="1">
                <a:solidFill>
                  <a:srgbClr val="1E1A1C"/>
                </a:solidFill>
                <a:latin typeface="Arial"/>
                <a:ea typeface="Arial"/>
              </a:rPr>
              <a:t> </a:t>
            </a:r>
            <a:pPr/>
            <a:r>
              <a:rPr sz="2500" b="1">
                <a:solidFill>
                  <a:srgbClr val="C8417F"/>
                </a:solidFill>
                <a:latin typeface="Arial"/>
                <a:ea typeface="Arial"/>
              </a:rPr>
              <a:t>watching</a:t>
            </a:r>
            <a:pPr/>
            <a:r>
              <a:rPr sz="2500" b="1">
                <a:solidFill>
                  <a:srgbClr val="1E1A1C"/>
                </a:solidFill>
                <a:latin typeface="Arial"/>
                <a:ea typeface="Arial"/>
              </a:rPr>
              <a:t> TV.</a:t>
            </a:r>
          </a:p>
        </p:txBody>
      </p:sp>
      <p:sp>
        <p:nvSpPr>
          <p:cNvPr id="23" name=""/>
          <p:cNvSpPr txBox="1"/>
          <p:nvPr/>
        </p:nvSpPr>
        <p:spPr>
          <a:xfrm>
            <a:off x="7810500" y="5734050"/>
            <a:ext cx="300990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574D52"/>
                </a:solidFill>
                <a:latin typeface="Noto Sans JP"/>
                <a:ea typeface="Noto Sans JP"/>
              </a:rPr>
              <a:t>今日はテレビを見たい気分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D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7810500" y="0"/>
            <a:ext cx="4381500" cy="3143250"/>
          </a:xfrm>
          <a:custGeom>
            <a:avLst/>
            <a:gdLst/>
            <a:ahLst/>
            <a:cxnLst/>
            <a:rect l="l" t="t" r="r" b="b"/>
            <a:pathLst>
              <a:path w="4381500" h="3143250">
                <a:moveTo>
                  <a:pt x="0" y="0"/>
                </a:moveTo>
                <a:cubicBezTo>
                  <a:pt x="381000" y="914400"/>
                  <a:pt x="1314450" y="1428750"/>
                  <a:pt x="2324100" y="1524000"/>
                </a:cubicBezTo>
                <a:cubicBezTo>
                  <a:pt x="3352800" y="1619250"/>
                  <a:pt x="4038600" y="2209800"/>
                  <a:pt x="4381500" y="3143250"/>
                </a:cubicBezTo>
                <a:lnTo>
                  <a:pt x="4381500" y="0"/>
                </a:lnTo>
                <a:close/>
              </a:path>
            </a:pathLst>
          </a:custGeom>
          <a:solidFill>
            <a:srgbClr val="FBE1E9"/>
          </a:solidFill>
          <a:ln/>
        </p:spPr>
      </p:sp>
      <p:sp>
        <p:nvSpPr>
          <p:cNvPr id="3" name=""/>
          <p:cNvSpPr txBox="1"/>
          <p:nvPr/>
        </p:nvSpPr>
        <p:spPr>
          <a:xfrm>
            <a:off x="762000" y="314325"/>
            <a:ext cx="419100" cy="552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900" b="1">
                <a:solidFill>
                  <a:srgbClr val="1E1A1C"/>
                </a:solidFill>
                <a:latin typeface="Arial"/>
                <a:ea typeface="Arial"/>
              </a:rPr>
              <a:t>2</a:t>
            </a:r>
          </a:p>
        </p:txBody>
      </p:sp>
      <p:sp>
        <p:nvSpPr>
          <p:cNvPr id="4" name=""/>
          <p:cNvSpPr txBox="1"/>
          <p:nvPr/>
        </p:nvSpPr>
        <p:spPr>
          <a:xfrm>
            <a:off x="762000" y="1038225"/>
            <a:ext cx="3190875" cy="619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350" b="1">
                <a:solidFill>
                  <a:srgbClr val="1E1A1C"/>
                </a:solidFill>
                <a:latin typeface="Arial"/>
                <a:ea typeface="Arial"/>
              </a:rPr>
              <a:t>I used to </a:t>
            </a:r>
            <a:pPr/>
            <a:r>
              <a:rPr sz="4350" b="1">
                <a:solidFill>
                  <a:srgbClr val="C8417F"/>
                </a:solidFill>
                <a:latin typeface="Arial"/>
                <a:ea typeface="Arial"/>
              </a:rPr>
              <a:t>~</a:t>
            </a:r>
          </a:p>
        </p:txBody>
      </p:sp>
      <p:sp>
        <p:nvSpPr>
          <p:cNvPr id="5" name=""/>
          <p:cNvSpPr txBox="1"/>
          <p:nvPr/>
        </p:nvSpPr>
        <p:spPr>
          <a:xfrm>
            <a:off x="762000" y="1771650"/>
            <a:ext cx="2400300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E1A1C"/>
                </a:solidFill>
                <a:latin typeface="Noto Sans JP"/>
                <a:ea typeface="Noto Sans JP"/>
              </a:rPr>
              <a:t>昔は〇〇してた</a:t>
            </a:r>
          </a:p>
        </p:txBody>
      </p:sp>
      <p:sp>
        <p:nvSpPr>
          <p:cNvPr id="6" name=""/>
          <p:cNvSpPr/>
          <p:nvPr/>
        </p:nvSpPr>
        <p:spPr>
          <a:xfrm>
            <a:off x="2924175" y="1809750"/>
            <a:ext cx="1276350" cy="342900"/>
          </a:xfrm>
          <a:prstGeom prst="roundRect">
            <a:avLst>
              <a:gd name="adj" fmla="val 50000"/>
            </a:avLst>
          </a:prstGeom>
          <a:solidFill>
            <a:srgbClr val="FCE6EF"/>
          </a:solidFill>
          <a:ln/>
        </p:spPr>
      </p:sp>
      <p:sp>
        <p:nvSpPr>
          <p:cNvPr id="7" name=""/>
          <p:cNvSpPr txBox="1"/>
          <p:nvPr/>
        </p:nvSpPr>
        <p:spPr>
          <a:xfrm>
            <a:off x="3076575" y="1857375"/>
            <a:ext cx="12287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C8417F"/>
                </a:solidFill>
                <a:latin typeface="Noto Sans JP"/>
                <a:ea typeface="Noto Sans JP"/>
              </a:rPr>
              <a:t>＋動詞の原形</a:t>
            </a:r>
          </a:p>
        </p:txBody>
      </p:sp>
      <p:sp>
        <p:nvSpPr>
          <p:cNvPr id="8" name=""/>
          <p:cNvSpPr/>
          <p:nvPr/>
        </p:nvSpPr>
        <p:spPr>
          <a:xfrm>
            <a:off x="762000" y="2400300"/>
            <a:ext cx="10668000" cy="57150"/>
          </a:xfrm>
          <a:prstGeom prst="roundRect">
            <a:avLst>
              <a:gd name="adj" fmla="val 50000"/>
            </a:avLst>
          </a:prstGeom>
          <a:solidFill>
            <a:srgbClr val="F3A6C8"/>
          </a:solidFill>
          <a:ln/>
        </p:spPr>
      </p:sp>
      <p:sp>
        <p:nvSpPr>
          <p:cNvPr id="9" name=""/>
          <p:cNvSpPr txBox="1"/>
          <p:nvPr/>
        </p:nvSpPr>
        <p:spPr>
          <a:xfrm>
            <a:off x="762000" y="3038475"/>
            <a:ext cx="504825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1E1A1C"/>
                </a:solidFill>
                <a:latin typeface="Arial"/>
                <a:ea typeface="Arial"/>
              </a:rPr>
              <a:t>2-1</a:t>
            </a:r>
          </a:p>
        </p:txBody>
      </p:sp>
      <p:sp>
        <p:nvSpPr>
          <p:cNvPr id="10" name=""/>
          <p:cNvSpPr txBox="1"/>
          <p:nvPr/>
        </p:nvSpPr>
        <p:spPr>
          <a:xfrm>
            <a:off x="1600200" y="3000375"/>
            <a:ext cx="427672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500" b="1">
                <a:solidFill>
                  <a:srgbClr val="1E1A1C"/>
                </a:solidFill>
                <a:highlight>
                  <a:srgbClr val="F9D3E3"/>
                </a:highlight>
                <a:latin typeface="Arial"/>
                <a:ea typeface="Arial"/>
              </a:rPr>
              <a:t>I used to</a:t>
            </a:r>
            <a:pPr/>
            <a:r>
              <a:rPr sz="2500" b="1">
                <a:solidFill>
                  <a:srgbClr val="1E1A1C"/>
                </a:solidFill>
                <a:latin typeface="Arial"/>
                <a:ea typeface="Arial"/>
              </a:rPr>
              <a:t> </a:t>
            </a:r>
            <a:pPr/>
            <a:r>
              <a:rPr sz="2500" b="1">
                <a:solidFill>
                  <a:srgbClr val="C8417F"/>
                </a:solidFill>
                <a:latin typeface="Arial"/>
                <a:ea typeface="Arial"/>
              </a:rPr>
              <a:t>play</a:t>
            </a:r>
            <a:pPr/>
            <a:r>
              <a:rPr sz="2500" b="1">
                <a:solidFill>
                  <a:srgbClr val="1E1A1C"/>
                </a:solidFill>
                <a:latin typeface="Arial"/>
                <a:ea typeface="Arial"/>
              </a:rPr>
              <a:t> basketball.</a:t>
            </a:r>
          </a:p>
        </p:txBody>
      </p:sp>
      <p:sp>
        <p:nvSpPr>
          <p:cNvPr id="11" name=""/>
          <p:cNvSpPr txBox="1"/>
          <p:nvPr/>
        </p:nvSpPr>
        <p:spPr>
          <a:xfrm>
            <a:off x="7810500" y="3019425"/>
            <a:ext cx="227647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574D52"/>
                </a:solidFill>
                <a:latin typeface="Noto Sans JP"/>
                <a:ea typeface="Noto Sans JP"/>
              </a:rPr>
              <a:t>バスケ昔やっていた</a:t>
            </a:r>
          </a:p>
        </p:txBody>
      </p:sp>
      <p:sp>
        <p:nvSpPr>
          <p:cNvPr id="12" name=""/>
          <p:cNvSpPr/>
          <p:nvPr/>
        </p:nvSpPr>
        <p:spPr>
          <a:xfrm>
            <a:off x="762000" y="3848100"/>
            <a:ext cx="10668000" cy="0"/>
          </a:xfrm>
          <a:prstGeom prst="line">
            <a:avLst/>
          </a:prstGeom>
          <a:noFill/>
          <a:ln w="19050">
            <a:solidFill>
              <a:srgbClr val="F2D5E1"/>
            </a:solidFill>
            <a:prstDash val="solid"/>
          </a:ln>
        </p:spPr>
      </p:sp>
      <p:sp>
        <p:nvSpPr>
          <p:cNvPr id="13" name=""/>
          <p:cNvSpPr txBox="1"/>
          <p:nvPr/>
        </p:nvSpPr>
        <p:spPr>
          <a:xfrm>
            <a:off x="762000" y="4352925"/>
            <a:ext cx="504825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1E1A1C"/>
                </a:solidFill>
                <a:latin typeface="Arial"/>
                <a:ea typeface="Arial"/>
              </a:rPr>
              <a:t>2-2</a:t>
            </a:r>
          </a:p>
        </p:txBody>
      </p:sp>
      <p:sp>
        <p:nvSpPr>
          <p:cNvPr id="14" name=""/>
          <p:cNvSpPr txBox="1"/>
          <p:nvPr/>
        </p:nvSpPr>
        <p:spPr>
          <a:xfrm>
            <a:off x="1600200" y="4324350"/>
            <a:ext cx="28765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500" b="1">
                <a:solidFill>
                  <a:srgbClr val="1E1A1C"/>
                </a:solidFill>
                <a:highlight>
                  <a:srgbClr val="F9D3E3"/>
                </a:highlight>
                <a:latin typeface="Arial"/>
                <a:ea typeface="Arial"/>
              </a:rPr>
              <a:t>I used to</a:t>
            </a:r>
            <a:pPr/>
            <a:r>
              <a:rPr sz="2500" b="1">
                <a:solidFill>
                  <a:srgbClr val="1E1A1C"/>
                </a:solidFill>
                <a:latin typeface="Arial"/>
                <a:ea typeface="Arial"/>
              </a:rPr>
              <a:t> </a:t>
            </a:r>
            <a:pPr/>
            <a:r>
              <a:rPr sz="2500" b="1">
                <a:solidFill>
                  <a:srgbClr val="C8417F"/>
                </a:solidFill>
                <a:latin typeface="Arial"/>
                <a:ea typeface="Arial"/>
              </a:rPr>
              <a:t>smoke</a:t>
            </a:r>
            <a:pPr/>
            <a:r>
              <a:rPr sz="2500" b="1">
                <a:solidFill>
                  <a:srgbClr val="1E1A1C"/>
                </a:solidFill>
                <a:latin typeface="Arial"/>
                <a:ea typeface="Arial"/>
              </a:rPr>
              <a:t>.</a:t>
            </a:r>
          </a:p>
        </p:txBody>
      </p:sp>
      <p:sp>
        <p:nvSpPr>
          <p:cNvPr id="15" name=""/>
          <p:cNvSpPr txBox="1"/>
          <p:nvPr/>
        </p:nvSpPr>
        <p:spPr>
          <a:xfrm>
            <a:off x="7810500" y="4343400"/>
            <a:ext cx="227647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574D52"/>
                </a:solidFill>
                <a:latin typeface="Noto Sans JP"/>
                <a:ea typeface="Noto Sans JP"/>
              </a:rPr>
              <a:t>昔はタバコ吸ってた</a:t>
            </a:r>
          </a:p>
        </p:txBody>
      </p:sp>
      <p:sp>
        <p:nvSpPr>
          <p:cNvPr id="16" name=""/>
          <p:cNvSpPr/>
          <p:nvPr/>
        </p:nvSpPr>
        <p:spPr>
          <a:xfrm>
            <a:off x="762000" y="5162550"/>
            <a:ext cx="10668000" cy="0"/>
          </a:xfrm>
          <a:prstGeom prst="line">
            <a:avLst/>
          </a:prstGeom>
          <a:noFill/>
          <a:ln w="19050">
            <a:solidFill>
              <a:srgbClr val="F2D5E1"/>
            </a:solidFill>
            <a:prstDash val="solid"/>
          </a:ln>
        </p:spPr>
      </p:sp>
      <p:sp>
        <p:nvSpPr>
          <p:cNvPr id="17" name=""/>
          <p:cNvSpPr txBox="1"/>
          <p:nvPr/>
        </p:nvSpPr>
        <p:spPr>
          <a:xfrm>
            <a:off x="762000" y="5676900"/>
            <a:ext cx="504825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1E1A1C"/>
                </a:solidFill>
                <a:latin typeface="Arial"/>
                <a:ea typeface="Arial"/>
              </a:rPr>
              <a:t>2-3</a:t>
            </a:r>
          </a:p>
        </p:txBody>
      </p:sp>
      <p:sp>
        <p:nvSpPr>
          <p:cNvPr id="18" name=""/>
          <p:cNvSpPr txBox="1"/>
          <p:nvPr/>
        </p:nvSpPr>
        <p:spPr>
          <a:xfrm>
            <a:off x="1600200" y="5648325"/>
            <a:ext cx="44862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500" b="1">
                <a:solidFill>
                  <a:srgbClr val="1E1A1C"/>
                </a:solidFill>
                <a:highlight>
                  <a:srgbClr val="F9D3E3"/>
                </a:highlight>
                <a:latin typeface="Arial"/>
                <a:ea typeface="Arial"/>
              </a:rPr>
              <a:t>I used to</a:t>
            </a:r>
            <a:pPr/>
            <a:r>
              <a:rPr sz="2500" b="1">
                <a:solidFill>
                  <a:srgbClr val="1E1A1C"/>
                </a:solidFill>
                <a:latin typeface="Arial"/>
                <a:ea typeface="Arial"/>
              </a:rPr>
              <a:t> </a:t>
            </a:r>
            <a:pPr/>
            <a:r>
              <a:rPr sz="2500" b="1">
                <a:solidFill>
                  <a:srgbClr val="C8417F"/>
                </a:solidFill>
                <a:latin typeface="Arial"/>
                <a:ea typeface="Arial"/>
              </a:rPr>
              <a:t>work</a:t>
            </a:r>
            <a:pPr/>
            <a:r>
              <a:rPr sz="2500" b="1">
                <a:solidFill>
                  <a:srgbClr val="1E1A1C"/>
                </a:solidFill>
                <a:latin typeface="Arial"/>
                <a:ea typeface="Arial"/>
              </a:rPr>
              <a:t> late </a:t>
            </a:r>
            <a:pPr/>
            <a:r>
              <a:rPr sz="2500" b="1">
                <a:solidFill>
                  <a:srgbClr val="9C9196"/>
                </a:solidFill>
                <a:latin typeface="Arial"/>
                <a:ea typeface="Arial"/>
              </a:rPr>
              <a:t>(often)</a:t>
            </a:r>
            <a:pPr/>
            <a:r>
              <a:rPr sz="2500" b="1">
                <a:solidFill>
                  <a:srgbClr val="1E1A1C"/>
                </a:solidFill>
                <a:latin typeface="Arial"/>
                <a:ea typeface="Arial"/>
              </a:rPr>
              <a:t>.</a:t>
            </a:r>
          </a:p>
        </p:txBody>
      </p:sp>
      <p:sp>
        <p:nvSpPr>
          <p:cNvPr id="19" name=""/>
          <p:cNvSpPr txBox="1"/>
          <p:nvPr/>
        </p:nvSpPr>
        <p:spPr>
          <a:xfrm>
            <a:off x="7810500" y="5667375"/>
            <a:ext cx="227647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574D52"/>
                </a:solidFill>
                <a:latin typeface="Noto Sans JP"/>
                <a:ea typeface="Noto Sans JP"/>
              </a:rPr>
              <a:t>昔はよく残業してた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D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7810500" y="0"/>
            <a:ext cx="4381500" cy="3143250"/>
          </a:xfrm>
          <a:custGeom>
            <a:avLst/>
            <a:gdLst/>
            <a:ahLst/>
            <a:cxnLst/>
            <a:rect l="l" t="t" r="r" b="b"/>
            <a:pathLst>
              <a:path w="4381500" h="3143250">
                <a:moveTo>
                  <a:pt x="0" y="0"/>
                </a:moveTo>
                <a:cubicBezTo>
                  <a:pt x="381000" y="914400"/>
                  <a:pt x="1314450" y="1428750"/>
                  <a:pt x="2324100" y="1524000"/>
                </a:cubicBezTo>
                <a:cubicBezTo>
                  <a:pt x="3352800" y="1619250"/>
                  <a:pt x="4038600" y="2209800"/>
                  <a:pt x="4381500" y="3143250"/>
                </a:cubicBezTo>
                <a:lnTo>
                  <a:pt x="4381500" y="0"/>
                </a:lnTo>
                <a:close/>
              </a:path>
            </a:pathLst>
          </a:custGeom>
          <a:solidFill>
            <a:srgbClr val="FBE1E9"/>
          </a:solidFill>
          <a:ln/>
        </p:spPr>
      </p:sp>
      <p:sp>
        <p:nvSpPr>
          <p:cNvPr id="3" name=""/>
          <p:cNvSpPr txBox="1"/>
          <p:nvPr/>
        </p:nvSpPr>
        <p:spPr>
          <a:xfrm>
            <a:off x="762000" y="314325"/>
            <a:ext cx="419100" cy="552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900" b="1">
                <a:solidFill>
                  <a:srgbClr val="1E1A1C"/>
                </a:solidFill>
                <a:latin typeface="Arial"/>
                <a:ea typeface="Arial"/>
              </a:rPr>
              <a:t>3</a:t>
            </a:r>
          </a:p>
        </p:txBody>
      </p:sp>
      <p:sp>
        <p:nvSpPr>
          <p:cNvPr id="4" name=""/>
          <p:cNvSpPr txBox="1"/>
          <p:nvPr/>
        </p:nvSpPr>
        <p:spPr>
          <a:xfrm>
            <a:off x="762000" y="1038225"/>
            <a:ext cx="4600575" cy="619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350" b="1">
                <a:solidFill>
                  <a:srgbClr val="1E1A1C"/>
                </a:solidFill>
                <a:latin typeface="Arial"/>
                <a:ea typeface="Arial"/>
              </a:rPr>
              <a:t>I should have </a:t>
            </a:r>
            <a:pPr/>
            <a:r>
              <a:rPr sz="4350" b="1">
                <a:solidFill>
                  <a:srgbClr val="C8417F"/>
                </a:solidFill>
                <a:latin typeface="Arial"/>
                <a:ea typeface="Arial"/>
              </a:rPr>
              <a:t>~</a:t>
            </a:r>
          </a:p>
        </p:txBody>
      </p:sp>
      <p:sp>
        <p:nvSpPr>
          <p:cNvPr id="5" name=""/>
          <p:cNvSpPr txBox="1"/>
          <p:nvPr/>
        </p:nvSpPr>
        <p:spPr>
          <a:xfrm>
            <a:off x="762000" y="1771650"/>
            <a:ext cx="3400425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E1A1C"/>
                </a:solidFill>
                <a:latin typeface="Noto Sans JP"/>
                <a:ea typeface="Noto Sans JP"/>
              </a:rPr>
              <a:t>〇〇しとけばよかった</a:t>
            </a:r>
          </a:p>
        </p:txBody>
      </p:sp>
      <p:sp>
        <p:nvSpPr>
          <p:cNvPr id="6" name=""/>
          <p:cNvSpPr/>
          <p:nvPr/>
        </p:nvSpPr>
        <p:spPr>
          <a:xfrm>
            <a:off x="3790950" y="1809750"/>
            <a:ext cx="1114425" cy="342900"/>
          </a:xfrm>
          <a:prstGeom prst="roundRect">
            <a:avLst>
              <a:gd name="adj" fmla="val 50000"/>
            </a:avLst>
          </a:prstGeom>
          <a:solidFill>
            <a:srgbClr val="FCE6EF"/>
          </a:solidFill>
          <a:ln/>
        </p:spPr>
      </p:sp>
      <p:sp>
        <p:nvSpPr>
          <p:cNvPr id="7" name=""/>
          <p:cNvSpPr txBox="1"/>
          <p:nvPr/>
        </p:nvSpPr>
        <p:spPr>
          <a:xfrm>
            <a:off x="3943350" y="1857375"/>
            <a:ext cx="10477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C8417F"/>
                </a:solidFill>
                <a:latin typeface="Noto Sans JP"/>
                <a:ea typeface="Noto Sans JP"/>
              </a:rPr>
              <a:t>＋過去分詞</a:t>
            </a:r>
          </a:p>
        </p:txBody>
      </p:sp>
      <p:sp>
        <p:nvSpPr>
          <p:cNvPr id="8" name=""/>
          <p:cNvSpPr/>
          <p:nvPr/>
        </p:nvSpPr>
        <p:spPr>
          <a:xfrm>
            <a:off x="762000" y="2305050"/>
            <a:ext cx="476250" cy="276225"/>
          </a:xfrm>
          <a:prstGeom prst="roundRect">
            <a:avLst>
              <a:gd name="adj" fmla="val 20690"/>
            </a:avLst>
          </a:prstGeom>
          <a:solidFill>
            <a:srgbClr val="1E1A1C"/>
          </a:solidFill>
          <a:ln/>
        </p:spPr>
      </p:sp>
      <p:sp>
        <p:nvSpPr>
          <p:cNvPr id="9" name=""/>
          <p:cNvSpPr txBox="1"/>
          <p:nvPr/>
        </p:nvSpPr>
        <p:spPr>
          <a:xfrm>
            <a:off x="866775" y="2343150"/>
            <a:ext cx="419100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>
                <a:solidFill>
                  <a:srgbClr val="FFFFFF"/>
                </a:solidFill>
                <a:latin typeface="Noto Sans JP"/>
                <a:ea typeface="Noto Sans JP"/>
              </a:rPr>
              <a:t>否定</a:t>
            </a:r>
          </a:p>
        </p:txBody>
      </p:sp>
      <p:sp>
        <p:nvSpPr>
          <p:cNvPr id="10" name=""/>
          <p:cNvSpPr txBox="1"/>
          <p:nvPr/>
        </p:nvSpPr>
        <p:spPr>
          <a:xfrm>
            <a:off x="1371600" y="2305050"/>
            <a:ext cx="2419350" cy="2667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>
                <a:solidFill>
                  <a:srgbClr val="1E1A1C"/>
                </a:solidFill>
                <a:latin typeface="Arial"/>
                <a:ea typeface="Arial"/>
              </a:rPr>
              <a:t>I shouldn't have ~</a:t>
            </a:r>
          </a:p>
        </p:txBody>
      </p:sp>
      <p:sp>
        <p:nvSpPr>
          <p:cNvPr id="11" name=""/>
          <p:cNvSpPr txBox="1"/>
          <p:nvPr/>
        </p:nvSpPr>
        <p:spPr>
          <a:xfrm>
            <a:off x="3505200" y="2305050"/>
            <a:ext cx="25241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574D52"/>
                </a:solidFill>
                <a:latin typeface="Noto Sans JP"/>
                <a:ea typeface="Noto Sans JP"/>
              </a:rPr>
              <a:t>〇〇しなければよかった</a:t>
            </a:r>
          </a:p>
        </p:txBody>
      </p:sp>
      <p:sp>
        <p:nvSpPr>
          <p:cNvPr id="12" name=""/>
          <p:cNvSpPr/>
          <p:nvPr/>
        </p:nvSpPr>
        <p:spPr>
          <a:xfrm>
            <a:off x="762000" y="2790825"/>
            <a:ext cx="10668000" cy="57150"/>
          </a:xfrm>
          <a:prstGeom prst="roundRect">
            <a:avLst>
              <a:gd name="adj" fmla="val 50000"/>
            </a:avLst>
          </a:prstGeom>
          <a:solidFill>
            <a:srgbClr val="F3A6C8"/>
          </a:solidFill>
          <a:ln/>
        </p:spPr>
      </p:sp>
      <p:sp>
        <p:nvSpPr>
          <p:cNvPr id="13" name=""/>
          <p:cNvSpPr txBox="1"/>
          <p:nvPr/>
        </p:nvSpPr>
        <p:spPr>
          <a:xfrm>
            <a:off x="762000" y="3362325"/>
            <a:ext cx="504825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1E1A1C"/>
                </a:solidFill>
                <a:latin typeface="Arial"/>
                <a:ea typeface="Arial"/>
              </a:rPr>
              <a:t>3-1</a:t>
            </a:r>
          </a:p>
        </p:txBody>
      </p:sp>
      <p:sp>
        <p:nvSpPr>
          <p:cNvPr id="14" name=""/>
          <p:cNvSpPr txBox="1"/>
          <p:nvPr/>
        </p:nvSpPr>
        <p:spPr>
          <a:xfrm>
            <a:off x="1600200" y="3181350"/>
            <a:ext cx="376237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00" b="1">
                <a:solidFill>
                  <a:srgbClr val="1E1A1C"/>
                </a:solidFill>
                <a:highlight>
                  <a:srgbClr val="F9D3E3"/>
                </a:highlight>
                <a:latin typeface="Arial"/>
                <a:ea typeface="Arial"/>
              </a:rPr>
              <a:t>I should have</a:t>
            </a:r>
            <a:pPr/>
            <a:r>
              <a:rPr sz="2200" b="1">
                <a:solidFill>
                  <a:srgbClr val="1E1A1C"/>
                </a:solidFill>
                <a:latin typeface="Arial"/>
                <a:ea typeface="Arial"/>
              </a:rPr>
              <a:t> </a:t>
            </a:r>
            <a:pPr/>
            <a:r>
              <a:rPr sz="2200" b="1">
                <a:solidFill>
                  <a:srgbClr val="C8417F"/>
                </a:solidFill>
                <a:latin typeface="Arial"/>
                <a:ea typeface="Arial"/>
              </a:rPr>
              <a:t>left</a:t>
            </a:r>
            <a:pPr/>
            <a:r>
              <a:rPr sz="2200" b="1">
                <a:solidFill>
                  <a:srgbClr val="1E1A1C"/>
                </a:solidFill>
                <a:latin typeface="Arial"/>
                <a:ea typeface="Arial"/>
              </a:rPr>
              <a:t> earlier.</a:t>
            </a:r>
          </a:p>
        </p:txBody>
      </p:sp>
      <p:sp>
        <p:nvSpPr>
          <p:cNvPr id="15" name=""/>
          <p:cNvSpPr txBox="1"/>
          <p:nvPr/>
        </p:nvSpPr>
        <p:spPr>
          <a:xfrm>
            <a:off x="1600200" y="3552825"/>
            <a:ext cx="318135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574D52"/>
                </a:solidFill>
                <a:latin typeface="Noto Sans JP"/>
                <a:ea typeface="Noto Sans JP"/>
              </a:rPr>
              <a:t>もっとはやく出とけばよかった</a:t>
            </a:r>
          </a:p>
        </p:txBody>
      </p:sp>
      <p:sp>
        <p:nvSpPr>
          <p:cNvPr id="16" name=""/>
          <p:cNvSpPr/>
          <p:nvPr/>
        </p:nvSpPr>
        <p:spPr>
          <a:xfrm>
            <a:off x="762000" y="4105275"/>
            <a:ext cx="6134100" cy="0"/>
          </a:xfrm>
          <a:prstGeom prst="line">
            <a:avLst/>
          </a:prstGeom>
          <a:noFill/>
          <a:ln w="19050">
            <a:solidFill>
              <a:srgbClr val="F2D5E1"/>
            </a:solidFill>
            <a:prstDash val="solid"/>
          </a:ln>
        </p:spPr>
      </p:sp>
      <p:sp>
        <p:nvSpPr>
          <p:cNvPr id="17" name=""/>
          <p:cNvSpPr txBox="1"/>
          <p:nvPr/>
        </p:nvSpPr>
        <p:spPr>
          <a:xfrm>
            <a:off x="762000" y="4552950"/>
            <a:ext cx="504825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1E1A1C"/>
                </a:solidFill>
                <a:latin typeface="Arial"/>
                <a:ea typeface="Arial"/>
              </a:rPr>
              <a:t>3-2</a:t>
            </a:r>
          </a:p>
        </p:txBody>
      </p:sp>
      <p:sp>
        <p:nvSpPr>
          <p:cNvPr id="18" name=""/>
          <p:cNvSpPr txBox="1"/>
          <p:nvPr/>
        </p:nvSpPr>
        <p:spPr>
          <a:xfrm>
            <a:off x="1600200" y="4371975"/>
            <a:ext cx="40481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00" b="1">
                <a:solidFill>
                  <a:srgbClr val="1E1A1C"/>
                </a:solidFill>
                <a:highlight>
                  <a:srgbClr val="F9D3E3"/>
                </a:highlight>
                <a:latin typeface="Arial"/>
                <a:ea typeface="Arial"/>
              </a:rPr>
              <a:t>I should have</a:t>
            </a:r>
            <a:pPr/>
            <a:r>
              <a:rPr sz="2200" b="1">
                <a:solidFill>
                  <a:srgbClr val="1E1A1C"/>
                </a:solidFill>
                <a:latin typeface="Arial"/>
                <a:ea typeface="Arial"/>
              </a:rPr>
              <a:t> </a:t>
            </a:r>
            <a:pPr/>
            <a:r>
              <a:rPr sz="2200" b="1">
                <a:solidFill>
                  <a:srgbClr val="C8417F"/>
                </a:solidFill>
                <a:latin typeface="Arial"/>
                <a:ea typeface="Arial"/>
              </a:rPr>
              <a:t>bought</a:t>
            </a:r>
            <a:pPr/>
            <a:r>
              <a:rPr sz="2200" b="1">
                <a:solidFill>
                  <a:srgbClr val="1E1A1C"/>
                </a:solidFill>
                <a:latin typeface="Arial"/>
                <a:ea typeface="Arial"/>
              </a:rPr>
              <a:t> that.</a:t>
            </a:r>
          </a:p>
        </p:txBody>
      </p:sp>
      <p:sp>
        <p:nvSpPr>
          <p:cNvPr id="19" name=""/>
          <p:cNvSpPr txBox="1"/>
          <p:nvPr/>
        </p:nvSpPr>
        <p:spPr>
          <a:xfrm>
            <a:off x="1600200" y="4743450"/>
            <a:ext cx="25241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574D52"/>
                </a:solidFill>
                <a:latin typeface="Noto Sans JP"/>
                <a:ea typeface="Noto Sans JP"/>
              </a:rPr>
              <a:t>あれ買えばよかったのに</a:t>
            </a:r>
          </a:p>
        </p:txBody>
      </p:sp>
      <p:sp>
        <p:nvSpPr>
          <p:cNvPr id="20" name=""/>
          <p:cNvSpPr/>
          <p:nvPr/>
        </p:nvSpPr>
        <p:spPr>
          <a:xfrm>
            <a:off x="762000" y="5295900"/>
            <a:ext cx="6134100" cy="0"/>
          </a:xfrm>
          <a:prstGeom prst="line">
            <a:avLst/>
          </a:prstGeom>
          <a:noFill/>
          <a:ln w="19050">
            <a:solidFill>
              <a:srgbClr val="F2D5E1"/>
            </a:solidFill>
            <a:prstDash val="solid"/>
          </a:ln>
        </p:spPr>
      </p:sp>
      <p:sp>
        <p:nvSpPr>
          <p:cNvPr id="21" name=""/>
          <p:cNvSpPr txBox="1"/>
          <p:nvPr/>
        </p:nvSpPr>
        <p:spPr>
          <a:xfrm>
            <a:off x="762000" y="5743575"/>
            <a:ext cx="504825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1E1A1C"/>
                </a:solidFill>
                <a:latin typeface="Arial"/>
                <a:ea typeface="Arial"/>
              </a:rPr>
              <a:t>3-3</a:t>
            </a:r>
          </a:p>
        </p:txBody>
      </p:sp>
      <p:sp>
        <p:nvSpPr>
          <p:cNvPr id="22" name=""/>
          <p:cNvSpPr txBox="1"/>
          <p:nvPr/>
        </p:nvSpPr>
        <p:spPr>
          <a:xfrm>
            <a:off x="1600200" y="5562600"/>
            <a:ext cx="396240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00" b="1">
                <a:solidFill>
                  <a:srgbClr val="1E1A1C"/>
                </a:solidFill>
                <a:highlight>
                  <a:srgbClr val="F9D3E3"/>
                </a:highlight>
                <a:latin typeface="Arial"/>
                <a:ea typeface="Arial"/>
              </a:rPr>
              <a:t>I shouldn't have</a:t>
            </a:r>
            <a:pPr/>
            <a:r>
              <a:rPr sz="2200" b="1">
                <a:solidFill>
                  <a:srgbClr val="1E1A1C"/>
                </a:solidFill>
                <a:latin typeface="Arial"/>
                <a:ea typeface="Arial"/>
              </a:rPr>
              <a:t> </a:t>
            </a:r>
            <a:pPr/>
            <a:r>
              <a:rPr sz="2200" b="1">
                <a:solidFill>
                  <a:srgbClr val="C8417F"/>
                </a:solidFill>
                <a:latin typeface="Arial"/>
                <a:ea typeface="Arial"/>
              </a:rPr>
              <a:t>said</a:t>
            </a:r>
            <a:pPr/>
            <a:r>
              <a:rPr sz="2200" b="1">
                <a:solidFill>
                  <a:srgbClr val="1E1A1C"/>
                </a:solidFill>
                <a:latin typeface="Arial"/>
                <a:ea typeface="Arial"/>
              </a:rPr>
              <a:t> that.</a:t>
            </a:r>
          </a:p>
        </p:txBody>
      </p:sp>
      <p:sp>
        <p:nvSpPr>
          <p:cNvPr id="23" name=""/>
          <p:cNvSpPr txBox="1"/>
          <p:nvPr/>
        </p:nvSpPr>
        <p:spPr>
          <a:xfrm>
            <a:off x="1600200" y="5934075"/>
            <a:ext cx="29622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574D52"/>
                </a:solidFill>
                <a:latin typeface="Noto Sans JP"/>
                <a:ea typeface="Noto Sans JP"/>
              </a:rPr>
              <a:t>言わんかったらよかったのに</a:t>
            </a:r>
          </a:p>
        </p:txBody>
      </p:sp>
      <p:sp>
        <p:nvSpPr>
          <p:cNvPr id="24" name=""/>
          <p:cNvSpPr/>
          <p:nvPr/>
        </p:nvSpPr>
        <p:spPr>
          <a:xfrm>
            <a:off x="7239000" y="3114675"/>
            <a:ext cx="4191000" cy="3362325"/>
          </a:xfrm>
          <a:prstGeom prst="roundRect">
            <a:avLst>
              <a:gd name="adj" fmla="val 5666"/>
            </a:avLst>
          </a:prstGeom>
          <a:solidFill>
            <a:srgbClr val="FFFFFF"/>
          </a:solidFill>
          <a:ln w="19050">
            <a:solidFill>
              <a:srgbClr val="F2D5E1"/>
            </a:solidFill>
            <a:prstDash val="solid"/>
          </a:ln>
        </p:spPr>
      </p:sp>
      <p:sp>
        <p:nvSpPr>
          <p:cNvPr id="25" name=""/>
          <p:cNvSpPr txBox="1"/>
          <p:nvPr/>
        </p:nvSpPr>
        <p:spPr>
          <a:xfrm>
            <a:off x="8096250" y="3362325"/>
            <a:ext cx="2400300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1E1A1C"/>
                </a:solidFill>
                <a:latin typeface="Noto Sans JP"/>
                <a:ea typeface="Noto Sans JP"/>
              </a:rPr>
              <a:t>ケーキで比べてみよう</a:t>
            </a:r>
          </a:p>
        </p:txBody>
      </p:sp>
      <p:sp>
        <p:nvSpPr>
          <p:cNvPr id="26" name=""/>
          <p:cNvSpPr/>
          <p:nvPr/>
        </p:nvSpPr>
        <p:spPr>
          <a:xfrm>
            <a:off x="7524750" y="3362325"/>
            <a:ext cx="476250" cy="276225"/>
          </a:xfrm>
          <a:prstGeom prst="roundRect">
            <a:avLst>
              <a:gd name="adj" fmla="val 20690"/>
            </a:avLst>
          </a:prstGeom>
          <a:solidFill>
            <a:srgbClr val="C8417F"/>
          </a:solidFill>
          <a:ln/>
        </p:spPr>
      </p:sp>
      <p:sp>
        <p:nvSpPr>
          <p:cNvPr id="27" name=""/>
          <p:cNvSpPr txBox="1"/>
          <p:nvPr/>
        </p:nvSpPr>
        <p:spPr>
          <a:xfrm>
            <a:off x="7629525" y="3400425"/>
            <a:ext cx="419100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>
                <a:solidFill>
                  <a:srgbClr val="FFFFFF"/>
                </a:solidFill>
                <a:latin typeface="Noto Sans JP"/>
                <a:ea typeface="Noto Sans JP"/>
              </a:rPr>
              <a:t>比較</a:t>
            </a:r>
          </a:p>
        </p:txBody>
      </p:sp>
      <p:sp>
        <p:nvSpPr>
          <p:cNvPr id="28" name=""/>
          <p:cNvSpPr txBox="1"/>
          <p:nvPr/>
        </p:nvSpPr>
        <p:spPr>
          <a:xfrm>
            <a:off x="7524750" y="3781425"/>
            <a:ext cx="33718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1E1A1C"/>
                </a:solidFill>
                <a:latin typeface="Arial"/>
                <a:ea typeface="Arial"/>
              </a:rPr>
              <a:t>I </a:t>
            </a:r>
            <a:pPr/>
            <a:r>
              <a:rPr sz="1650" b="1">
                <a:solidFill>
                  <a:srgbClr val="1E1A1C"/>
                </a:solidFill>
                <a:highlight>
                  <a:srgbClr val="F9D3E3"/>
                </a:highlight>
                <a:latin typeface="Arial"/>
                <a:ea typeface="Arial"/>
              </a:rPr>
              <a:t>should have</a:t>
            </a:r>
            <a:pPr/>
            <a:r>
              <a:rPr sz="1650" b="1">
                <a:solidFill>
                  <a:srgbClr val="1E1A1C"/>
                </a:solidFill>
                <a:latin typeface="Arial"/>
                <a:ea typeface="Arial"/>
              </a:rPr>
              <a:t> eaten the cake.</a:t>
            </a:r>
          </a:p>
        </p:txBody>
      </p:sp>
      <p:sp>
        <p:nvSpPr>
          <p:cNvPr id="29" name=""/>
          <p:cNvSpPr txBox="1"/>
          <p:nvPr/>
        </p:nvSpPr>
        <p:spPr>
          <a:xfrm>
            <a:off x="7524750" y="4057650"/>
            <a:ext cx="26955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574D52"/>
                </a:solidFill>
                <a:latin typeface="Noto Sans JP"/>
                <a:ea typeface="Noto Sans JP"/>
              </a:rPr>
              <a:t>ケーキを食べておけばよかった</a:t>
            </a:r>
          </a:p>
        </p:txBody>
      </p:sp>
      <p:sp>
        <p:nvSpPr>
          <p:cNvPr id="30" name=""/>
          <p:cNvSpPr txBox="1"/>
          <p:nvPr/>
        </p:nvSpPr>
        <p:spPr>
          <a:xfrm>
            <a:off x="7524750" y="4410075"/>
            <a:ext cx="36385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1E1A1C"/>
                </a:solidFill>
                <a:latin typeface="Arial"/>
                <a:ea typeface="Arial"/>
              </a:rPr>
              <a:t>I </a:t>
            </a:r>
            <a:pPr/>
            <a:r>
              <a:rPr sz="1650" b="1">
                <a:solidFill>
                  <a:srgbClr val="1E1A1C"/>
                </a:solidFill>
                <a:highlight>
                  <a:srgbClr val="F9D3E3"/>
                </a:highlight>
                <a:latin typeface="Arial"/>
                <a:ea typeface="Arial"/>
              </a:rPr>
              <a:t>shouldn't have</a:t>
            </a:r>
            <a:pPr/>
            <a:r>
              <a:rPr sz="1650" b="1">
                <a:solidFill>
                  <a:srgbClr val="1E1A1C"/>
                </a:solidFill>
                <a:latin typeface="Arial"/>
                <a:ea typeface="Arial"/>
              </a:rPr>
              <a:t> eaten the cake.</a:t>
            </a:r>
          </a:p>
        </p:txBody>
      </p:sp>
      <p:sp>
        <p:nvSpPr>
          <p:cNvPr id="31" name=""/>
          <p:cNvSpPr txBox="1"/>
          <p:nvPr/>
        </p:nvSpPr>
        <p:spPr>
          <a:xfrm>
            <a:off x="7524750" y="4686300"/>
            <a:ext cx="27241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574D52"/>
                </a:solidFill>
                <a:latin typeface="Noto Sans JP"/>
                <a:ea typeface="Noto Sans JP"/>
              </a:rPr>
              <a:t>ケーキを食べなければよかった</a:t>
            </a:r>
          </a:p>
        </p:txBody>
      </p:sp>
      <p:sp>
        <p:nvSpPr>
          <p:cNvPr id="32" name=""/>
          <p:cNvSpPr/>
          <p:nvPr/>
        </p:nvSpPr>
        <p:spPr>
          <a:xfrm>
            <a:off x="7524750" y="5067300"/>
            <a:ext cx="3619500" cy="0"/>
          </a:xfrm>
          <a:prstGeom prst="line">
            <a:avLst/>
          </a:prstGeom>
          <a:noFill/>
          <a:ln w="19050">
            <a:solidFill>
              <a:srgbClr val="F2D5E1"/>
            </a:solidFill>
            <a:prstDash val="dash"/>
          </a:ln>
        </p:spPr>
      </p:sp>
      <p:sp>
        <p:nvSpPr>
          <p:cNvPr id="33" name=""/>
          <p:cNvSpPr txBox="1"/>
          <p:nvPr/>
        </p:nvSpPr>
        <p:spPr>
          <a:xfrm>
            <a:off x="8096250" y="5210175"/>
            <a:ext cx="2400300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1E1A1C"/>
                </a:solidFill>
                <a:latin typeface="Noto Sans JP"/>
                <a:ea typeface="Noto Sans JP"/>
              </a:rPr>
              <a:t>ネイティブはこう言う</a:t>
            </a:r>
          </a:p>
        </p:txBody>
      </p:sp>
      <p:sp>
        <p:nvSpPr>
          <p:cNvPr id="34" name=""/>
          <p:cNvSpPr/>
          <p:nvPr/>
        </p:nvSpPr>
        <p:spPr>
          <a:xfrm>
            <a:off x="7524750" y="5210175"/>
            <a:ext cx="476250" cy="276225"/>
          </a:xfrm>
          <a:prstGeom prst="roundRect">
            <a:avLst>
              <a:gd name="adj" fmla="val 20690"/>
            </a:avLst>
          </a:prstGeom>
          <a:solidFill>
            <a:srgbClr val="C8417F"/>
          </a:solidFill>
          <a:ln/>
        </p:spPr>
      </p:sp>
      <p:sp>
        <p:nvSpPr>
          <p:cNvPr id="35" name=""/>
          <p:cNvSpPr txBox="1"/>
          <p:nvPr/>
        </p:nvSpPr>
        <p:spPr>
          <a:xfrm>
            <a:off x="7629525" y="5248275"/>
            <a:ext cx="419100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>
                <a:solidFill>
                  <a:srgbClr val="FFFFFF"/>
                </a:solidFill>
                <a:latin typeface="Noto Sans JP"/>
                <a:ea typeface="Noto Sans JP"/>
              </a:rPr>
              <a:t>発音</a:t>
            </a:r>
          </a:p>
        </p:txBody>
      </p:sp>
      <p:sp>
        <p:nvSpPr>
          <p:cNvPr id="36" name=""/>
          <p:cNvSpPr/>
          <p:nvPr/>
        </p:nvSpPr>
        <p:spPr>
          <a:xfrm>
            <a:off x="7524750" y="5629275"/>
            <a:ext cx="3619500" cy="523875"/>
          </a:xfrm>
          <a:prstGeom prst="roundRect">
            <a:avLst>
              <a:gd name="adj" fmla="val 25455"/>
            </a:avLst>
          </a:prstGeom>
          <a:solidFill>
            <a:srgbClr val="FCE6EF"/>
          </a:solidFill>
          <a:ln/>
        </p:spPr>
      </p:sp>
      <p:sp>
        <p:nvSpPr>
          <p:cNvPr id="37" name=""/>
          <p:cNvSpPr txBox="1"/>
          <p:nvPr/>
        </p:nvSpPr>
        <p:spPr>
          <a:xfrm>
            <a:off x="7734300" y="5743575"/>
            <a:ext cx="1876425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050" b="1">
                <a:solidFill>
                  <a:srgbClr val="1E1A1C"/>
                </a:solidFill>
                <a:latin typeface="Arial"/>
                <a:ea typeface="Arial"/>
              </a:rPr>
              <a:t>should have</a:t>
            </a:r>
          </a:p>
        </p:txBody>
      </p:sp>
      <p:sp>
        <p:nvSpPr>
          <p:cNvPr id="38" name=""/>
          <p:cNvSpPr txBox="1"/>
          <p:nvPr/>
        </p:nvSpPr>
        <p:spPr>
          <a:xfrm>
            <a:off x="9382125" y="5753100"/>
            <a:ext cx="381000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C8417F"/>
                </a:solidFill>
                <a:latin typeface="Noto Sans JP"/>
                <a:ea typeface="Noto Sans JP"/>
              </a:rPr>
              <a:t>→</a:t>
            </a:r>
          </a:p>
        </p:txBody>
      </p:sp>
      <p:sp>
        <p:nvSpPr>
          <p:cNvPr id="39" name=""/>
          <p:cNvSpPr txBox="1"/>
          <p:nvPr/>
        </p:nvSpPr>
        <p:spPr>
          <a:xfrm>
            <a:off x="9725025" y="5743575"/>
            <a:ext cx="1504950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050" b="1">
                <a:solidFill>
                  <a:srgbClr val="C8417F"/>
                </a:solidFill>
                <a:latin typeface="Arial"/>
                <a:ea typeface="Arial"/>
              </a:rPr>
              <a:t>should've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D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7810500" y="0"/>
            <a:ext cx="4381500" cy="3143250"/>
          </a:xfrm>
          <a:custGeom>
            <a:avLst/>
            <a:gdLst/>
            <a:ahLst/>
            <a:cxnLst/>
            <a:rect l="l" t="t" r="r" b="b"/>
            <a:pathLst>
              <a:path w="4381500" h="3143250">
                <a:moveTo>
                  <a:pt x="0" y="0"/>
                </a:moveTo>
                <a:cubicBezTo>
                  <a:pt x="381000" y="914400"/>
                  <a:pt x="1314450" y="1428750"/>
                  <a:pt x="2324100" y="1524000"/>
                </a:cubicBezTo>
                <a:cubicBezTo>
                  <a:pt x="3352800" y="1619250"/>
                  <a:pt x="4038600" y="2209800"/>
                  <a:pt x="4381500" y="3143250"/>
                </a:cubicBezTo>
                <a:lnTo>
                  <a:pt x="4381500" y="0"/>
                </a:lnTo>
                <a:close/>
              </a:path>
            </a:pathLst>
          </a:custGeom>
          <a:solidFill>
            <a:srgbClr val="FBE1E9"/>
          </a:solidFill>
          <a:ln/>
        </p:spPr>
      </p:sp>
      <p:sp>
        <p:nvSpPr>
          <p:cNvPr id="3" name=""/>
          <p:cNvSpPr txBox="1"/>
          <p:nvPr/>
        </p:nvSpPr>
        <p:spPr>
          <a:xfrm>
            <a:off x="762000" y="314325"/>
            <a:ext cx="419100" cy="552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900" b="1">
                <a:solidFill>
                  <a:srgbClr val="1E1A1C"/>
                </a:solidFill>
                <a:latin typeface="Arial"/>
                <a:ea typeface="Arial"/>
              </a:rPr>
              <a:t>4</a:t>
            </a:r>
          </a:p>
        </p:txBody>
      </p:sp>
      <p:sp>
        <p:nvSpPr>
          <p:cNvPr id="4" name=""/>
          <p:cNvSpPr txBox="1"/>
          <p:nvPr/>
        </p:nvSpPr>
        <p:spPr>
          <a:xfrm>
            <a:off x="762000" y="1038225"/>
            <a:ext cx="5238750" cy="619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350" b="1">
                <a:solidFill>
                  <a:srgbClr val="1E1A1C"/>
                </a:solidFill>
                <a:latin typeface="Arial"/>
                <a:ea typeface="Arial"/>
              </a:rPr>
              <a:t>Do you wanna </a:t>
            </a:r>
            <a:pPr/>
            <a:r>
              <a:rPr sz="4350" b="1">
                <a:solidFill>
                  <a:srgbClr val="C8417F"/>
                </a:solidFill>
                <a:latin typeface="Arial"/>
                <a:ea typeface="Arial"/>
              </a:rPr>
              <a:t>~</a:t>
            </a:r>
            <a:pPr/>
            <a:r>
              <a:rPr sz="4350" b="1">
                <a:solidFill>
                  <a:srgbClr val="1E1A1C"/>
                </a:solidFill>
                <a:latin typeface="Arial"/>
                <a:ea typeface="Arial"/>
              </a:rPr>
              <a:t>?</a:t>
            </a:r>
          </a:p>
        </p:txBody>
      </p:sp>
      <p:sp>
        <p:nvSpPr>
          <p:cNvPr id="5" name=""/>
          <p:cNvSpPr txBox="1"/>
          <p:nvPr/>
        </p:nvSpPr>
        <p:spPr>
          <a:xfrm>
            <a:off x="762000" y="1771650"/>
            <a:ext cx="2085975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E1A1C"/>
                </a:solidFill>
                <a:latin typeface="Noto Sans JP"/>
                <a:ea typeface="Noto Sans JP"/>
              </a:rPr>
              <a:t>〇〇したい？</a:t>
            </a:r>
          </a:p>
        </p:txBody>
      </p:sp>
      <p:sp>
        <p:nvSpPr>
          <p:cNvPr id="6" name=""/>
          <p:cNvSpPr/>
          <p:nvPr/>
        </p:nvSpPr>
        <p:spPr>
          <a:xfrm>
            <a:off x="2647950" y="1809750"/>
            <a:ext cx="1276350" cy="342900"/>
          </a:xfrm>
          <a:prstGeom prst="roundRect">
            <a:avLst>
              <a:gd name="adj" fmla="val 50000"/>
            </a:avLst>
          </a:prstGeom>
          <a:solidFill>
            <a:srgbClr val="FCE6EF"/>
          </a:solidFill>
          <a:ln/>
        </p:spPr>
      </p:sp>
      <p:sp>
        <p:nvSpPr>
          <p:cNvPr id="7" name=""/>
          <p:cNvSpPr txBox="1"/>
          <p:nvPr/>
        </p:nvSpPr>
        <p:spPr>
          <a:xfrm>
            <a:off x="2800350" y="1857375"/>
            <a:ext cx="12287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C8417F"/>
                </a:solidFill>
                <a:latin typeface="Noto Sans JP"/>
                <a:ea typeface="Noto Sans JP"/>
              </a:rPr>
              <a:t>＋動詞の原形</a:t>
            </a:r>
          </a:p>
        </p:txBody>
      </p:sp>
      <p:sp>
        <p:nvSpPr>
          <p:cNvPr id="8" name=""/>
          <p:cNvSpPr/>
          <p:nvPr/>
        </p:nvSpPr>
        <p:spPr>
          <a:xfrm>
            <a:off x="762000" y="2305050"/>
            <a:ext cx="742950" cy="276225"/>
          </a:xfrm>
          <a:prstGeom prst="roundRect">
            <a:avLst>
              <a:gd name="adj" fmla="val 20690"/>
            </a:avLst>
          </a:prstGeom>
          <a:solidFill>
            <a:srgbClr val="C8417F"/>
          </a:solidFill>
          <a:ln/>
        </p:spPr>
      </p:sp>
      <p:sp>
        <p:nvSpPr>
          <p:cNvPr id="9" name=""/>
          <p:cNvSpPr txBox="1"/>
          <p:nvPr/>
        </p:nvSpPr>
        <p:spPr>
          <a:xfrm>
            <a:off x="866775" y="2343150"/>
            <a:ext cx="723900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>
                <a:solidFill>
                  <a:srgbClr val="FFFFFF"/>
                </a:solidFill>
                <a:latin typeface="Noto Sans JP"/>
                <a:ea typeface="Noto Sans JP"/>
              </a:rPr>
              <a:t>ポイント</a:t>
            </a:r>
          </a:p>
        </p:txBody>
      </p:sp>
      <p:sp>
        <p:nvSpPr>
          <p:cNvPr id="10" name=""/>
          <p:cNvSpPr txBox="1"/>
          <p:nvPr/>
        </p:nvSpPr>
        <p:spPr>
          <a:xfrm>
            <a:off x="1638300" y="2305050"/>
            <a:ext cx="2219325" cy="2667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>
                <a:solidFill>
                  <a:srgbClr val="1E1A1C"/>
                </a:solidFill>
                <a:latin typeface="Arial"/>
                <a:ea typeface="Arial"/>
              </a:rPr>
              <a:t>wanna = want to</a:t>
            </a:r>
          </a:p>
        </p:txBody>
      </p:sp>
      <p:sp>
        <p:nvSpPr>
          <p:cNvPr id="11" name=""/>
          <p:cNvSpPr txBox="1"/>
          <p:nvPr/>
        </p:nvSpPr>
        <p:spPr>
          <a:xfrm>
            <a:off x="3600450" y="2305050"/>
            <a:ext cx="274320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574D52"/>
                </a:solidFill>
                <a:latin typeface="Noto Sans JP"/>
                <a:ea typeface="Noto Sans JP"/>
              </a:rPr>
              <a:t>くだけた話し言葉の言い方</a:t>
            </a:r>
          </a:p>
        </p:txBody>
      </p:sp>
      <p:sp>
        <p:nvSpPr>
          <p:cNvPr id="12" name=""/>
          <p:cNvSpPr/>
          <p:nvPr/>
        </p:nvSpPr>
        <p:spPr>
          <a:xfrm>
            <a:off x="762000" y="2790825"/>
            <a:ext cx="10668000" cy="57150"/>
          </a:xfrm>
          <a:prstGeom prst="roundRect">
            <a:avLst>
              <a:gd name="adj" fmla="val 50000"/>
            </a:avLst>
          </a:prstGeom>
          <a:solidFill>
            <a:srgbClr val="F3A6C8"/>
          </a:solidFill>
          <a:ln/>
        </p:spPr>
      </p:sp>
      <p:sp>
        <p:nvSpPr>
          <p:cNvPr id="13" name=""/>
          <p:cNvSpPr txBox="1"/>
          <p:nvPr/>
        </p:nvSpPr>
        <p:spPr>
          <a:xfrm>
            <a:off x="762000" y="3362325"/>
            <a:ext cx="504825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1E1A1C"/>
                </a:solidFill>
                <a:latin typeface="Arial"/>
                <a:ea typeface="Arial"/>
              </a:rPr>
              <a:t>4-1</a:t>
            </a:r>
          </a:p>
        </p:txBody>
      </p:sp>
      <p:sp>
        <p:nvSpPr>
          <p:cNvPr id="14" name=""/>
          <p:cNvSpPr txBox="1"/>
          <p:nvPr/>
        </p:nvSpPr>
        <p:spPr>
          <a:xfrm>
            <a:off x="1600200" y="3324225"/>
            <a:ext cx="502920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500" b="1">
                <a:solidFill>
                  <a:srgbClr val="1E1A1C"/>
                </a:solidFill>
                <a:highlight>
                  <a:srgbClr val="F9D3E3"/>
                </a:highlight>
                <a:latin typeface="Arial"/>
                <a:ea typeface="Arial"/>
              </a:rPr>
              <a:t>Do you wanna</a:t>
            </a:r>
            <a:pPr/>
            <a:r>
              <a:rPr sz="2500" b="1">
                <a:solidFill>
                  <a:srgbClr val="1E1A1C"/>
                </a:solidFill>
                <a:latin typeface="Arial"/>
                <a:ea typeface="Arial"/>
              </a:rPr>
              <a:t> </a:t>
            </a:r>
            <a:pPr/>
            <a:r>
              <a:rPr sz="2500" b="1">
                <a:solidFill>
                  <a:srgbClr val="C8417F"/>
                </a:solidFill>
                <a:latin typeface="Arial"/>
                <a:ea typeface="Arial"/>
              </a:rPr>
              <a:t>eat</a:t>
            </a:r>
            <a:pPr/>
            <a:r>
              <a:rPr sz="2500" b="1">
                <a:solidFill>
                  <a:srgbClr val="1E1A1C"/>
                </a:solidFill>
                <a:latin typeface="Arial"/>
                <a:ea typeface="Arial"/>
              </a:rPr>
              <a:t> out today?</a:t>
            </a:r>
          </a:p>
        </p:txBody>
      </p:sp>
      <p:sp>
        <p:nvSpPr>
          <p:cNvPr id="15" name=""/>
          <p:cNvSpPr txBox="1"/>
          <p:nvPr/>
        </p:nvSpPr>
        <p:spPr>
          <a:xfrm>
            <a:off x="7810500" y="3343275"/>
            <a:ext cx="22574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574D52"/>
                </a:solidFill>
                <a:latin typeface="Noto Sans JP"/>
                <a:ea typeface="Noto Sans JP"/>
              </a:rPr>
              <a:t>今日外食せえへん？</a:t>
            </a:r>
          </a:p>
        </p:txBody>
      </p:sp>
      <p:sp>
        <p:nvSpPr>
          <p:cNvPr id="16" name=""/>
          <p:cNvSpPr/>
          <p:nvPr/>
        </p:nvSpPr>
        <p:spPr>
          <a:xfrm>
            <a:off x="762000" y="4105275"/>
            <a:ext cx="10668000" cy="0"/>
          </a:xfrm>
          <a:prstGeom prst="line">
            <a:avLst/>
          </a:prstGeom>
          <a:noFill/>
          <a:ln w="19050">
            <a:solidFill>
              <a:srgbClr val="F2D5E1"/>
            </a:solidFill>
            <a:prstDash val="solid"/>
          </a:ln>
        </p:spPr>
      </p:sp>
      <p:sp>
        <p:nvSpPr>
          <p:cNvPr id="17" name=""/>
          <p:cNvSpPr txBox="1"/>
          <p:nvPr/>
        </p:nvSpPr>
        <p:spPr>
          <a:xfrm>
            <a:off x="762000" y="4552950"/>
            <a:ext cx="504825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1E1A1C"/>
                </a:solidFill>
                <a:latin typeface="Arial"/>
                <a:ea typeface="Arial"/>
              </a:rPr>
              <a:t>4-2</a:t>
            </a:r>
          </a:p>
        </p:txBody>
      </p:sp>
      <p:sp>
        <p:nvSpPr>
          <p:cNvPr id="18" name=""/>
          <p:cNvSpPr txBox="1"/>
          <p:nvPr/>
        </p:nvSpPr>
        <p:spPr>
          <a:xfrm>
            <a:off x="1600200" y="4514850"/>
            <a:ext cx="57721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500" b="1">
                <a:solidFill>
                  <a:srgbClr val="1E1A1C"/>
                </a:solidFill>
                <a:highlight>
                  <a:srgbClr val="F9D3E3"/>
                </a:highlight>
                <a:latin typeface="Arial"/>
                <a:ea typeface="Arial"/>
              </a:rPr>
              <a:t>Do you wanna</a:t>
            </a:r>
            <a:pPr/>
            <a:r>
              <a:rPr sz="2500" b="1">
                <a:solidFill>
                  <a:srgbClr val="1E1A1C"/>
                </a:solidFill>
                <a:latin typeface="Arial"/>
                <a:ea typeface="Arial"/>
              </a:rPr>
              <a:t> </a:t>
            </a:r>
            <a:pPr/>
            <a:r>
              <a:rPr sz="2500" b="1">
                <a:solidFill>
                  <a:srgbClr val="C8417F"/>
                </a:solidFill>
                <a:latin typeface="Arial"/>
                <a:ea typeface="Arial"/>
              </a:rPr>
              <a:t>come</a:t>
            </a:r>
            <a:pPr/>
            <a:r>
              <a:rPr sz="2500" b="1">
                <a:solidFill>
                  <a:srgbClr val="1E1A1C"/>
                </a:solidFill>
                <a:latin typeface="Arial"/>
                <a:ea typeface="Arial"/>
              </a:rPr>
              <a:t> to the party?</a:t>
            </a:r>
          </a:p>
        </p:txBody>
      </p:sp>
      <p:sp>
        <p:nvSpPr>
          <p:cNvPr id="19" name=""/>
          <p:cNvSpPr txBox="1"/>
          <p:nvPr/>
        </p:nvSpPr>
        <p:spPr>
          <a:xfrm>
            <a:off x="7810500" y="4533900"/>
            <a:ext cx="227647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574D52"/>
                </a:solidFill>
                <a:latin typeface="Noto Sans JP"/>
                <a:ea typeface="Noto Sans JP"/>
              </a:rPr>
              <a:t>パーティーに来る？</a:t>
            </a:r>
          </a:p>
        </p:txBody>
      </p:sp>
      <p:sp>
        <p:nvSpPr>
          <p:cNvPr id="20" name=""/>
          <p:cNvSpPr/>
          <p:nvPr/>
        </p:nvSpPr>
        <p:spPr>
          <a:xfrm>
            <a:off x="762000" y="5295900"/>
            <a:ext cx="10668000" cy="0"/>
          </a:xfrm>
          <a:prstGeom prst="line">
            <a:avLst/>
          </a:prstGeom>
          <a:noFill/>
          <a:ln w="19050">
            <a:solidFill>
              <a:srgbClr val="F2D5E1"/>
            </a:solidFill>
            <a:prstDash val="solid"/>
          </a:ln>
        </p:spPr>
      </p:sp>
      <p:sp>
        <p:nvSpPr>
          <p:cNvPr id="21" name=""/>
          <p:cNvSpPr txBox="1"/>
          <p:nvPr/>
        </p:nvSpPr>
        <p:spPr>
          <a:xfrm>
            <a:off x="762000" y="5743575"/>
            <a:ext cx="504825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1E1A1C"/>
                </a:solidFill>
                <a:latin typeface="Arial"/>
                <a:ea typeface="Arial"/>
              </a:rPr>
              <a:t>4-3</a:t>
            </a:r>
          </a:p>
        </p:txBody>
      </p:sp>
      <p:sp>
        <p:nvSpPr>
          <p:cNvPr id="22" name=""/>
          <p:cNvSpPr txBox="1"/>
          <p:nvPr/>
        </p:nvSpPr>
        <p:spPr>
          <a:xfrm>
            <a:off x="1600200" y="5705475"/>
            <a:ext cx="50577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500" b="1">
                <a:solidFill>
                  <a:srgbClr val="1E1A1C"/>
                </a:solidFill>
                <a:highlight>
                  <a:srgbClr val="F9D3E3"/>
                </a:highlight>
                <a:latin typeface="Arial"/>
                <a:ea typeface="Arial"/>
              </a:rPr>
              <a:t>Do you wanna</a:t>
            </a:r>
            <a:pPr/>
            <a:r>
              <a:rPr sz="2500" b="1">
                <a:solidFill>
                  <a:srgbClr val="1E1A1C"/>
                </a:solidFill>
                <a:latin typeface="Arial"/>
                <a:ea typeface="Arial"/>
              </a:rPr>
              <a:t> </a:t>
            </a:r>
            <a:pPr/>
            <a:r>
              <a:rPr sz="2500" b="1">
                <a:solidFill>
                  <a:srgbClr val="C8417F"/>
                </a:solidFill>
                <a:latin typeface="Arial"/>
                <a:ea typeface="Arial"/>
              </a:rPr>
              <a:t>eat</a:t>
            </a:r>
            <a:pPr/>
            <a:r>
              <a:rPr sz="2500" b="1">
                <a:solidFill>
                  <a:srgbClr val="1E1A1C"/>
                </a:solidFill>
                <a:latin typeface="Arial"/>
                <a:ea typeface="Arial"/>
              </a:rPr>
              <a:t> ice cream?</a:t>
            </a:r>
          </a:p>
        </p:txBody>
      </p:sp>
      <p:sp>
        <p:nvSpPr>
          <p:cNvPr id="23" name=""/>
          <p:cNvSpPr txBox="1"/>
          <p:nvPr/>
        </p:nvSpPr>
        <p:spPr>
          <a:xfrm>
            <a:off x="7810500" y="5734050"/>
            <a:ext cx="297180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574D52"/>
                </a:solidFill>
                <a:latin typeface="Noto Sans JP"/>
                <a:ea typeface="Noto Sans JP"/>
              </a:rPr>
              <a:t>アイスクリーム食べたい？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D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7810500" y="0"/>
            <a:ext cx="4381500" cy="3143250"/>
          </a:xfrm>
          <a:custGeom>
            <a:avLst/>
            <a:gdLst/>
            <a:ahLst/>
            <a:cxnLst/>
            <a:rect l="l" t="t" r="r" b="b"/>
            <a:pathLst>
              <a:path w="4381500" h="3143250">
                <a:moveTo>
                  <a:pt x="0" y="0"/>
                </a:moveTo>
                <a:cubicBezTo>
                  <a:pt x="381000" y="914400"/>
                  <a:pt x="1314450" y="1428750"/>
                  <a:pt x="2324100" y="1524000"/>
                </a:cubicBezTo>
                <a:cubicBezTo>
                  <a:pt x="3352800" y="1619250"/>
                  <a:pt x="4038600" y="2209800"/>
                  <a:pt x="4381500" y="3143250"/>
                </a:cubicBezTo>
                <a:lnTo>
                  <a:pt x="4381500" y="0"/>
                </a:lnTo>
                <a:close/>
              </a:path>
            </a:pathLst>
          </a:custGeom>
          <a:solidFill>
            <a:srgbClr val="FBE1E9"/>
          </a:solidFill>
          <a:ln/>
        </p:spPr>
      </p:sp>
      <p:sp>
        <p:nvSpPr>
          <p:cNvPr id="3" name=""/>
          <p:cNvSpPr txBox="1"/>
          <p:nvPr/>
        </p:nvSpPr>
        <p:spPr>
          <a:xfrm>
            <a:off x="762000" y="314325"/>
            <a:ext cx="419100" cy="552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900" b="1">
                <a:solidFill>
                  <a:srgbClr val="1E1A1C"/>
                </a:solidFill>
                <a:latin typeface="Arial"/>
                <a:ea typeface="Arial"/>
              </a:rPr>
              <a:t>5</a:t>
            </a:r>
          </a:p>
        </p:txBody>
      </p:sp>
      <p:sp>
        <p:nvSpPr>
          <p:cNvPr id="4" name=""/>
          <p:cNvSpPr txBox="1"/>
          <p:nvPr/>
        </p:nvSpPr>
        <p:spPr>
          <a:xfrm>
            <a:off x="762000" y="1038225"/>
            <a:ext cx="4895850" cy="619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350" b="1">
                <a:solidFill>
                  <a:srgbClr val="1E1A1C"/>
                </a:solidFill>
                <a:latin typeface="Arial"/>
                <a:ea typeface="Arial"/>
              </a:rPr>
              <a:t>I'm looking for </a:t>
            </a:r>
            <a:pPr/>
            <a:r>
              <a:rPr sz="4350" b="1">
                <a:solidFill>
                  <a:srgbClr val="C8417F"/>
                </a:solidFill>
                <a:latin typeface="Arial"/>
                <a:ea typeface="Arial"/>
              </a:rPr>
              <a:t>~</a:t>
            </a:r>
          </a:p>
        </p:txBody>
      </p:sp>
      <p:sp>
        <p:nvSpPr>
          <p:cNvPr id="5" name=""/>
          <p:cNvSpPr txBox="1"/>
          <p:nvPr/>
        </p:nvSpPr>
        <p:spPr>
          <a:xfrm>
            <a:off x="762000" y="1771650"/>
            <a:ext cx="2724150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E1A1C"/>
                </a:solidFill>
                <a:latin typeface="Noto Sans JP"/>
                <a:ea typeface="Noto Sans JP"/>
              </a:rPr>
              <a:t>〇〇を探してます</a:t>
            </a:r>
          </a:p>
        </p:txBody>
      </p:sp>
      <p:sp>
        <p:nvSpPr>
          <p:cNvPr id="6" name=""/>
          <p:cNvSpPr/>
          <p:nvPr/>
        </p:nvSpPr>
        <p:spPr>
          <a:xfrm>
            <a:off x="3200400" y="1809750"/>
            <a:ext cx="790575" cy="342900"/>
          </a:xfrm>
          <a:prstGeom prst="roundRect">
            <a:avLst>
              <a:gd name="adj" fmla="val 50000"/>
            </a:avLst>
          </a:prstGeom>
          <a:solidFill>
            <a:srgbClr val="FCE6EF"/>
          </a:solidFill>
          <a:ln/>
        </p:spPr>
      </p:sp>
      <p:sp>
        <p:nvSpPr>
          <p:cNvPr id="7" name=""/>
          <p:cNvSpPr txBox="1"/>
          <p:nvPr/>
        </p:nvSpPr>
        <p:spPr>
          <a:xfrm>
            <a:off x="3352800" y="1857375"/>
            <a:ext cx="6762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C8417F"/>
                </a:solidFill>
                <a:latin typeface="Noto Sans JP"/>
                <a:ea typeface="Noto Sans JP"/>
              </a:rPr>
              <a:t>＋名詞</a:t>
            </a:r>
          </a:p>
        </p:txBody>
      </p:sp>
      <p:sp>
        <p:nvSpPr>
          <p:cNvPr id="8" name=""/>
          <p:cNvSpPr/>
          <p:nvPr/>
        </p:nvSpPr>
        <p:spPr>
          <a:xfrm>
            <a:off x="762000" y="2400300"/>
            <a:ext cx="10668000" cy="57150"/>
          </a:xfrm>
          <a:prstGeom prst="roundRect">
            <a:avLst>
              <a:gd name="adj" fmla="val 50000"/>
            </a:avLst>
          </a:prstGeom>
          <a:solidFill>
            <a:srgbClr val="F3A6C8"/>
          </a:solidFill>
          <a:ln/>
        </p:spPr>
      </p:sp>
      <p:sp>
        <p:nvSpPr>
          <p:cNvPr id="9" name=""/>
          <p:cNvSpPr txBox="1"/>
          <p:nvPr/>
        </p:nvSpPr>
        <p:spPr>
          <a:xfrm>
            <a:off x="762000" y="3038475"/>
            <a:ext cx="504825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1E1A1C"/>
                </a:solidFill>
                <a:latin typeface="Arial"/>
                <a:ea typeface="Arial"/>
              </a:rPr>
              <a:t>5-1</a:t>
            </a:r>
          </a:p>
        </p:txBody>
      </p:sp>
      <p:sp>
        <p:nvSpPr>
          <p:cNvPr id="10" name=""/>
          <p:cNvSpPr txBox="1"/>
          <p:nvPr/>
        </p:nvSpPr>
        <p:spPr>
          <a:xfrm>
            <a:off x="1600200" y="2857500"/>
            <a:ext cx="41624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00" b="1">
                <a:solidFill>
                  <a:srgbClr val="1E1A1C"/>
                </a:solidFill>
                <a:highlight>
                  <a:srgbClr val="F9D3E3"/>
                </a:highlight>
                <a:latin typeface="Arial"/>
                <a:ea typeface="Arial"/>
              </a:rPr>
              <a:t>I'm looking for</a:t>
            </a:r>
            <a:pPr/>
            <a:r>
              <a:rPr sz="2200" b="1">
                <a:solidFill>
                  <a:srgbClr val="1E1A1C"/>
                </a:solidFill>
                <a:latin typeface="Arial"/>
                <a:ea typeface="Arial"/>
              </a:rPr>
              <a:t> </a:t>
            </a:r>
            <a:pPr/>
            <a:r>
              <a:rPr sz="2200" b="1">
                <a:solidFill>
                  <a:srgbClr val="C8417F"/>
                </a:solidFill>
                <a:latin typeface="Arial"/>
                <a:ea typeface="Arial"/>
              </a:rPr>
              <a:t>a</a:t>
            </a:r>
            <a:pPr/>
            <a:r>
              <a:rPr sz="2200" b="1">
                <a:solidFill>
                  <a:srgbClr val="1E1A1C"/>
                </a:solidFill>
                <a:latin typeface="Arial"/>
                <a:ea typeface="Arial"/>
              </a:rPr>
              <a:t> bathroom.</a:t>
            </a:r>
          </a:p>
        </p:txBody>
      </p:sp>
      <p:sp>
        <p:nvSpPr>
          <p:cNvPr id="11" name=""/>
          <p:cNvSpPr txBox="1"/>
          <p:nvPr/>
        </p:nvSpPr>
        <p:spPr>
          <a:xfrm>
            <a:off x="1600200" y="3228975"/>
            <a:ext cx="40290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574D52"/>
                </a:solidFill>
                <a:latin typeface="Noto Sans JP"/>
                <a:ea typeface="Noto Sans JP"/>
              </a:rPr>
              <a:t>すいません、トイレ探してるんですけど</a:t>
            </a:r>
          </a:p>
        </p:txBody>
      </p:sp>
      <p:sp>
        <p:nvSpPr>
          <p:cNvPr id="12" name=""/>
          <p:cNvSpPr/>
          <p:nvPr/>
        </p:nvSpPr>
        <p:spPr>
          <a:xfrm>
            <a:off x="762000" y="3848100"/>
            <a:ext cx="6134100" cy="0"/>
          </a:xfrm>
          <a:prstGeom prst="line">
            <a:avLst/>
          </a:prstGeom>
          <a:noFill/>
          <a:ln w="19050">
            <a:solidFill>
              <a:srgbClr val="F2D5E1"/>
            </a:solidFill>
            <a:prstDash val="solid"/>
          </a:ln>
        </p:spPr>
      </p:sp>
      <p:sp>
        <p:nvSpPr>
          <p:cNvPr id="13" name=""/>
          <p:cNvSpPr txBox="1"/>
          <p:nvPr/>
        </p:nvSpPr>
        <p:spPr>
          <a:xfrm>
            <a:off x="762000" y="4352925"/>
            <a:ext cx="504825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1E1A1C"/>
                </a:solidFill>
                <a:latin typeface="Arial"/>
                <a:ea typeface="Arial"/>
              </a:rPr>
              <a:t>5-2</a:t>
            </a:r>
          </a:p>
        </p:txBody>
      </p:sp>
      <p:sp>
        <p:nvSpPr>
          <p:cNvPr id="14" name=""/>
          <p:cNvSpPr txBox="1"/>
          <p:nvPr/>
        </p:nvSpPr>
        <p:spPr>
          <a:xfrm>
            <a:off x="1600200" y="4181475"/>
            <a:ext cx="403860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00" b="1">
                <a:solidFill>
                  <a:srgbClr val="1E1A1C"/>
                </a:solidFill>
                <a:highlight>
                  <a:srgbClr val="F9D3E3"/>
                </a:highlight>
                <a:latin typeface="Arial"/>
                <a:ea typeface="Arial"/>
              </a:rPr>
              <a:t>I'm looking for</a:t>
            </a:r>
            <a:pPr/>
            <a:r>
              <a:rPr sz="2200" b="1">
                <a:solidFill>
                  <a:srgbClr val="1E1A1C"/>
                </a:solidFill>
                <a:latin typeface="Arial"/>
                <a:ea typeface="Arial"/>
              </a:rPr>
              <a:t> </a:t>
            </a:r>
            <a:pPr/>
            <a:r>
              <a:rPr sz="2200" b="1">
                <a:solidFill>
                  <a:srgbClr val="C8417F"/>
                </a:solidFill>
                <a:latin typeface="Arial"/>
                <a:ea typeface="Arial"/>
              </a:rPr>
              <a:t>the</a:t>
            </a:r>
            <a:pPr/>
            <a:r>
              <a:rPr sz="2200" b="1">
                <a:solidFill>
                  <a:srgbClr val="1E1A1C"/>
                </a:solidFill>
                <a:latin typeface="Arial"/>
                <a:ea typeface="Arial"/>
              </a:rPr>
              <a:t> station.</a:t>
            </a:r>
          </a:p>
        </p:txBody>
      </p:sp>
      <p:sp>
        <p:nvSpPr>
          <p:cNvPr id="15" name=""/>
          <p:cNvSpPr txBox="1"/>
          <p:nvPr/>
        </p:nvSpPr>
        <p:spPr>
          <a:xfrm>
            <a:off x="1600200" y="4552950"/>
            <a:ext cx="25050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574D52"/>
                </a:solidFill>
                <a:latin typeface="Noto Sans JP"/>
                <a:ea typeface="Noto Sans JP"/>
              </a:rPr>
              <a:t>駅を探してるんですけど</a:t>
            </a:r>
          </a:p>
        </p:txBody>
      </p:sp>
      <p:sp>
        <p:nvSpPr>
          <p:cNvPr id="16" name=""/>
          <p:cNvSpPr/>
          <p:nvPr/>
        </p:nvSpPr>
        <p:spPr>
          <a:xfrm>
            <a:off x="762000" y="5162550"/>
            <a:ext cx="6134100" cy="0"/>
          </a:xfrm>
          <a:prstGeom prst="line">
            <a:avLst/>
          </a:prstGeom>
          <a:noFill/>
          <a:ln w="19050">
            <a:solidFill>
              <a:srgbClr val="F2D5E1"/>
            </a:solidFill>
            <a:prstDash val="solid"/>
          </a:ln>
        </p:spPr>
      </p:sp>
      <p:sp>
        <p:nvSpPr>
          <p:cNvPr id="17" name=""/>
          <p:cNvSpPr txBox="1"/>
          <p:nvPr/>
        </p:nvSpPr>
        <p:spPr>
          <a:xfrm>
            <a:off x="762000" y="5676900"/>
            <a:ext cx="504825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1E1A1C"/>
                </a:solidFill>
                <a:latin typeface="Arial"/>
                <a:ea typeface="Arial"/>
              </a:rPr>
              <a:t>5-3</a:t>
            </a:r>
          </a:p>
        </p:txBody>
      </p:sp>
      <p:sp>
        <p:nvSpPr>
          <p:cNvPr id="18" name=""/>
          <p:cNvSpPr txBox="1"/>
          <p:nvPr/>
        </p:nvSpPr>
        <p:spPr>
          <a:xfrm>
            <a:off x="1600200" y="5505450"/>
            <a:ext cx="39338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00" b="1">
                <a:solidFill>
                  <a:srgbClr val="1E1A1C"/>
                </a:solidFill>
                <a:highlight>
                  <a:srgbClr val="F9D3E3"/>
                </a:highlight>
                <a:latin typeface="Arial"/>
                <a:ea typeface="Arial"/>
              </a:rPr>
              <a:t>I'm looking for</a:t>
            </a:r>
            <a:pPr/>
            <a:r>
              <a:rPr sz="2200" b="1">
                <a:solidFill>
                  <a:srgbClr val="1E1A1C"/>
                </a:solidFill>
                <a:latin typeface="Arial"/>
                <a:ea typeface="Arial"/>
              </a:rPr>
              <a:t> </a:t>
            </a:r>
            <a:pPr/>
            <a:r>
              <a:rPr sz="2200" b="1">
                <a:solidFill>
                  <a:srgbClr val="C8417F"/>
                </a:solidFill>
                <a:latin typeface="Arial"/>
                <a:ea typeface="Arial"/>
              </a:rPr>
              <a:t>my</a:t>
            </a:r>
            <a:pPr/>
            <a:r>
              <a:rPr sz="2200" b="1">
                <a:solidFill>
                  <a:srgbClr val="1E1A1C"/>
                </a:solidFill>
                <a:latin typeface="Arial"/>
                <a:ea typeface="Arial"/>
              </a:rPr>
              <a:t> phone.</a:t>
            </a:r>
          </a:p>
        </p:txBody>
      </p:sp>
      <p:sp>
        <p:nvSpPr>
          <p:cNvPr id="19" name=""/>
          <p:cNvSpPr txBox="1"/>
          <p:nvPr/>
        </p:nvSpPr>
        <p:spPr>
          <a:xfrm>
            <a:off x="1600200" y="5876925"/>
            <a:ext cx="228600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574D52"/>
                </a:solidFill>
                <a:latin typeface="Noto Sans JP"/>
                <a:ea typeface="Noto Sans JP"/>
              </a:rPr>
              <a:t>私の携帯を探してます</a:t>
            </a:r>
          </a:p>
        </p:txBody>
      </p:sp>
      <p:sp>
        <p:nvSpPr>
          <p:cNvPr id="20" name=""/>
          <p:cNvSpPr/>
          <p:nvPr/>
        </p:nvSpPr>
        <p:spPr>
          <a:xfrm>
            <a:off x="7239000" y="2724150"/>
            <a:ext cx="4191000" cy="3752850"/>
          </a:xfrm>
          <a:prstGeom prst="roundRect">
            <a:avLst>
              <a:gd name="adj" fmla="val 5076"/>
            </a:avLst>
          </a:prstGeom>
          <a:solidFill>
            <a:srgbClr val="FFFFFF"/>
          </a:solidFill>
          <a:ln w="19050">
            <a:solidFill>
              <a:srgbClr val="F2D5E1"/>
            </a:solidFill>
            <a:prstDash val="solid"/>
          </a:ln>
        </p:spPr>
      </p:sp>
      <p:sp>
        <p:nvSpPr>
          <p:cNvPr id="21" name=""/>
          <p:cNvSpPr txBox="1"/>
          <p:nvPr/>
        </p:nvSpPr>
        <p:spPr>
          <a:xfrm>
            <a:off x="8096250" y="2971800"/>
            <a:ext cx="2247900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1E1A1C"/>
                </a:solidFill>
                <a:latin typeface="Noto Sans JP"/>
                <a:ea typeface="Noto Sans JP"/>
              </a:rPr>
              <a:t>冠詞 the と a の違い</a:t>
            </a:r>
          </a:p>
        </p:txBody>
      </p:sp>
      <p:sp>
        <p:nvSpPr>
          <p:cNvPr id="22" name=""/>
          <p:cNvSpPr/>
          <p:nvPr/>
        </p:nvSpPr>
        <p:spPr>
          <a:xfrm>
            <a:off x="7524750" y="2971800"/>
            <a:ext cx="476250" cy="276225"/>
          </a:xfrm>
          <a:prstGeom prst="roundRect">
            <a:avLst>
              <a:gd name="adj" fmla="val 20690"/>
            </a:avLst>
          </a:prstGeom>
          <a:solidFill>
            <a:srgbClr val="C8417F"/>
          </a:solidFill>
          <a:ln/>
        </p:spPr>
      </p:sp>
      <p:sp>
        <p:nvSpPr>
          <p:cNvPr id="23" name=""/>
          <p:cNvSpPr txBox="1"/>
          <p:nvPr/>
        </p:nvSpPr>
        <p:spPr>
          <a:xfrm>
            <a:off x="7629525" y="3009900"/>
            <a:ext cx="419100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>
                <a:solidFill>
                  <a:srgbClr val="FFFFFF"/>
                </a:solidFill>
                <a:latin typeface="Noto Sans JP"/>
                <a:ea typeface="Noto Sans JP"/>
              </a:rPr>
              <a:t>文法</a:t>
            </a:r>
          </a:p>
        </p:txBody>
      </p:sp>
      <p:sp>
        <p:nvSpPr>
          <p:cNvPr id="24" name=""/>
          <p:cNvSpPr/>
          <p:nvPr/>
        </p:nvSpPr>
        <p:spPr>
          <a:xfrm>
            <a:off x="7524750" y="3429000"/>
            <a:ext cx="723900" cy="628650"/>
          </a:xfrm>
          <a:prstGeom prst="roundRect">
            <a:avLst>
              <a:gd name="adj" fmla="val 24242"/>
            </a:avLst>
          </a:prstGeom>
          <a:solidFill>
            <a:srgbClr val="FCE6EF"/>
          </a:solidFill>
          <a:ln/>
        </p:spPr>
      </p:sp>
      <p:sp>
        <p:nvSpPr>
          <p:cNvPr id="25" name=""/>
          <p:cNvSpPr txBox="1"/>
          <p:nvPr/>
        </p:nvSpPr>
        <p:spPr>
          <a:xfrm>
            <a:off x="7600950" y="3590925"/>
            <a:ext cx="571500" cy="2952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2100" b="1">
                <a:solidFill>
                  <a:srgbClr val="C8417F"/>
                </a:solidFill>
                <a:latin typeface="Arial"/>
                <a:ea typeface="Arial"/>
              </a:rPr>
              <a:t>the</a:t>
            </a:r>
          </a:p>
        </p:txBody>
      </p:sp>
      <p:sp>
        <p:nvSpPr>
          <p:cNvPr id="26" name=""/>
          <p:cNvSpPr txBox="1"/>
          <p:nvPr/>
        </p:nvSpPr>
        <p:spPr>
          <a:xfrm>
            <a:off x="8401050" y="3457575"/>
            <a:ext cx="12096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1E1A1C"/>
                </a:solidFill>
                <a:latin typeface="Noto Sans JP"/>
                <a:ea typeface="Noto Sans JP"/>
              </a:rPr>
              <a:t>特定の場所</a:t>
            </a:r>
          </a:p>
        </p:txBody>
      </p:sp>
      <p:sp>
        <p:nvSpPr>
          <p:cNvPr id="27" name=""/>
          <p:cNvSpPr txBox="1"/>
          <p:nvPr/>
        </p:nvSpPr>
        <p:spPr>
          <a:xfrm>
            <a:off x="8401050" y="3810000"/>
            <a:ext cx="2886075" cy="2095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574D52"/>
                </a:solidFill>
                <a:latin typeface="Arial"/>
                <a:ea typeface="Arial"/>
              </a:rPr>
              <a:t>I'm looking for </a:t>
            </a:r>
            <a:pPr/>
            <a:r>
              <a:rPr sz="1500" b="1">
                <a:solidFill>
                  <a:srgbClr val="C8417F"/>
                </a:solidFill>
                <a:latin typeface="Arial"/>
                <a:ea typeface="Arial"/>
              </a:rPr>
              <a:t>the</a:t>
            </a:r>
            <a:pPr/>
            <a:r>
              <a:rPr sz="1500" b="1">
                <a:solidFill>
                  <a:srgbClr val="574D52"/>
                </a:solidFill>
                <a:latin typeface="Arial"/>
                <a:ea typeface="Arial"/>
              </a:rPr>
              <a:t> station.</a:t>
            </a:r>
          </a:p>
        </p:txBody>
      </p:sp>
      <p:sp>
        <p:nvSpPr>
          <p:cNvPr id="28" name=""/>
          <p:cNvSpPr/>
          <p:nvPr/>
        </p:nvSpPr>
        <p:spPr>
          <a:xfrm>
            <a:off x="7524750" y="4229100"/>
            <a:ext cx="723900" cy="628650"/>
          </a:xfrm>
          <a:prstGeom prst="roundRect">
            <a:avLst>
              <a:gd name="adj" fmla="val 24242"/>
            </a:avLst>
          </a:prstGeom>
          <a:solidFill>
            <a:srgbClr val="FCE6EF"/>
          </a:solidFill>
          <a:ln/>
        </p:spPr>
      </p:sp>
      <p:sp>
        <p:nvSpPr>
          <p:cNvPr id="29" name=""/>
          <p:cNvSpPr txBox="1"/>
          <p:nvPr/>
        </p:nvSpPr>
        <p:spPr>
          <a:xfrm>
            <a:off x="7743825" y="4391025"/>
            <a:ext cx="285750" cy="2952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2100" b="1">
                <a:solidFill>
                  <a:srgbClr val="C8417F"/>
                </a:solidFill>
                <a:latin typeface="Arial"/>
                <a:ea typeface="Arial"/>
              </a:rPr>
              <a:t>a</a:t>
            </a:r>
          </a:p>
        </p:txBody>
      </p:sp>
      <p:sp>
        <p:nvSpPr>
          <p:cNvPr id="30" name=""/>
          <p:cNvSpPr txBox="1"/>
          <p:nvPr/>
        </p:nvSpPr>
        <p:spPr>
          <a:xfrm>
            <a:off x="8401050" y="4257675"/>
            <a:ext cx="142875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1E1A1C"/>
                </a:solidFill>
                <a:latin typeface="Noto Sans JP"/>
                <a:ea typeface="Noto Sans JP"/>
              </a:rPr>
              <a:t>一般的なもの</a:t>
            </a:r>
          </a:p>
        </p:txBody>
      </p:sp>
      <p:sp>
        <p:nvSpPr>
          <p:cNvPr id="31" name=""/>
          <p:cNvSpPr txBox="1"/>
          <p:nvPr/>
        </p:nvSpPr>
        <p:spPr>
          <a:xfrm>
            <a:off x="8401050" y="4610100"/>
            <a:ext cx="2962275" cy="2095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574D52"/>
                </a:solidFill>
                <a:latin typeface="Arial"/>
                <a:ea typeface="Arial"/>
              </a:rPr>
              <a:t>I'm looking for </a:t>
            </a:r>
            <a:pPr/>
            <a:r>
              <a:rPr sz="1500" b="1">
                <a:solidFill>
                  <a:srgbClr val="C8417F"/>
                </a:solidFill>
                <a:latin typeface="Arial"/>
                <a:ea typeface="Arial"/>
              </a:rPr>
              <a:t>a</a:t>
            </a:r>
            <a:pPr/>
            <a:r>
              <a:rPr sz="1500" b="1">
                <a:solidFill>
                  <a:srgbClr val="574D52"/>
                </a:solidFill>
                <a:latin typeface="Arial"/>
                <a:ea typeface="Arial"/>
              </a:rPr>
              <a:t> bathroom.</a:t>
            </a:r>
          </a:p>
        </p:txBody>
      </p:sp>
      <p:sp>
        <p:nvSpPr>
          <p:cNvPr id="32" name=""/>
          <p:cNvSpPr/>
          <p:nvPr/>
        </p:nvSpPr>
        <p:spPr>
          <a:xfrm>
            <a:off x="7524750" y="5038725"/>
            <a:ext cx="3619500" cy="0"/>
          </a:xfrm>
          <a:prstGeom prst="line">
            <a:avLst/>
          </a:prstGeom>
          <a:noFill/>
          <a:ln w="19050">
            <a:solidFill>
              <a:srgbClr val="F2D5E1"/>
            </a:solidFill>
            <a:prstDash val="dash"/>
          </a:ln>
        </p:spPr>
      </p:sp>
      <p:sp>
        <p:nvSpPr>
          <p:cNvPr id="33" name=""/>
          <p:cNvSpPr txBox="1"/>
          <p:nvPr/>
        </p:nvSpPr>
        <p:spPr>
          <a:xfrm>
            <a:off x="7524750" y="5229225"/>
            <a:ext cx="36766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17F"/>
                </a:solidFill>
                <a:latin typeface="Noto Sans JP"/>
                <a:ea typeface="Noto Sans JP"/>
              </a:rPr>
              <a:t>The</a:t>
            </a:r>
            <a:pPr/>
            <a:r>
              <a:rPr sz="1350" b="1">
                <a:solidFill>
                  <a:srgbClr val="574D52"/>
                </a:solidFill>
                <a:latin typeface="Noto Sans JP"/>
                <a:ea typeface="Noto Sans JP"/>
              </a:rPr>
              <a:t> は世界遺産などの固有名詞にも使う</a:t>
            </a:r>
          </a:p>
        </p:txBody>
      </p:sp>
      <p:sp>
        <p:nvSpPr>
          <p:cNvPr id="34" name=""/>
          <p:cNvSpPr txBox="1"/>
          <p:nvPr/>
        </p:nvSpPr>
        <p:spPr>
          <a:xfrm>
            <a:off x="7524750" y="5619750"/>
            <a:ext cx="4124325" cy="2190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C8417F"/>
                </a:solidFill>
                <a:latin typeface="Arial"/>
                <a:ea typeface="Arial"/>
              </a:rPr>
              <a:t>The</a:t>
            </a:r>
            <a:pPr/>
            <a:r>
              <a:rPr sz="1600" b="1">
                <a:solidFill>
                  <a:srgbClr val="1E1A1C"/>
                </a:solidFill>
                <a:latin typeface="Arial"/>
                <a:ea typeface="Arial"/>
              </a:rPr>
              <a:t> Eiffel Tower </a:t>
            </a:r>
            <a:pPr/>
            <a:r>
              <a:rPr sz="1600" b="1">
                <a:solidFill>
                  <a:srgbClr val="1E1A1C"/>
                </a:solidFill>
                <a:latin typeface="Noto Sans JP"/>
                <a:ea typeface="Noto Sans JP"/>
              </a:rPr>
              <a:t>／</a:t>
            </a:r>
            <a:pPr/>
            <a:r>
              <a:rPr sz="1600" b="1">
                <a:solidFill>
                  <a:srgbClr val="1E1A1C"/>
                </a:solidFill>
                <a:latin typeface="Arial"/>
                <a:ea typeface="Arial"/>
              </a:rPr>
              <a:t> </a:t>
            </a:r>
            <a:pPr/>
            <a:r>
              <a:rPr sz="1600" b="1">
                <a:solidFill>
                  <a:srgbClr val="C8417F"/>
                </a:solidFill>
                <a:latin typeface="Arial"/>
                <a:ea typeface="Arial"/>
              </a:rPr>
              <a:t>The</a:t>
            </a:r>
            <a:pPr/>
            <a:r>
              <a:rPr sz="1600" b="1">
                <a:solidFill>
                  <a:srgbClr val="1E1A1C"/>
                </a:solidFill>
                <a:latin typeface="Arial"/>
                <a:ea typeface="Arial"/>
              </a:rPr>
              <a:t> Tokyo Tower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D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7810500" y="0"/>
            <a:ext cx="4381500" cy="3143250"/>
          </a:xfrm>
          <a:custGeom>
            <a:avLst/>
            <a:gdLst/>
            <a:ahLst/>
            <a:cxnLst/>
            <a:rect l="l" t="t" r="r" b="b"/>
            <a:pathLst>
              <a:path w="4381500" h="3143250">
                <a:moveTo>
                  <a:pt x="0" y="0"/>
                </a:moveTo>
                <a:cubicBezTo>
                  <a:pt x="381000" y="914400"/>
                  <a:pt x="1314450" y="1428750"/>
                  <a:pt x="2324100" y="1524000"/>
                </a:cubicBezTo>
                <a:cubicBezTo>
                  <a:pt x="3352800" y="1619250"/>
                  <a:pt x="4038600" y="2209800"/>
                  <a:pt x="4381500" y="3143250"/>
                </a:cubicBezTo>
                <a:lnTo>
                  <a:pt x="4381500" y="0"/>
                </a:lnTo>
                <a:close/>
              </a:path>
            </a:pathLst>
          </a:custGeom>
          <a:solidFill>
            <a:srgbClr val="FBE1E9"/>
          </a:solidFill>
          <a:ln/>
        </p:spPr>
      </p:sp>
      <p:sp>
        <p:nvSpPr>
          <p:cNvPr id="3" name=""/>
          <p:cNvSpPr txBox="1"/>
          <p:nvPr/>
        </p:nvSpPr>
        <p:spPr>
          <a:xfrm>
            <a:off x="762000" y="314325"/>
            <a:ext cx="419100" cy="552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900" b="1">
                <a:solidFill>
                  <a:srgbClr val="1E1A1C"/>
                </a:solidFill>
                <a:latin typeface="Arial"/>
                <a:ea typeface="Arial"/>
              </a:rPr>
              <a:t>6</a:t>
            </a:r>
          </a:p>
        </p:txBody>
      </p:sp>
      <p:sp>
        <p:nvSpPr>
          <p:cNvPr id="4" name=""/>
          <p:cNvSpPr txBox="1"/>
          <p:nvPr/>
        </p:nvSpPr>
        <p:spPr>
          <a:xfrm>
            <a:off x="762000" y="1038225"/>
            <a:ext cx="2686050" cy="619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350" b="1">
                <a:solidFill>
                  <a:srgbClr val="1E1A1C"/>
                </a:solidFill>
                <a:latin typeface="Arial"/>
                <a:ea typeface="Arial"/>
              </a:rPr>
              <a:t>I might </a:t>
            </a:r>
            <a:pPr/>
            <a:r>
              <a:rPr sz="4350" b="1">
                <a:solidFill>
                  <a:srgbClr val="C8417F"/>
                </a:solidFill>
                <a:latin typeface="Arial"/>
                <a:ea typeface="Arial"/>
              </a:rPr>
              <a:t>~</a:t>
            </a:r>
          </a:p>
        </p:txBody>
      </p:sp>
      <p:sp>
        <p:nvSpPr>
          <p:cNvPr id="5" name=""/>
          <p:cNvSpPr txBox="1"/>
          <p:nvPr/>
        </p:nvSpPr>
        <p:spPr>
          <a:xfrm>
            <a:off x="762000" y="1771650"/>
            <a:ext cx="3400425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E1A1C"/>
                </a:solidFill>
                <a:latin typeface="Noto Sans JP"/>
                <a:ea typeface="Noto Sans JP"/>
              </a:rPr>
              <a:t>〇〇するかもしれない</a:t>
            </a:r>
          </a:p>
        </p:txBody>
      </p:sp>
      <p:sp>
        <p:nvSpPr>
          <p:cNvPr id="6" name=""/>
          <p:cNvSpPr/>
          <p:nvPr/>
        </p:nvSpPr>
        <p:spPr>
          <a:xfrm>
            <a:off x="3790950" y="1809750"/>
            <a:ext cx="1276350" cy="342900"/>
          </a:xfrm>
          <a:prstGeom prst="roundRect">
            <a:avLst>
              <a:gd name="adj" fmla="val 50000"/>
            </a:avLst>
          </a:prstGeom>
          <a:solidFill>
            <a:srgbClr val="FCE6EF"/>
          </a:solidFill>
          <a:ln/>
        </p:spPr>
      </p:sp>
      <p:sp>
        <p:nvSpPr>
          <p:cNvPr id="7" name=""/>
          <p:cNvSpPr txBox="1"/>
          <p:nvPr/>
        </p:nvSpPr>
        <p:spPr>
          <a:xfrm>
            <a:off x="3943350" y="1857375"/>
            <a:ext cx="12287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C8417F"/>
                </a:solidFill>
                <a:latin typeface="Noto Sans JP"/>
                <a:ea typeface="Noto Sans JP"/>
              </a:rPr>
              <a:t>＋動詞の原形</a:t>
            </a:r>
          </a:p>
        </p:txBody>
      </p:sp>
      <p:sp>
        <p:nvSpPr>
          <p:cNvPr id="8" name=""/>
          <p:cNvSpPr/>
          <p:nvPr/>
        </p:nvSpPr>
        <p:spPr>
          <a:xfrm>
            <a:off x="762000" y="2305050"/>
            <a:ext cx="476250" cy="276225"/>
          </a:xfrm>
          <a:prstGeom prst="roundRect">
            <a:avLst>
              <a:gd name="adj" fmla="val 20690"/>
            </a:avLst>
          </a:prstGeom>
          <a:solidFill>
            <a:srgbClr val="1E1A1C"/>
          </a:solidFill>
          <a:ln/>
        </p:spPr>
      </p:sp>
      <p:sp>
        <p:nvSpPr>
          <p:cNvPr id="9" name=""/>
          <p:cNvSpPr txBox="1"/>
          <p:nvPr/>
        </p:nvSpPr>
        <p:spPr>
          <a:xfrm>
            <a:off x="866775" y="2343150"/>
            <a:ext cx="419100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>
                <a:solidFill>
                  <a:srgbClr val="FFFFFF"/>
                </a:solidFill>
                <a:latin typeface="Noto Sans JP"/>
                <a:ea typeface="Noto Sans JP"/>
              </a:rPr>
              <a:t>否定</a:t>
            </a:r>
          </a:p>
        </p:txBody>
      </p:sp>
      <p:sp>
        <p:nvSpPr>
          <p:cNvPr id="10" name=""/>
          <p:cNvSpPr txBox="1"/>
          <p:nvPr/>
        </p:nvSpPr>
        <p:spPr>
          <a:xfrm>
            <a:off x="1371600" y="2305050"/>
            <a:ext cx="1733550" cy="2667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>
                <a:solidFill>
                  <a:srgbClr val="1E1A1C"/>
                </a:solidFill>
                <a:latin typeface="Arial"/>
                <a:ea typeface="Arial"/>
              </a:rPr>
              <a:t>I might not ~</a:t>
            </a:r>
          </a:p>
        </p:txBody>
      </p:sp>
      <p:sp>
        <p:nvSpPr>
          <p:cNvPr id="11" name=""/>
          <p:cNvSpPr txBox="1"/>
          <p:nvPr/>
        </p:nvSpPr>
        <p:spPr>
          <a:xfrm>
            <a:off x="2914650" y="2305050"/>
            <a:ext cx="16478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574D52"/>
                </a:solidFill>
                <a:latin typeface="Noto Sans JP"/>
                <a:ea typeface="Noto Sans JP"/>
              </a:rPr>
              <a:t>〇〇しないかも</a:t>
            </a:r>
          </a:p>
        </p:txBody>
      </p:sp>
      <p:sp>
        <p:nvSpPr>
          <p:cNvPr id="12" name=""/>
          <p:cNvSpPr/>
          <p:nvPr/>
        </p:nvSpPr>
        <p:spPr>
          <a:xfrm>
            <a:off x="762000" y="2790825"/>
            <a:ext cx="10668000" cy="57150"/>
          </a:xfrm>
          <a:prstGeom prst="roundRect">
            <a:avLst>
              <a:gd name="adj" fmla="val 50000"/>
            </a:avLst>
          </a:prstGeom>
          <a:solidFill>
            <a:srgbClr val="F3A6C8"/>
          </a:solidFill>
          <a:ln/>
        </p:spPr>
      </p:sp>
      <p:sp>
        <p:nvSpPr>
          <p:cNvPr id="13" name=""/>
          <p:cNvSpPr txBox="1"/>
          <p:nvPr/>
        </p:nvSpPr>
        <p:spPr>
          <a:xfrm>
            <a:off x="762000" y="3362325"/>
            <a:ext cx="504825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1E1A1C"/>
                </a:solidFill>
                <a:latin typeface="Arial"/>
                <a:ea typeface="Arial"/>
              </a:rPr>
              <a:t>6-1</a:t>
            </a:r>
          </a:p>
        </p:txBody>
      </p:sp>
      <p:sp>
        <p:nvSpPr>
          <p:cNvPr id="14" name=""/>
          <p:cNvSpPr txBox="1"/>
          <p:nvPr/>
        </p:nvSpPr>
        <p:spPr>
          <a:xfrm>
            <a:off x="1600200" y="3324225"/>
            <a:ext cx="377190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500" b="1">
                <a:solidFill>
                  <a:srgbClr val="1E1A1C"/>
                </a:solidFill>
                <a:highlight>
                  <a:srgbClr val="F9D3E3"/>
                </a:highlight>
                <a:latin typeface="Arial"/>
                <a:ea typeface="Arial"/>
              </a:rPr>
              <a:t>I might</a:t>
            </a:r>
            <a:pPr/>
            <a:r>
              <a:rPr sz="2500" b="1">
                <a:solidFill>
                  <a:srgbClr val="1E1A1C"/>
                </a:solidFill>
                <a:latin typeface="Arial"/>
                <a:ea typeface="Arial"/>
              </a:rPr>
              <a:t> </a:t>
            </a:r>
            <a:pPr/>
            <a:r>
              <a:rPr sz="2500" b="1">
                <a:solidFill>
                  <a:srgbClr val="C8417F"/>
                </a:solidFill>
                <a:latin typeface="Arial"/>
                <a:ea typeface="Arial"/>
              </a:rPr>
              <a:t>eat</a:t>
            </a:r>
            <a:pPr/>
            <a:r>
              <a:rPr sz="2500" b="1">
                <a:solidFill>
                  <a:srgbClr val="1E1A1C"/>
                </a:solidFill>
                <a:latin typeface="Arial"/>
                <a:ea typeface="Arial"/>
              </a:rPr>
              <a:t> a cupcake.</a:t>
            </a:r>
          </a:p>
        </p:txBody>
      </p:sp>
      <p:sp>
        <p:nvSpPr>
          <p:cNvPr id="15" name=""/>
          <p:cNvSpPr txBox="1"/>
          <p:nvPr/>
        </p:nvSpPr>
        <p:spPr>
          <a:xfrm>
            <a:off x="7810500" y="3343275"/>
            <a:ext cx="276225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574D52"/>
                </a:solidFill>
                <a:latin typeface="Noto Sans JP"/>
                <a:ea typeface="Noto Sans JP"/>
              </a:rPr>
              <a:t>カップケーキ食べるかも</a:t>
            </a:r>
          </a:p>
        </p:txBody>
      </p:sp>
      <p:sp>
        <p:nvSpPr>
          <p:cNvPr id="16" name=""/>
          <p:cNvSpPr/>
          <p:nvPr/>
        </p:nvSpPr>
        <p:spPr>
          <a:xfrm>
            <a:off x="762000" y="4105275"/>
            <a:ext cx="10668000" cy="0"/>
          </a:xfrm>
          <a:prstGeom prst="line">
            <a:avLst/>
          </a:prstGeom>
          <a:noFill/>
          <a:ln w="19050">
            <a:solidFill>
              <a:srgbClr val="F2D5E1"/>
            </a:solidFill>
            <a:prstDash val="solid"/>
          </a:ln>
        </p:spPr>
      </p:sp>
      <p:sp>
        <p:nvSpPr>
          <p:cNvPr id="17" name=""/>
          <p:cNvSpPr txBox="1"/>
          <p:nvPr/>
        </p:nvSpPr>
        <p:spPr>
          <a:xfrm>
            <a:off x="762000" y="4552950"/>
            <a:ext cx="504825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1E1A1C"/>
                </a:solidFill>
                <a:latin typeface="Arial"/>
                <a:ea typeface="Arial"/>
              </a:rPr>
              <a:t>6-2</a:t>
            </a:r>
          </a:p>
        </p:txBody>
      </p:sp>
      <p:sp>
        <p:nvSpPr>
          <p:cNvPr id="18" name=""/>
          <p:cNvSpPr txBox="1"/>
          <p:nvPr/>
        </p:nvSpPr>
        <p:spPr>
          <a:xfrm>
            <a:off x="1600200" y="4514850"/>
            <a:ext cx="25812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500" b="1">
                <a:solidFill>
                  <a:srgbClr val="1E1A1C"/>
                </a:solidFill>
                <a:highlight>
                  <a:srgbClr val="F9D3E3"/>
                </a:highlight>
                <a:latin typeface="Arial"/>
                <a:ea typeface="Arial"/>
              </a:rPr>
              <a:t>I might</a:t>
            </a:r>
            <a:pPr/>
            <a:r>
              <a:rPr sz="2500" b="1">
                <a:solidFill>
                  <a:srgbClr val="1E1A1C"/>
                </a:solidFill>
                <a:latin typeface="Arial"/>
                <a:ea typeface="Arial"/>
              </a:rPr>
              <a:t> </a:t>
            </a:r>
            <a:pPr/>
            <a:r>
              <a:rPr sz="2500" b="1">
                <a:solidFill>
                  <a:srgbClr val="C8417F"/>
                </a:solidFill>
                <a:latin typeface="Arial"/>
                <a:ea typeface="Arial"/>
              </a:rPr>
              <a:t>be</a:t>
            </a:r>
            <a:pPr/>
            <a:r>
              <a:rPr sz="2500" b="1">
                <a:solidFill>
                  <a:srgbClr val="1E1A1C"/>
                </a:solidFill>
                <a:latin typeface="Arial"/>
                <a:ea typeface="Arial"/>
              </a:rPr>
              <a:t> late.</a:t>
            </a:r>
          </a:p>
        </p:txBody>
      </p:sp>
      <p:sp>
        <p:nvSpPr>
          <p:cNvPr id="19" name=""/>
          <p:cNvSpPr txBox="1"/>
          <p:nvPr/>
        </p:nvSpPr>
        <p:spPr>
          <a:xfrm>
            <a:off x="7810500" y="4362450"/>
            <a:ext cx="228600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574D52"/>
                </a:solidFill>
                <a:latin typeface="Noto Sans JP"/>
                <a:ea typeface="Noto Sans JP"/>
              </a:rPr>
              <a:t>ちょっと遅れるかも</a:t>
            </a:r>
          </a:p>
        </p:txBody>
      </p:sp>
      <p:sp>
        <p:nvSpPr>
          <p:cNvPr id="20" name=""/>
          <p:cNvSpPr/>
          <p:nvPr/>
        </p:nvSpPr>
        <p:spPr>
          <a:xfrm>
            <a:off x="7810500" y="4733925"/>
            <a:ext cx="1847850" cy="295275"/>
          </a:xfrm>
          <a:prstGeom prst="roundRect">
            <a:avLst>
              <a:gd name="adj" fmla="val 25806"/>
            </a:avLst>
          </a:prstGeom>
          <a:solidFill>
            <a:srgbClr val="FFFFFF"/>
          </a:solidFill>
          <a:ln w="19050">
            <a:solidFill>
              <a:srgbClr val="F2D5E1"/>
            </a:solidFill>
            <a:prstDash val="solid"/>
          </a:ln>
        </p:spPr>
      </p:sp>
      <p:sp>
        <p:nvSpPr>
          <p:cNvPr id="21" name=""/>
          <p:cNvSpPr txBox="1"/>
          <p:nvPr/>
        </p:nvSpPr>
        <p:spPr>
          <a:xfrm>
            <a:off x="7924800" y="4772025"/>
            <a:ext cx="198120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574D52"/>
                </a:solidFill>
                <a:latin typeface="Noto Sans JP"/>
                <a:ea typeface="Noto Sans JP"/>
              </a:rPr>
              <a:t>late ＝ 遅れる〈形容詞〉</a:t>
            </a:r>
          </a:p>
        </p:txBody>
      </p:sp>
      <p:sp>
        <p:nvSpPr>
          <p:cNvPr id="22" name=""/>
          <p:cNvSpPr/>
          <p:nvPr/>
        </p:nvSpPr>
        <p:spPr>
          <a:xfrm>
            <a:off x="762000" y="5295900"/>
            <a:ext cx="10668000" cy="0"/>
          </a:xfrm>
          <a:prstGeom prst="line">
            <a:avLst/>
          </a:prstGeom>
          <a:noFill/>
          <a:ln w="19050">
            <a:solidFill>
              <a:srgbClr val="F2D5E1"/>
            </a:solidFill>
            <a:prstDash val="solid"/>
          </a:ln>
        </p:spPr>
      </p:sp>
      <p:sp>
        <p:nvSpPr>
          <p:cNvPr id="23" name=""/>
          <p:cNvSpPr txBox="1"/>
          <p:nvPr/>
        </p:nvSpPr>
        <p:spPr>
          <a:xfrm>
            <a:off x="762000" y="5743575"/>
            <a:ext cx="504825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1E1A1C"/>
                </a:solidFill>
                <a:latin typeface="Arial"/>
                <a:ea typeface="Arial"/>
              </a:rPr>
              <a:t>6-3</a:t>
            </a:r>
          </a:p>
        </p:txBody>
      </p:sp>
      <p:sp>
        <p:nvSpPr>
          <p:cNvPr id="24" name=""/>
          <p:cNvSpPr txBox="1"/>
          <p:nvPr/>
        </p:nvSpPr>
        <p:spPr>
          <a:xfrm>
            <a:off x="1600200" y="5705475"/>
            <a:ext cx="35623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500" b="1">
                <a:solidFill>
                  <a:srgbClr val="1E1A1C"/>
                </a:solidFill>
                <a:highlight>
                  <a:srgbClr val="F9D3E3"/>
                </a:highlight>
                <a:latin typeface="Arial"/>
                <a:ea typeface="Arial"/>
              </a:rPr>
              <a:t>I might not</a:t>
            </a:r>
            <a:pPr/>
            <a:r>
              <a:rPr sz="2500" b="1">
                <a:solidFill>
                  <a:srgbClr val="1E1A1C"/>
                </a:solidFill>
                <a:latin typeface="Arial"/>
                <a:ea typeface="Arial"/>
              </a:rPr>
              <a:t> </a:t>
            </a:r>
            <a:pPr/>
            <a:r>
              <a:rPr sz="2500" b="1">
                <a:solidFill>
                  <a:srgbClr val="C8417F"/>
                </a:solidFill>
                <a:latin typeface="Arial"/>
                <a:ea typeface="Arial"/>
              </a:rPr>
              <a:t>go</a:t>
            </a:r>
            <a:pPr/>
            <a:r>
              <a:rPr sz="2500" b="1">
                <a:solidFill>
                  <a:srgbClr val="1E1A1C"/>
                </a:solidFill>
                <a:latin typeface="Arial"/>
                <a:ea typeface="Arial"/>
              </a:rPr>
              <a:t> today.</a:t>
            </a:r>
          </a:p>
        </p:txBody>
      </p:sp>
      <p:sp>
        <p:nvSpPr>
          <p:cNvPr id="25" name=""/>
          <p:cNvSpPr txBox="1"/>
          <p:nvPr/>
        </p:nvSpPr>
        <p:spPr>
          <a:xfrm>
            <a:off x="7810500" y="5734050"/>
            <a:ext cx="228600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574D52"/>
                </a:solidFill>
                <a:latin typeface="Noto Sans JP"/>
                <a:ea typeface="Noto Sans JP"/>
              </a:rPr>
              <a:t>今日は行かないかも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D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7810500" y="0"/>
            <a:ext cx="4381500" cy="3143250"/>
          </a:xfrm>
          <a:custGeom>
            <a:avLst/>
            <a:gdLst/>
            <a:ahLst/>
            <a:cxnLst/>
            <a:rect l="l" t="t" r="r" b="b"/>
            <a:pathLst>
              <a:path w="4381500" h="3143250">
                <a:moveTo>
                  <a:pt x="0" y="0"/>
                </a:moveTo>
                <a:cubicBezTo>
                  <a:pt x="381000" y="914400"/>
                  <a:pt x="1314450" y="1428750"/>
                  <a:pt x="2324100" y="1524000"/>
                </a:cubicBezTo>
                <a:cubicBezTo>
                  <a:pt x="3352800" y="1619250"/>
                  <a:pt x="4038600" y="2209800"/>
                  <a:pt x="4381500" y="3143250"/>
                </a:cubicBezTo>
                <a:lnTo>
                  <a:pt x="4381500" y="0"/>
                </a:lnTo>
                <a:close/>
              </a:path>
            </a:pathLst>
          </a:custGeom>
          <a:solidFill>
            <a:srgbClr val="FBE1E9"/>
          </a:solidFill>
          <a:ln/>
        </p:spPr>
      </p:sp>
      <p:sp>
        <p:nvSpPr>
          <p:cNvPr id="3" name=""/>
          <p:cNvSpPr txBox="1"/>
          <p:nvPr/>
        </p:nvSpPr>
        <p:spPr>
          <a:xfrm>
            <a:off x="762000" y="314325"/>
            <a:ext cx="419100" cy="552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900" b="1">
                <a:solidFill>
                  <a:srgbClr val="1E1A1C"/>
                </a:solidFill>
                <a:latin typeface="Arial"/>
                <a:ea typeface="Arial"/>
              </a:rPr>
              <a:t>7</a:t>
            </a:r>
          </a:p>
        </p:txBody>
      </p:sp>
      <p:sp>
        <p:nvSpPr>
          <p:cNvPr id="4" name=""/>
          <p:cNvSpPr txBox="1"/>
          <p:nvPr/>
        </p:nvSpPr>
        <p:spPr>
          <a:xfrm>
            <a:off x="762000" y="1038225"/>
            <a:ext cx="5676900" cy="619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350" b="1">
                <a:solidFill>
                  <a:srgbClr val="1E1A1C"/>
                </a:solidFill>
                <a:latin typeface="Arial"/>
                <a:ea typeface="Arial"/>
              </a:rPr>
              <a:t>Do you mind if I </a:t>
            </a:r>
            <a:pPr/>
            <a:r>
              <a:rPr sz="4350" b="1">
                <a:solidFill>
                  <a:srgbClr val="C8417F"/>
                </a:solidFill>
                <a:latin typeface="Arial"/>
                <a:ea typeface="Arial"/>
              </a:rPr>
              <a:t>~</a:t>
            </a:r>
            <a:pPr/>
            <a:r>
              <a:rPr sz="4350" b="1">
                <a:solidFill>
                  <a:srgbClr val="1E1A1C"/>
                </a:solidFill>
                <a:latin typeface="Arial"/>
                <a:ea typeface="Arial"/>
              </a:rPr>
              <a:t>?</a:t>
            </a:r>
          </a:p>
        </p:txBody>
      </p:sp>
      <p:sp>
        <p:nvSpPr>
          <p:cNvPr id="5" name=""/>
          <p:cNvSpPr txBox="1"/>
          <p:nvPr/>
        </p:nvSpPr>
        <p:spPr>
          <a:xfrm>
            <a:off x="762000" y="1771650"/>
            <a:ext cx="7924800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E1A1C"/>
                </a:solidFill>
                <a:latin typeface="Noto Sans JP"/>
                <a:ea typeface="Noto Sans JP"/>
              </a:rPr>
              <a:t>〇〇してもいいですか？／〇〇しても構いませんか？</a:t>
            </a:r>
          </a:p>
        </p:txBody>
      </p:sp>
      <p:sp>
        <p:nvSpPr>
          <p:cNvPr id="6" name=""/>
          <p:cNvSpPr/>
          <p:nvPr/>
        </p:nvSpPr>
        <p:spPr>
          <a:xfrm>
            <a:off x="762000" y="2400300"/>
            <a:ext cx="10668000" cy="57150"/>
          </a:xfrm>
          <a:prstGeom prst="roundRect">
            <a:avLst>
              <a:gd name="adj" fmla="val 50000"/>
            </a:avLst>
          </a:prstGeom>
          <a:solidFill>
            <a:srgbClr val="F3A6C8"/>
          </a:solidFill>
          <a:ln/>
        </p:spPr>
      </p:sp>
      <p:sp>
        <p:nvSpPr>
          <p:cNvPr id="7" name=""/>
          <p:cNvSpPr txBox="1"/>
          <p:nvPr/>
        </p:nvSpPr>
        <p:spPr>
          <a:xfrm>
            <a:off x="762000" y="3038475"/>
            <a:ext cx="504825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1E1A1C"/>
                </a:solidFill>
                <a:latin typeface="Arial"/>
                <a:ea typeface="Arial"/>
              </a:rPr>
              <a:t>7-1</a:t>
            </a:r>
          </a:p>
        </p:txBody>
      </p:sp>
      <p:sp>
        <p:nvSpPr>
          <p:cNvPr id="8" name=""/>
          <p:cNvSpPr txBox="1"/>
          <p:nvPr/>
        </p:nvSpPr>
        <p:spPr>
          <a:xfrm>
            <a:off x="1600200" y="2857500"/>
            <a:ext cx="386715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00" b="1">
                <a:solidFill>
                  <a:srgbClr val="1E1A1C"/>
                </a:solidFill>
                <a:highlight>
                  <a:srgbClr val="F9D3E3"/>
                </a:highlight>
                <a:latin typeface="Arial"/>
                <a:ea typeface="Arial"/>
              </a:rPr>
              <a:t>Do you mind if I</a:t>
            </a:r>
            <a:pPr/>
            <a:r>
              <a:rPr sz="2200" b="1">
                <a:solidFill>
                  <a:srgbClr val="1E1A1C"/>
                </a:solidFill>
                <a:latin typeface="Arial"/>
                <a:ea typeface="Arial"/>
              </a:rPr>
              <a:t> </a:t>
            </a:r>
            <a:pPr/>
            <a:r>
              <a:rPr sz="2200" b="1">
                <a:solidFill>
                  <a:srgbClr val="C8417F"/>
                </a:solidFill>
                <a:latin typeface="Arial"/>
                <a:ea typeface="Arial"/>
              </a:rPr>
              <a:t>sit</a:t>
            </a:r>
            <a:pPr/>
            <a:r>
              <a:rPr sz="2200" b="1">
                <a:solidFill>
                  <a:srgbClr val="1E1A1C"/>
                </a:solidFill>
                <a:latin typeface="Arial"/>
                <a:ea typeface="Arial"/>
              </a:rPr>
              <a:t> here?</a:t>
            </a:r>
          </a:p>
        </p:txBody>
      </p:sp>
      <p:sp>
        <p:nvSpPr>
          <p:cNvPr id="9" name=""/>
          <p:cNvSpPr txBox="1"/>
          <p:nvPr/>
        </p:nvSpPr>
        <p:spPr>
          <a:xfrm>
            <a:off x="1600200" y="3228975"/>
            <a:ext cx="293370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574D52"/>
                </a:solidFill>
                <a:latin typeface="Noto Sans JP"/>
                <a:ea typeface="Noto Sans JP"/>
              </a:rPr>
              <a:t>ここに座ってもいいですか？</a:t>
            </a:r>
          </a:p>
        </p:txBody>
      </p:sp>
      <p:sp>
        <p:nvSpPr>
          <p:cNvPr id="10" name=""/>
          <p:cNvSpPr/>
          <p:nvPr/>
        </p:nvSpPr>
        <p:spPr>
          <a:xfrm>
            <a:off x="762000" y="3848100"/>
            <a:ext cx="6134100" cy="0"/>
          </a:xfrm>
          <a:prstGeom prst="line">
            <a:avLst/>
          </a:prstGeom>
          <a:noFill/>
          <a:ln w="19050">
            <a:solidFill>
              <a:srgbClr val="F2D5E1"/>
            </a:solidFill>
            <a:prstDash val="solid"/>
          </a:ln>
        </p:spPr>
      </p:sp>
      <p:sp>
        <p:nvSpPr>
          <p:cNvPr id="11" name=""/>
          <p:cNvSpPr txBox="1"/>
          <p:nvPr/>
        </p:nvSpPr>
        <p:spPr>
          <a:xfrm>
            <a:off x="762000" y="4352925"/>
            <a:ext cx="504825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1E1A1C"/>
                </a:solidFill>
                <a:latin typeface="Arial"/>
                <a:ea typeface="Arial"/>
              </a:rPr>
              <a:t>7-2</a:t>
            </a:r>
          </a:p>
        </p:txBody>
      </p:sp>
      <p:sp>
        <p:nvSpPr>
          <p:cNvPr id="12" name=""/>
          <p:cNvSpPr txBox="1"/>
          <p:nvPr/>
        </p:nvSpPr>
        <p:spPr>
          <a:xfrm>
            <a:off x="1600200" y="4181475"/>
            <a:ext cx="533400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00" b="1">
                <a:solidFill>
                  <a:srgbClr val="1E1A1C"/>
                </a:solidFill>
                <a:highlight>
                  <a:srgbClr val="F9D3E3"/>
                </a:highlight>
                <a:latin typeface="Arial"/>
                <a:ea typeface="Arial"/>
              </a:rPr>
              <a:t>Do you mind if I</a:t>
            </a:r>
            <a:pPr/>
            <a:r>
              <a:rPr sz="2200" b="1">
                <a:solidFill>
                  <a:srgbClr val="1E1A1C"/>
                </a:solidFill>
                <a:latin typeface="Arial"/>
                <a:ea typeface="Arial"/>
              </a:rPr>
              <a:t> </a:t>
            </a:r>
            <a:pPr/>
            <a:r>
              <a:rPr sz="2200" b="1">
                <a:solidFill>
                  <a:srgbClr val="C8417F"/>
                </a:solidFill>
                <a:latin typeface="Arial"/>
                <a:ea typeface="Arial"/>
              </a:rPr>
              <a:t>open</a:t>
            </a:r>
            <a:pPr/>
            <a:r>
              <a:rPr sz="2200" b="1">
                <a:solidFill>
                  <a:srgbClr val="1E1A1C"/>
                </a:solidFill>
                <a:latin typeface="Arial"/>
                <a:ea typeface="Arial"/>
              </a:rPr>
              <a:t> the window?</a:t>
            </a:r>
          </a:p>
        </p:txBody>
      </p:sp>
      <p:sp>
        <p:nvSpPr>
          <p:cNvPr id="13" name=""/>
          <p:cNvSpPr txBox="1"/>
          <p:nvPr/>
        </p:nvSpPr>
        <p:spPr>
          <a:xfrm>
            <a:off x="1600200" y="4552950"/>
            <a:ext cx="29432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574D52"/>
                </a:solidFill>
                <a:latin typeface="Noto Sans JP"/>
                <a:ea typeface="Noto Sans JP"/>
              </a:rPr>
              <a:t>窓を開けても構いませんか？</a:t>
            </a:r>
          </a:p>
        </p:txBody>
      </p:sp>
      <p:sp>
        <p:nvSpPr>
          <p:cNvPr id="14" name=""/>
          <p:cNvSpPr/>
          <p:nvPr/>
        </p:nvSpPr>
        <p:spPr>
          <a:xfrm>
            <a:off x="762000" y="5162550"/>
            <a:ext cx="6134100" cy="0"/>
          </a:xfrm>
          <a:prstGeom prst="line">
            <a:avLst/>
          </a:prstGeom>
          <a:noFill/>
          <a:ln w="19050">
            <a:solidFill>
              <a:srgbClr val="F2D5E1"/>
            </a:solidFill>
            <a:prstDash val="solid"/>
          </a:ln>
        </p:spPr>
      </p:sp>
      <p:sp>
        <p:nvSpPr>
          <p:cNvPr id="15" name=""/>
          <p:cNvSpPr txBox="1"/>
          <p:nvPr/>
        </p:nvSpPr>
        <p:spPr>
          <a:xfrm>
            <a:off x="762000" y="5676900"/>
            <a:ext cx="504825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1E1A1C"/>
                </a:solidFill>
                <a:latin typeface="Arial"/>
                <a:ea typeface="Arial"/>
              </a:rPr>
              <a:t>7-3</a:t>
            </a:r>
          </a:p>
        </p:txBody>
      </p:sp>
      <p:sp>
        <p:nvSpPr>
          <p:cNvPr id="16" name=""/>
          <p:cNvSpPr txBox="1"/>
          <p:nvPr/>
        </p:nvSpPr>
        <p:spPr>
          <a:xfrm>
            <a:off x="1600200" y="5505450"/>
            <a:ext cx="494347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00" b="1">
                <a:solidFill>
                  <a:srgbClr val="1E1A1C"/>
                </a:solidFill>
                <a:highlight>
                  <a:srgbClr val="F9D3E3"/>
                </a:highlight>
                <a:latin typeface="Arial"/>
                <a:ea typeface="Arial"/>
              </a:rPr>
              <a:t>Do you mind if I</a:t>
            </a:r>
            <a:pPr/>
            <a:r>
              <a:rPr sz="2200" b="1">
                <a:solidFill>
                  <a:srgbClr val="1E1A1C"/>
                </a:solidFill>
                <a:latin typeface="Arial"/>
                <a:ea typeface="Arial"/>
              </a:rPr>
              <a:t> </a:t>
            </a:r>
            <a:pPr/>
            <a:r>
              <a:rPr sz="2200" b="1">
                <a:solidFill>
                  <a:srgbClr val="C8417F"/>
                </a:solidFill>
                <a:latin typeface="Arial"/>
                <a:ea typeface="Arial"/>
              </a:rPr>
              <a:t>ask</a:t>
            </a:r>
            <a:pPr/>
            <a:r>
              <a:rPr sz="2200" b="1">
                <a:solidFill>
                  <a:srgbClr val="1E1A1C"/>
                </a:solidFill>
                <a:latin typeface="Arial"/>
                <a:ea typeface="Arial"/>
              </a:rPr>
              <a:t> a question?</a:t>
            </a:r>
          </a:p>
        </p:txBody>
      </p:sp>
      <p:sp>
        <p:nvSpPr>
          <p:cNvPr id="17" name=""/>
          <p:cNvSpPr txBox="1"/>
          <p:nvPr/>
        </p:nvSpPr>
        <p:spPr>
          <a:xfrm>
            <a:off x="1600200" y="5876925"/>
            <a:ext cx="249555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574D52"/>
                </a:solidFill>
                <a:latin typeface="Noto Sans JP"/>
                <a:ea typeface="Noto Sans JP"/>
              </a:rPr>
              <a:t>質問してもいいですか？</a:t>
            </a:r>
          </a:p>
        </p:txBody>
      </p:sp>
      <p:sp>
        <p:nvSpPr>
          <p:cNvPr id="18" name=""/>
          <p:cNvSpPr/>
          <p:nvPr/>
        </p:nvSpPr>
        <p:spPr>
          <a:xfrm>
            <a:off x="7239000" y="2724150"/>
            <a:ext cx="4191000" cy="3876675"/>
          </a:xfrm>
          <a:prstGeom prst="roundRect">
            <a:avLst>
              <a:gd name="adj" fmla="val 4914"/>
            </a:avLst>
          </a:prstGeom>
          <a:solidFill>
            <a:srgbClr val="FFFFFF"/>
          </a:solidFill>
          <a:ln w="19050">
            <a:solidFill>
              <a:srgbClr val="F2D5E1"/>
            </a:solidFill>
            <a:prstDash val="solid"/>
          </a:ln>
        </p:spPr>
      </p:sp>
      <p:sp>
        <p:nvSpPr>
          <p:cNvPr id="19" name=""/>
          <p:cNvSpPr txBox="1"/>
          <p:nvPr/>
        </p:nvSpPr>
        <p:spPr>
          <a:xfrm>
            <a:off x="8229600" y="2971800"/>
            <a:ext cx="2419350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1E1A1C"/>
                </a:solidFill>
                <a:latin typeface="Noto Sans JP"/>
                <a:ea typeface="Noto Sans JP"/>
              </a:rPr>
              <a:t>聞かれたらこう返そう</a:t>
            </a:r>
          </a:p>
        </p:txBody>
      </p:sp>
      <p:sp>
        <p:nvSpPr>
          <p:cNvPr id="20" name=""/>
          <p:cNvSpPr/>
          <p:nvPr/>
        </p:nvSpPr>
        <p:spPr>
          <a:xfrm>
            <a:off x="7524750" y="2971800"/>
            <a:ext cx="609600" cy="276225"/>
          </a:xfrm>
          <a:prstGeom prst="roundRect">
            <a:avLst>
              <a:gd name="adj" fmla="val 20690"/>
            </a:avLst>
          </a:prstGeom>
          <a:solidFill>
            <a:srgbClr val="C8417F"/>
          </a:solidFill>
          <a:ln/>
        </p:spPr>
      </p:sp>
      <p:sp>
        <p:nvSpPr>
          <p:cNvPr id="21" name=""/>
          <p:cNvSpPr txBox="1"/>
          <p:nvPr/>
        </p:nvSpPr>
        <p:spPr>
          <a:xfrm>
            <a:off x="7629525" y="3009900"/>
            <a:ext cx="571500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>
                <a:solidFill>
                  <a:srgbClr val="FFFFFF"/>
                </a:solidFill>
                <a:latin typeface="Noto Sans JP"/>
                <a:ea typeface="Noto Sans JP"/>
              </a:rPr>
              <a:t>答え方</a:t>
            </a:r>
          </a:p>
        </p:txBody>
      </p:sp>
      <p:sp>
        <p:nvSpPr>
          <p:cNvPr id="22" name=""/>
          <p:cNvSpPr/>
          <p:nvPr/>
        </p:nvSpPr>
        <p:spPr>
          <a:xfrm>
            <a:off x="7524750" y="3429000"/>
            <a:ext cx="3619500" cy="942975"/>
          </a:xfrm>
          <a:prstGeom prst="roundRect">
            <a:avLst>
              <a:gd name="adj" fmla="val 16162"/>
            </a:avLst>
          </a:prstGeom>
          <a:solidFill>
            <a:srgbClr val="FCE6EF"/>
          </a:solidFill>
          <a:ln/>
        </p:spPr>
      </p:sp>
      <p:sp>
        <p:nvSpPr>
          <p:cNvPr id="23" name=""/>
          <p:cNvSpPr/>
          <p:nvPr/>
        </p:nvSpPr>
        <p:spPr>
          <a:xfrm>
            <a:off x="7715250" y="3629025"/>
            <a:ext cx="533400" cy="533400"/>
          </a:xfrm>
          <a:prstGeom prst="ellipse">
            <a:avLst/>
          </a:prstGeom>
          <a:solidFill>
            <a:srgbClr val="C8417F"/>
          </a:solidFill>
          <a:ln/>
        </p:spPr>
      </p:sp>
      <p:sp>
        <p:nvSpPr>
          <p:cNvPr id="24" name=""/>
          <p:cNvSpPr txBox="1"/>
          <p:nvPr/>
        </p:nvSpPr>
        <p:spPr>
          <a:xfrm>
            <a:off x="7791450" y="3800475"/>
            <a:ext cx="390525" cy="1809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  <a:ea typeface="Arial"/>
              </a:rPr>
              <a:t>OK</a:t>
            </a:r>
          </a:p>
        </p:txBody>
      </p:sp>
      <p:sp>
        <p:nvSpPr>
          <p:cNvPr id="25" name=""/>
          <p:cNvSpPr txBox="1"/>
          <p:nvPr/>
        </p:nvSpPr>
        <p:spPr>
          <a:xfrm>
            <a:off x="8382000" y="3657600"/>
            <a:ext cx="2943225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1E1A1C"/>
                </a:solidFill>
                <a:latin typeface="Arial"/>
                <a:ea typeface="Arial"/>
              </a:rPr>
              <a:t>No. </a:t>
            </a:r>
            <a:pPr/>
            <a:r>
              <a:rPr sz="1800" b="1">
                <a:solidFill>
                  <a:srgbClr val="1E1A1C"/>
                </a:solidFill>
                <a:latin typeface="Noto Sans JP"/>
                <a:ea typeface="Noto Sans JP"/>
              </a:rPr>
              <a:t>／</a:t>
            </a:r>
            <a:pPr/>
            <a:r>
              <a:rPr sz="1800" b="1">
                <a:solidFill>
                  <a:srgbClr val="1E1A1C"/>
                </a:solidFill>
                <a:latin typeface="Arial"/>
                <a:ea typeface="Arial"/>
              </a:rPr>
              <a:t> Sure, go ahead!</a:t>
            </a:r>
          </a:p>
        </p:txBody>
      </p:sp>
      <p:sp>
        <p:nvSpPr>
          <p:cNvPr id="26" name=""/>
          <p:cNvSpPr txBox="1"/>
          <p:nvPr/>
        </p:nvSpPr>
        <p:spPr>
          <a:xfrm>
            <a:off x="8382000" y="3962400"/>
            <a:ext cx="19621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C8417F"/>
                </a:solidFill>
                <a:latin typeface="Noto Sans JP"/>
                <a:ea typeface="Noto Sans JP"/>
              </a:rPr>
              <a:t>いいえ、構いません！</a:t>
            </a:r>
          </a:p>
        </p:txBody>
      </p:sp>
      <p:sp>
        <p:nvSpPr>
          <p:cNvPr id="27" name=""/>
          <p:cNvSpPr/>
          <p:nvPr/>
        </p:nvSpPr>
        <p:spPr>
          <a:xfrm>
            <a:off x="7524750" y="4543425"/>
            <a:ext cx="3619500" cy="876300"/>
          </a:xfrm>
          <a:prstGeom prst="roundRect">
            <a:avLst>
              <a:gd name="adj" fmla="val 17391"/>
            </a:avLst>
          </a:prstGeom>
          <a:solidFill>
            <a:srgbClr val="EFEAEC"/>
          </a:solidFill>
          <a:ln/>
        </p:spPr>
      </p:sp>
      <p:sp>
        <p:nvSpPr>
          <p:cNvPr id="28" name=""/>
          <p:cNvSpPr/>
          <p:nvPr/>
        </p:nvSpPr>
        <p:spPr>
          <a:xfrm>
            <a:off x="7715250" y="4714875"/>
            <a:ext cx="533400" cy="533400"/>
          </a:xfrm>
          <a:prstGeom prst="ellipse">
            <a:avLst/>
          </a:prstGeom>
          <a:solidFill>
            <a:srgbClr val="1E1A1C"/>
          </a:solidFill>
          <a:ln/>
        </p:spPr>
      </p:sp>
      <p:sp>
        <p:nvSpPr>
          <p:cNvPr id="29" name=""/>
          <p:cNvSpPr txBox="1"/>
          <p:nvPr/>
        </p:nvSpPr>
        <p:spPr>
          <a:xfrm>
            <a:off x="7791450" y="4886325"/>
            <a:ext cx="390525" cy="1809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  <a:ea typeface="Arial"/>
              </a:rPr>
              <a:t>NG</a:t>
            </a:r>
          </a:p>
        </p:txBody>
      </p:sp>
      <p:sp>
        <p:nvSpPr>
          <p:cNvPr id="30" name=""/>
          <p:cNvSpPr txBox="1"/>
          <p:nvPr/>
        </p:nvSpPr>
        <p:spPr>
          <a:xfrm>
            <a:off x="8382000" y="4714875"/>
            <a:ext cx="1990725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1E1A1C"/>
                </a:solidFill>
                <a:latin typeface="Arial"/>
                <a:ea typeface="Arial"/>
              </a:rPr>
              <a:t>Yes, I do mind.</a:t>
            </a:r>
          </a:p>
        </p:txBody>
      </p:sp>
      <p:sp>
        <p:nvSpPr>
          <p:cNvPr id="31" name=""/>
          <p:cNvSpPr txBox="1"/>
          <p:nvPr/>
        </p:nvSpPr>
        <p:spPr>
          <a:xfrm>
            <a:off x="8382000" y="5010150"/>
            <a:ext cx="308610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574D52"/>
                </a:solidFill>
                <a:latin typeface="Noto Sans JP"/>
                <a:ea typeface="Noto Sans JP"/>
              </a:rPr>
              <a:t>構います（＝座らないでください）</a:t>
            </a:r>
          </a:p>
        </p:txBody>
      </p:sp>
      <p:sp>
        <p:nvSpPr>
          <p:cNvPr id="32" name=""/>
          <p:cNvSpPr/>
          <p:nvPr/>
        </p:nvSpPr>
        <p:spPr>
          <a:xfrm>
            <a:off x="7524750" y="5600700"/>
            <a:ext cx="3619500" cy="0"/>
          </a:xfrm>
          <a:prstGeom prst="line">
            <a:avLst/>
          </a:prstGeom>
          <a:noFill/>
          <a:ln w="19050">
            <a:solidFill>
              <a:srgbClr val="F2D5E1"/>
            </a:solidFill>
            <a:prstDash val="dash"/>
          </a:ln>
        </p:spPr>
      </p:sp>
      <p:sp>
        <p:nvSpPr>
          <p:cNvPr id="33" name=""/>
          <p:cNvSpPr txBox="1"/>
          <p:nvPr/>
        </p:nvSpPr>
        <p:spPr>
          <a:xfrm>
            <a:off x="7524750" y="5791200"/>
            <a:ext cx="28384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E1A1C"/>
                </a:solidFill>
                <a:latin typeface="Noto Sans JP"/>
                <a:ea typeface="Noto Sans JP"/>
              </a:rPr>
              <a:t>mind</a:t>
            </a:r>
            <a:pPr/>
            <a:r>
              <a:rPr sz="1350" b="1">
                <a:solidFill>
                  <a:srgbClr val="574D52"/>
                </a:solidFill>
                <a:latin typeface="Noto Sans JP"/>
                <a:ea typeface="Noto Sans JP"/>
              </a:rPr>
              <a:t> ＝「気にする」なので、</a:t>
            </a:r>
          </a:p>
        </p:txBody>
      </p:sp>
      <p:sp>
        <p:nvSpPr>
          <p:cNvPr id="34" name=""/>
          <p:cNvSpPr txBox="1"/>
          <p:nvPr/>
        </p:nvSpPr>
        <p:spPr>
          <a:xfrm>
            <a:off x="7524750" y="6067425"/>
            <a:ext cx="38290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17F"/>
                </a:solidFill>
                <a:latin typeface="Noto Sans JP"/>
                <a:ea typeface="Noto Sans JP"/>
              </a:rPr>
              <a:t>No</a:t>
            </a:r>
            <a:pPr/>
            <a:r>
              <a:rPr sz="1350" b="1">
                <a:solidFill>
                  <a:srgbClr val="574D52"/>
                </a:solidFill>
                <a:latin typeface="Noto Sans JP"/>
                <a:ea typeface="Noto Sans JP"/>
              </a:rPr>
              <a:t> ＝「気にしないよ」＝ どうぞ！になる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D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7810500" y="0"/>
            <a:ext cx="4381500" cy="3143250"/>
          </a:xfrm>
          <a:custGeom>
            <a:avLst/>
            <a:gdLst/>
            <a:ahLst/>
            <a:cxnLst/>
            <a:rect l="l" t="t" r="r" b="b"/>
            <a:pathLst>
              <a:path w="4381500" h="3143250">
                <a:moveTo>
                  <a:pt x="0" y="0"/>
                </a:moveTo>
                <a:cubicBezTo>
                  <a:pt x="381000" y="914400"/>
                  <a:pt x="1314450" y="1428750"/>
                  <a:pt x="2324100" y="1524000"/>
                </a:cubicBezTo>
                <a:cubicBezTo>
                  <a:pt x="3352800" y="1619250"/>
                  <a:pt x="4038600" y="2209800"/>
                  <a:pt x="4381500" y="3143250"/>
                </a:cubicBezTo>
                <a:lnTo>
                  <a:pt x="4381500" y="0"/>
                </a:lnTo>
                <a:close/>
              </a:path>
            </a:pathLst>
          </a:custGeom>
          <a:solidFill>
            <a:srgbClr val="FBE1E9"/>
          </a:solidFill>
          <a:ln/>
        </p:spPr>
      </p:sp>
      <p:sp>
        <p:nvSpPr>
          <p:cNvPr id="3" name=""/>
          <p:cNvSpPr txBox="1"/>
          <p:nvPr/>
        </p:nvSpPr>
        <p:spPr>
          <a:xfrm>
            <a:off x="762000" y="314325"/>
            <a:ext cx="419100" cy="552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900" b="1">
                <a:solidFill>
                  <a:srgbClr val="1E1A1C"/>
                </a:solidFill>
                <a:latin typeface="Arial"/>
                <a:ea typeface="Arial"/>
              </a:rPr>
              <a:t>8</a:t>
            </a:r>
          </a:p>
        </p:txBody>
      </p:sp>
      <p:sp>
        <p:nvSpPr>
          <p:cNvPr id="4" name=""/>
          <p:cNvSpPr txBox="1"/>
          <p:nvPr/>
        </p:nvSpPr>
        <p:spPr>
          <a:xfrm>
            <a:off x="762000" y="1038225"/>
            <a:ext cx="1914525" cy="619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350" b="1">
                <a:solidFill>
                  <a:srgbClr val="1E1A1C"/>
                </a:solidFill>
                <a:latin typeface="Arial"/>
                <a:ea typeface="Arial"/>
              </a:rPr>
              <a:t>I bet </a:t>
            </a:r>
            <a:pPr/>
            <a:r>
              <a:rPr sz="4350" b="1">
                <a:solidFill>
                  <a:srgbClr val="C8417F"/>
                </a:solidFill>
                <a:latin typeface="Arial"/>
                <a:ea typeface="Arial"/>
              </a:rPr>
              <a:t>~</a:t>
            </a:r>
          </a:p>
        </p:txBody>
      </p:sp>
      <p:sp>
        <p:nvSpPr>
          <p:cNvPr id="5" name=""/>
          <p:cNvSpPr txBox="1"/>
          <p:nvPr/>
        </p:nvSpPr>
        <p:spPr>
          <a:xfrm>
            <a:off x="762000" y="1771650"/>
            <a:ext cx="2085975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E1A1C"/>
                </a:solidFill>
                <a:latin typeface="Noto Sans JP"/>
                <a:ea typeface="Noto Sans JP"/>
              </a:rPr>
              <a:t>絶対〇〇やで</a:t>
            </a:r>
          </a:p>
        </p:txBody>
      </p:sp>
      <p:sp>
        <p:nvSpPr>
          <p:cNvPr id="6" name=""/>
          <p:cNvSpPr/>
          <p:nvPr/>
        </p:nvSpPr>
        <p:spPr>
          <a:xfrm>
            <a:off x="2647950" y="1809750"/>
            <a:ext cx="1762125" cy="342900"/>
          </a:xfrm>
          <a:prstGeom prst="roundRect">
            <a:avLst>
              <a:gd name="adj" fmla="val 50000"/>
            </a:avLst>
          </a:prstGeom>
          <a:solidFill>
            <a:srgbClr val="FCE6EF"/>
          </a:solidFill>
          <a:ln/>
        </p:spPr>
      </p:sp>
      <p:sp>
        <p:nvSpPr>
          <p:cNvPr id="7" name=""/>
          <p:cNvSpPr txBox="1"/>
          <p:nvPr/>
        </p:nvSpPr>
        <p:spPr>
          <a:xfrm>
            <a:off x="2800350" y="1857375"/>
            <a:ext cx="179070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C8417F"/>
                </a:solidFill>
                <a:latin typeface="Noto Sans JP"/>
                <a:ea typeface="Noto Sans JP"/>
              </a:rPr>
              <a:t>＋文（主語＋動詞）</a:t>
            </a:r>
          </a:p>
        </p:txBody>
      </p:sp>
      <p:sp>
        <p:nvSpPr>
          <p:cNvPr id="8" name=""/>
          <p:cNvSpPr/>
          <p:nvPr/>
        </p:nvSpPr>
        <p:spPr>
          <a:xfrm>
            <a:off x="762000" y="2400300"/>
            <a:ext cx="10668000" cy="57150"/>
          </a:xfrm>
          <a:prstGeom prst="roundRect">
            <a:avLst>
              <a:gd name="adj" fmla="val 50000"/>
            </a:avLst>
          </a:prstGeom>
          <a:solidFill>
            <a:srgbClr val="F3A6C8"/>
          </a:solidFill>
          <a:ln/>
        </p:spPr>
      </p:sp>
      <p:sp>
        <p:nvSpPr>
          <p:cNvPr id="9" name=""/>
          <p:cNvSpPr txBox="1"/>
          <p:nvPr/>
        </p:nvSpPr>
        <p:spPr>
          <a:xfrm>
            <a:off x="762000" y="3038475"/>
            <a:ext cx="504825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1E1A1C"/>
                </a:solidFill>
                <a:latin typeface="Arial"/>
                <a:ea typeface="Arial"/>
              </a:rPr>
              <a:t>8-1</a:t>
            </a:r>
          </a:p>
        </p:txBody>
      </p:sp>
      <p:sp>
        <p:nvSpPr>
          <p:cNvPr id="10" name=""/>
          <p:cNvSpPr txBox="1"/>
          <p:nvPr/>
        </p:nvSpPr>
        <p:spPr>
          <a:xfrm>
            <a:off x="1600200" y="3000375"/>
            <a:ext cx="37623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500" b="1">
                <a:solidFill>
                  <a:srgbClr val="1E1A1C"/>
                </a:solidFill>
                <a:highlight>
                  <a:srgbClr val="F9D3E3"/>
                </a:highlight>
                <a:latin typeface="Arial"/>
                <a:ea typeface="Arial"/>
              </a:rPr>
              <a:t>I bet</a:t>
            </a:r>
            <a:pPr/>
            <a:r>
              <a:rPr sz="2500" b="1">
                <a:solidFill>
                  <a:srgbClr val="1E1A1C"/>
                </a:solidFill>
                <a:latin typeface="Arial"/>
                <a:ea typeface="Arial"/>
              </a:rPr>
              <a:t> it's going to rain.</a:t>
            </a:r>
          </a:p>
        </p:txBody>
      </p:sp>
      <p:sp>
        <p:nvSpPr>
          <p:cNvPr id="11" name=""/>
          <p:cNvSpPr txBox="1"/>
          <p:nvPr/>
        </p:nvSpPr>
        <p:spPr>
          <a:xfrm>
            <a:off x="7810500" y="3019425"/>
            <a:ext cx="203835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574D52"/>
                </a:solidFill>
                <a:latin typeface="Noto Sans JP"/>
                <a:ea typeface="Noto Sans JP"/>
              </a:rPr>
              <a:t>絶対に雨が降るで</a:t>
            </a:r>
          </a:p>
        </p:txBody>
      </p:sp>
      <p:sp>
        <p:nvSpPr>
          <p:cNvPr id="12" name=""/>
          <p:cNvSpPr/>
          <p:nvPr/>
        </p:nvSpPr>
        <p:spPr>
          <a:xfrm>
            <a:off x="762000" y="3848100"/>
            <a:ext cx="10668000" cy="0"/>
          </a:xfrm>
          <a:prstGeom prst="line">
            <a:avLst/>
          </a:prstGeom>
          <a:noFill/>
          <a:ln w="19050">
            <a:solidFill>
              <a:srgbClr val="F2D5E1"/>
            </a:solidFill>
            <a:prstDash val="solid"/>
          </a:ln>
        </p:spPr>
      </p:sp>
      <p:sp>
        <p:nvSpPr>
          <p:cNvPr id="13" name=""/>
          <p:cNvSpPr txBox="1"/>
          <p:nvPr/>
        </p:nvSpPr>
        <p:spPr>
          <a:xfrm>
            <a:off x="762000" y="4352925"/>
            <a:ext cx="504825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1E1A1C"/>
                </a:solidFill>
                <a:latin typeface="Arial"/>
                <a:ea typeface="Arial"/>
              </a:rPr>
              <a:t>8-2</a:t>
            </a:r>
          </a:p>
        </p:txBody>
      </p:sp>
      <p:sp>
        <p:nvSpPr>
          <p:cNvPr id="14" name=""/>
          <p:cNvSpPr txBox="1"/>
          <p:nvPr/>
        </p:nvSpPr>
        <p:spPr>
          <a:xfrm>
            <a:off x="1600200" y="4324350"/>
            <a:ext cx="457200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500" b="1">
                <a:solidFill>
                  <a:srgbClr val="1E1A1C"/>
                </a:solidFill>
                <a:highlight>
                  <a:srgbClr val="F9D3E3"/>
                </a:highlight>
                <a:latin typeface="Arial"/>
                <a:ea typeface="Arial"/>
              </a:rPr>
              <a:t>I bet</a:t>
            </a:r>
            <a:pPr/>
            <a:r>
              <a:rPr sz="2500" b="1">
                <a:solidFill>
                  <a:srgbClr val="1E1A1C"/>
                </a:solidFill>
                <a:latin typeface="Arial"/>
                <a:ea typeface="Arial"/>
              </a:rPr>
              <a:t> you'll love this movie.</a:t>
            </a:r>
          </a:p>
        </p:txBody>
      </p:sp>
      <p:sp>
        <p:nvSpPr>
          <p:cNvPr id="15" name=""/>
          <p:cNvSpPr txBox="1"/>
          <p:nvPr/>
        </p:nvSpPr>
        <p:spPr>
          <a:xfrm>
            <a:off x="7810500" y="4343400"/>
            <a:ext cx="276225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574D52"/>
                </a:solidFill>
                <a:latin typeface="Noto Sans JP"/>
                <a:ea typeface="Noto Sans JP"/>
              </a:rPr>
              <a:t>この映画絶対気に入るよ</a:t>
            </a:r>
          </a:p>
        </p:txBody>
      </p:sp>
      <p:sp>
        <p:nvSpPr>
          <p:cNvPr id="16" name=""/>
          <p:cNvSpPr/>
          <p:nvPr/>
        </p:nvSpPr>
        <p:spPr>
          <a:xfrm>
            <a:off x="762000" y="5162550"/>
            <a:ext cx="10668000" cy="0"/>
          </a:xfrm>
          <a:prstGeom prst="line">
            <a:avLst/>
          </a:prstGeom>
          <a:noFill/>
          <a:ln w="19050">
            <a:solidFill>
              <a:srgbClr val="F2D5E1"/>
            </a:solidFill>
            <a:prstDash val="solid"/>
          </a:ln>
        </p:spPr>
      </p:sp>
      <p:sp>
        <p:nvSpPr>
          <p:cNvPr id="17" name=""/>
          <p:cNvSpPr txBox="1"/>
          <p:nvPr/>
        </p:nvSpPr>
        <p:spPr>
          <a:xfrm>
            <a:off x="762000" y="5676900"/>
            <a:ext cx="504825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1E1A1C"/>
                </a:solidFill>
                <a:latin typeface="Arial"/>
                <a:ea typeface="Arial"/>
              </a:rPr>
              <a:t>8-3</a:t>
            </a:r>
          </a:p>
        </p:txBody>
      </p:sp>
      <p:sp>
        <p:nvSpPr>
          <p:cNvPr id="18" name=""/>
          <p:cNvSpPr txBox="1"/>
          <p:nvPr/>
        </p:nvSpPr>
        <p:spPr>
          <a:xfrm>
            <a:off x="1600200" y="5648325"/>
            <a:ext cx="27717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500" b="1">
                <a:solidFill>
                  <a:srgbClr val="1E1A1C"/>
                </a:solidFill>
                <a:highlight>
                  <a:srgbClr val="F9D3E3"/>
                </a:highlight>
                <a:latin typeface="Arial"/>
                <a:ea typeface="Arial"/>
              </a:rPr>
              <a:t>I bet</a:t>
            </a:r>
            <a:pPr/>
            <a:r>
              <a:rPr sz="2500" b="1">
                <a:solidFill>
                  <a:srgbClr val="1E1A1C"/>
                </a:solidFill>
                <a:latin typeface="Arial"/>
                <a:ea typeface="Arial"/>
              </a:rPr>
              <a:t> he slept in.</a:t>
            </a:r>
          </a:p>
        </p:txBody>
      </p:sp>
      <p:sp>
        <p:nvSpPr>
          <p:cNvPr id="19" name=""/>
          <p:cNvSpPr txBox="1"/>
          <p:nvPr/>
        </p:nvSpPr>
        <p:spPr>
          <a:xfrm>
            <a:off x="7810500" y="5667375"/>
            <a:ext cx="25241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574D52"/>
                </a:solidFill>
                <a:latin typeface="Noto Sans JP"/>
                <a:ea typeface="Noto Sans JP"/>
              </a:rPr>
              <a:t>絶対あいつ寝坊したわ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D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7810500" y="0"/>
            <a:ext cx="4381500" cy="3143250"/>
          </a:xfrm>
          <a:custGeom>
            <a:avLst/>
            <a:gdLst/>
            <a:ahLst/>
            <a:cxnLst/>
            <a:rect l="l" t="t" r="r" b="b"/>
            <a:pathLst>
              <a:path w="4381500" h="3143250">
                <a:moveTo>
                  <a:pt x="0" y="0"/>
                </a:moveTo>
                <a:cubicBezTo>
                  <a:pt x="381000" y="914400"/>
                  <a:pt x="1314450" y="1428750"/>
                  <a:pt x="2324100" y="1524000"/>
                </a:cubicBezTo>
                <a:cubicBezTo>
                  <a:pt x="3352800" y="1619250"/>
                  <a:pt x="4038600" y="2209800"/>
                  <a:pt x="4381500" y="3143250"/>
                </a:cubicBezTo>
                <a:lnTo>
                  <a:pt x="4381500" y="0"/>
                </a:lnTo>
                <a:close/>
              </a:path>
            </a:pathLst>
          </a:custGeom>
          <a:solidFill>
            <a:srgbClr val="FBE1E9"/>
          </a:solidFill>
          <a:ln/>
        </p:spPr>
      </p:sp>
      <p:sp>
        <p:nvSpPr>
          <p:cNvPr id="3" name=""/>
          <p:cNvSpPr txBox="1"/>
          <p:nvPr/>
        </p:nvSpPr>
        <p:spPr>
          <a:xfrm>
            <a:off x="762000" y="314325"/>
            <a:ext cx="419100" cy="552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900" b="1">
                <a:solidFill>
                  <a:srgbClr val="1E1A1C"/>
                </a:solidFill>
                <a:latin typeface="Arial"/>
                <a:ea typeface="Arial"/>
              </a:rPr>
              <a:t>9</a:t>
            </a:r>
          </a:p>
        </p:txBody>
      </p:sp>
      <p:sp>
        <p:nvSpPr>
          <p:cNvPr id="4" name=""/>
          <p:cNvSpPr txBox="1"/>
          <p:nvPr/>
        </p:nvSpPr>
        <p:spPr>
          <a:xfrm>
            <a:off x="762000" y="1038225"/>
            <a:ext cx="4171950" cy="619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350" b="1">
                <a:solidFill>
                  <a:srgbClr val="1E1A1C"/>
                </a:solidFill>
                <a:latin typeface="Arial"/>
                <a:ea typeface="Arial"/>
              </a:rPr>
              <a:t>I'm trying to </a:t>
            </a:r>
            <a:pPr/>
            <a:r>
              <a:rPr sz="4350" b="1">
                <a:solidFill>
                  <a:srgbClr val="C8417F"/>
                </a:solidFill>
                <a:latin typeface="Arial"/>
                <a:ea typeface="Arial"/>
              </a:rPr>
              <a:t>~</a:t>
            </a:r>
          </a:p>
        </p:txBody>
      </p:sp>
      <p:sp>
        <p:nvSpPr>
          <p:cNvPr id="5" name=""/>
          <p:cNvSpPr txBox="1"/>
          <p:nvPr/>
        </p:nvSpPr>
        <p:spPr>
          <a:xfrm>
            <a:off x="762000" y="1771650"/>
            <a:ext cx="3390900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E1A1C"/>
                </a:solidFill>
                <a:latin typeface="Noto Sans JP"/>
                <a:ea typeface="Noto Sans JP"/>
              </a:rPr>
              <a:t>〇〇しようとしている</a:t>
            </a:r>
          </a:p>
        </p:txBody>
      </p:sp>
      <p:sp>
        <p:nvSpPr>
          <p:cNvPr id="6" name=""/>
          <p:cNvSpPr/>
          <p:nvPr/>
        </p:nvSpPr>
        <p:spPr>
          <a:xfrm>
            <a:off x="3781425" y="1809750"/>
            <a:ext cx="1276350" cy="342900"/>
          </a:xfrm>
          <a:prstGeom prst="roundRect">
            <a:avLst>
              <a:gd name="adj" fmla="val 50000"/>
            </a:avLst>
          </a:prstGeom>
          <a:solidFill>
            <a:srgbClr val="FCE6EF"/>
          </a:solidFill>
          <a:ln/>
        </p:spPr>
      </p:sp>
      <p:sp>
        <p:nvSpPr>
          <p:cNvPr id="7" name=""/>
          <p:cNvSpPr txBox="1"/>
          <p:nvPr/>
        </p:nvSpPr>
        <p:spPr>
          <a:xfrm>
            <a:off x="3933825" y="1857375"/>
            <a:ext cx="12287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C8417F"/>
                </a:solidFill>
                <a:latin typeface="Noto Sans JP"/>
                <a:ea typeface="Noto Sans JP"/>
              </a:rPr>
              <a:t>＋動詞の原形</a:t>
            </a:r>
          </a:p>
        </p:txBody>
      </p:sp>
      <p:sp>
        <p:nvSpPr>
          <p:cNvPr id="8" name=""/>
          <p:cNvSpPr/>
          <p:nvPr/>
        </p:nvSpPr>
        <p:spPr>
          <a:xfrm>
            <a:off x="762000" y="2400300"/>
            <a:ext cx="10668000" cy="57150"/>
          </a:xfrm>
          <a:prstGeom prst="roundRect">
            <a:avLst>
              <a:gd name="adj" fmla="val 50000"/>
            </a:avLst>
          </a:prstGeom>
          <a:solidFill>
            <a:srgbClr val="F3A6C8"/>
          </a:solidFill>
          <a:ln/>
        </p:spPr>
      </p:sp>
      <p:sp>
        <p:nvSpPr>
          <p:cNvPr id="9" name=""/>
          <p:cNvSpPr txBox="1"/>
          <p:nvPr/>
        </p:nvSpPr>
        <p:spPr>
          <a:xfrm>
            <a:off x="762000" y="3038475"/>
            <a:ext cx="504825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1E1A1C"/>
                </a:solidFill>
                <a:latin typeface="Arial"/>
                <a:ea typeface="Arial"/>
              </a:rPr>
              <a:t>9-1</a:t>
            </a:r>
          </a:p>
        </p:txBody>
      </p:sp>
      <p:sp>
        <p:nvSpPr>
          <p:cNvPr id="10" name=""/>
          <p:cNvSpPr txBox="1"/>
          <p:nvPr/>
        </p:nvSpPr>
        <p:spPr>
          <a:xfrm>
            <a:off x="1600200" y="3000375"/>
            <a:ext cx="453390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500" b="1">
                <a:solidFill>
                  <a:srgbClr val="1E1A1C"/>
                </a:solidFill>
                <a:highlight>
                  <a:srgbClr val="F9D3E3"/>
                </a:highlight>
                <a:latin typeface="Arial"/>
                <a:ea typeface="Arial"/>
              </a:rPr>
              <a:t>I'm trying to</a:t>
            </a:r>
            <a:pPr/>
            <a:r>
              <a:rPr sz="2500" b="1">
                <a:solidFill>
                  <a:srgbClr val="1E1A1C"/>
                </a:solidFill>
                <a:latin typeface="Arial"/>
                <a:ea typeface="Arial"/>
              </a:rPr>
              <a:t> </a:t>
            </a:r>
            <a:pPr/>
            <a:r>
              <a:rPr sz="2500" b="1">
                <a:solidFill>
                  <a:srgbClr val="C8417F"/>
                </a:solidFill>
                <a:latin typeface="Arial"/>
                <a:ea typeface="Arial"/>
              </a:rPr>
              <a:t>learn</a:t>
            </a:r>
            <a:pPr/>
            <a:r>
              <a:rPr sz="2500" b="1">
                <a:solidFill>
                  <a:srgbClr val="1E1A1C"/>
                </a:solidFill>
                <a:latin typeface="Arial"/>
                <a:ea typeface="Arial"/>
              </a:rPr>
              <a:t> English.</a:t>
            </a:r>
          </a:p>
        </p:txBody>
      </p:sp>
      <p:sp>
        <p:nvSpPr>
          <p:cNvPr id="11" name=""/>
          <p:cNvSpPr txBox="1"/>
          <p:nvPr/>
        </p:nvSpPr>
        <p:spPr>
          <a:xfrm>
            <a:off x="7810500" y="3019425"/>
            <a:ext cx="27527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574D52"/>
                </a:solidFill>
                <a:latin typeface="Noto Sans JP"/>
                <a:ea typeface="Noto Sans JP"/>
              </a:rPr>
              <a:t>英語を学ぼうとしている</a:t>
            </a:r>
          </a:p>
        </p:txBody>
      </p:sp>
      <p:sp>
        <p:nvSpPr>
          <p:cNvPr id="12" name=""/>
          <p:cNvSpPr/>
          <p:nvPr/>
        </p:nvSpPr>
        <p:spPr>
          <a:xfrm>
            <a:off x="762000" y="3848100"/>
            <a:ext cx="10668000" cy="0"/>
          </a:xfrm>
          <a:prstGeom prst="line">
            <a:avLst/>
          </a:prstGeom>
          <a:noFill/>
          <a:ln w="19050">
            <a:solidFill>
              <a:srgbClr val="F2D5E1"/>
            </a:solidFill>
            <a:prstDash val="solid"/>
          </a:ln>
        </p:spPr>
      </p:sp>
      <p:sp>
        <p:nvSpPr>
          <p:cNvPr id="13" name=""/>
          <p:cNvSpPr txBox="1"/>
          <p:nvPr/>
        </p:nvSpPr>
        <p:spPr>
          <a:xfrm>
            <a:off x="762000" y="4352925"/>
            <a:ext cx="504825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1E1A1C"/>
                </a:solidFill>
                <a:latin typeface="Arial"/>
                <a:ea typeface="Arial"/>
              </a:rPr>
              <a:t>9-2</a:t>
            </a:r>
          </a:p>
        </p:txBody>
      </p:sp>
      <p:sp>
        <p:nvSpPr>
          <p:cNvPr id="14" name=""/>
          <p:cNvSpPr txBox="1"/>
          <p:nvPr/>
        </p:nvSpPr>
        <p:spPr>
          <a:xfrm>
            <a:off x="1600200" y="4324350"/>
            <a:ext cx="430530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500" b="1">
                <a:solidFill>
                  <a:srgbClr val="1E1A1C"/>
                </a:solidFill>
                <a:highlight>
                  <a:srgbClr val="F9D3E3"/>
                </a:highlight>
                <a:latin typeface="Arial"/>
                <a:ea typeface="Arial"/>
              </a:rPr>
              <a:t>I'm trying to</a:t>
            </a:r>
            <a:pPr/>
            <a:r>
              <a:rPr sz="2500" b="1">
                <a:solidFill>
                  <a:srgbClr val="1E1A1C"/>
                </a:solidFill>
                <a:latin typeface="Arial"/>
                <a:ea typeface="Arial"/>
              </a:rPr>
              <a:t> </a:t>
            </a:r>
            <a:pPr/>
            <a:r>
              <a:rPr sz="2500" b="1">
                <a:solidFill>
                  <a:srgbClr val="C8417F"/>
                </a:solidFill>
                <a:latin typeface="Arial"/>
                <a:ea typeface="Arial"/>
              </a:rPr>
              <a:t>save</a:t>
            </a:r>
            <a:pPr/>
            <a:r>
              <a:rPr sz="2500" b="1">
                <a:solidFill>
                  <a:srgbClr val="1E1A1C"/>
                </a:solidFill>
                <a:latin typeface="Arial"/>
                <a:ea typeface="Arial"/>
              </a:rPr>
              <a:t> money.</a:t>
            </a:r>
          </a:p>
        </p:txBody>
      </p:sp>
      <p:sp>
        <p:nvSpPr>
          <p:cNvPr id="15" name=""/>
          <p:cNvSpPr txBox="1"/>
          <p:nvPr/>
        </p:nvSpPr>
        <p:spPr>
          <a:xfrm>
            <a:off x="7810500" y="4171950"/>
            <a:ext cx="251460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574D52"/>
                </a:solidFill>
                <a:latin typeface="Noto Sans JP"/>
                <a:ea typeface="Noto Sans JP"/>
              </a:rPr>
              <a:t>節約しようとしている</a:t>
            </a:r>
          </a:p>
        </p:txBody>
      </p:sp>
      <p:sp>
        <p:nvSpPr>
          <p:cNvPr id="16" name=""/>
          <p:cNvSpPr/>
          <p:nvPr/>
        </p:nvSpPr>
        <p:spPr>
          <a:xfrm>
            <a:off x="7810500" y="4533900"/>
            <a:ext cx="1323975" cy="295275"/>
          </a:xfrm>
          <a:prstGeom prst="roundRect">
            <a:avLst>
              <a:gd name="adj" fmla="val 25806"/>
            </a:avLst>
          </a:prstGeom>
          <a:solidFill>
            <a:srgbClr val="FFFFFF"/>
          </a:solidFill>
          <a:ln w="19050">
            <a:solidFill>
              <a:srgbClr val="F2D5E1"/>
            </a:solidFill>
            <a:prstDash val="solid"/>
          </a:ln>
        </p:spPr>
      </p:sp>
      <p:sp>
        <p:nvSpPr>
          <p:cNvPr id="17" name=""/>
          <p:cNvSpPr txBox="1"/>
          <p:nvPr/>
        </p:nvSpPr>
        <p:spPr>
          <a:xfrm>
            <a:off x="7924800" y="4572000"/>
            <a:ext cx="137160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574D52"/>
                </a:solidFill>
                <a:latin typeface="Noto Sans JP"/>
                <a:ea typeface="Noto Sans JP"/>
              </a:rPr>
              <a:t>save ＝ 節約する</a:t>
            </a:r>
          </a:p>
        </p:txBody>
      </p:sp>
      <p:sp>
        <p:nvSpPr>
          <p:cNvPr id="18" name=""/>
          <p:cNvSpPr/>
          <p:nvPr/>
        </p:nvSpPr>
        <p:spPr>
          <a:xfrm>
            <a:off x="762000" y="5162550"/>
            <a:ext cx="10668000" cy="0"/>
          </a:xfrm>
          <a:prstGeom prst="line">
            <a:avLst/>
          </a:prstGeom>
          <a:noFill/>
          <a:ln w="19050">
            <a:solidFill>
              <a:srgbClr val="F2D5E1"/>
            </a:solidFill>
            <a:prstDash val="solid"/>
          </a:ln>
        </p:spPr>
      </p:sp>
      <p:sp>
        <p:nvSpPr>
          <p:cNvPr id="19" name=""/>
          <p:cNvSpPr txBox="1"/>
          <p:nvPr/>
        </p:nvSpPr>
        <p:spPr>
          <a:xfrm>
            <a:off x="762000" y="5676900"/>
            <a:ext cx="504825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1E1A1C"/>
                </a:solidFill>
                <a:latin typeface="Arial"/>
                <a:ea typeface="Arial"/>
              </a:rPr>
              <a:t>9-3</a:t>
            </a:r>
          </a:p>
        </p:txBody>
      </p:sp>
      <p:sp>
        <p:nvSpPr>
          <p:cNvPr id="20" name=""/>
          <p:cNvSpPr txBox="1"/>
          <p:nvPr/>
        </p:nvSpPr>
        <p:spPr>
          <a:xfrm>
            <a:off x="1600200" y="5648325"/>
            <a:ext cx="42576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500" b="1">
                <a:solidFill>
                  <a:srgbClr val="1E1A1C"/>
                </a:solidFill>
                <a:highlight>
                  <a:srgbClr val="F9D3E3"/>
                </a:highlight>
                <a:latin typeface="Arial"/>
                <a:ea typeface="Arial"/>
              </a:rPr>
              <a:t>I'm trying to</a:t>
            </a:r>
            <a:pPr/>
            <a:r>
              <a:rPr sz="2500" b="1">
                <a:solidFill>
                  <a:srgbClr val="1E1A1C"/>
                </a:solidFill>
                <a:latin typeface="Arial"/>
                <a:ea typeface="Arial"/>
              </a:rPr>
              <a:t> </a:t>
            </a:r>
            <a:pPr/>
            <a:r>
              <a:rPr sz="2500" b="1">
                <a:solidFill>
                  <a:srgbClr val="C8417F"/>
                </a:solidFill>
                <a:latin typeface="Arial"/>
                <a:ea typeface="Arial"/>
              </a:rPr>
              <a:t>figure</a:t>
            </a:r>
            <a:pPr/>
            <a:r>
              <a:rPr sz="2500" b="1">
                <a:solidFill>
                  <a:srgbClr val="1E1A1C"/>
                </a:solidFill>
                <a:latin typeface="Arial"/>
                <a:ea typeface="Arial"/>
              </a:rPr>
              <a:t> it out.</a:t>
            </a:r>
          </a:p>
        </p:txBody>
      </p:sp>
      <p:sp>
        <p:nvSpPr>
          <p:cNvPr id="21" name=""/>
          <p:cNvSpPr txBox="1"/>
          <p:nvPr/>
        </p:nvSpPr>
        <p:spPr>
          <a:xfrm>
            <a:off x="7810500" y="5667375"/>
            <a:ext cx="322897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574D52"/>
                </a:solidFill>
                <a:latin typeface="Noto Sans JP"/>
                <a:ea typeface="Noto Sans JP"/>
              </a:rPr>
              <a:t>今頑張って解決してるところ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D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7810500" y="0"/>
            <a:ext cx="4381500" cy="3143250"/>
          </a:xfrm>
          <a:custGeom>
            <a:avLst/>
            <a:gdLst/>
            <a:ahLst/>
            <a:cxnLst/>
            <a:rect l="l" t="t" r="r" b="b"/>
            <a:pathLst>
              <a:path w="4381500" h="3143250">
                <a:moveTo>
                  <a:pt x="0" y="0"/>
                </a:moveTo>
                <a:cubicBezTo>
                  <a:pt x="381000" y="914400"/>
                  <a:pt x="1314450" y="1428750"/>
                  <a:pt x="2324100" y="1524000"/>
                </a:cubicBezTo>
                <a:cubicBezTo>
                  <a:pt x="3352800" y="1619250"/>
                  <a:pt x="4038600" y="2209800"/>
                  <a:pt x="4381500" y="3143250"/>
                </a:cubicBezTo>
                <a:lnTo>
                  <a:pt x="4381500" y="0"/>
                </a:lnTo>
                <a:close/>
              </a:path>
            </a:pathLst>
          </a:custGeom>
          <a:solidFill>
            <a:srgbClr val="FBE1E9"/>
          </a:solidFill>
          <a:ln/>
        </p:spPr>
      </p:sp>
      <p:sp>
        <p:nvSpPr>
          <p:cNvPr id="3" name=""/>
          <p:cNvSpPr txBox="1"/>
          <p:nvPr/>
        </p:nvSpPr>
        <p:spPr>
          <a:xfrm>
            <a:off x="762000" y="495300"/>
            <a:ext cx="4400550" cy="552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1E1A1C"/>
                </a:solidFill>
                <a:latin typeface="Noto Sans JP"/>
                <a:ea typeface="Noto Sans JP"/>
              </a:rPr>
              <a:t>9フレーズ まとめ一覧</a:t>
            </a:r>
          </a:p>
        </p:txBody>
      </p:sp>
      <p:sp>
        <p:nvSpPr>
          <p:cNvPr id="4" name=""/>
          <p:cNvSpPr txBox="1"/>
          <p:nvPr/>
        </p:nvSpPr>
        <p:spPr>
          <a:xfrm>
            <a:off x="4657725" y="733425"/>
            <a:ext cx="24574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9C9196"/>
                </a:solidFill>
                <a:latin typeface="Noto Sans JP"/>
                <a:ea typeface="Noto Sans JP"/>
              </a:rPr>
              <a:t>スクショして見返してね！</a:t>
            </a:r>
          </a:p>
        </p:txBody>
      </p:sp>
      <p:sp>
        <p:nvSpPr>
          <p:cNvPr id="5" name=""/>
          <p:cNvSpPr/>
          <p:nvPr/>
        </p:nvSpPr>
        <p:spPr>
          <a:xfrm>
            <a:off x="762000" y="1200150"/>
            <a:ext cx="3429000" cy="57150"/>
          </a:xfrm>
          <a:prstGeom prst="roundRect">
            <a:avLst>
              <a:gd name="adj" fmla="val 50000"/>
            </a:avLst>
          </a:prstGeom>
          <a:solidFill>
            <a:srgbClr val="F3A6C8"/>
          </a:solidFill>
          <a:ln/>
        </p:spPr>
      </p:sp>
      <p:sp>
        <p:nvSpPr>
          <p:cNvPr id="6" name=""/>
          <p:cNvSpPr/>
          <p:nvPr/>
        </p:nvSpPr>
        <p:spPr>
          <a:xfrm>
            <a:off x="762000" y="1466850"/>
            <a:ext cx="3467100" cy="1581150"/>
          </a:xfrm>
          <a:prstGeom prst="roundRect">
            <a:avLst>
              <a:gd name="adj" fmla="val 9639"/>
            </a:avLst>
          </a:prstGeom>
          <a:solidFill>
            <a:srgbClr val="FFFFFF"/>
          </a:solidFill>
          <a:ln w="19050">
            <a:solidFill>
              <a:srgbClr val="F2D5E1"/>
            </a:solidFill>
            <a:prstDash val="solid"/>
          </a:ln>
        </p:spPr>
      </p:sp>
      <p:sp>
        <p:nvSpPr>
          <p:cNvPr id="7" name=""/>
          <p:cNvSpPr txBox="1"/>
          <p:nvPr/>
        </p:nvSpPr>
        <p:spPr>
          <a:xfrm>
            <a:off x="971550" y="1609725"/>
            <a:ext cx="2476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C8417F"/>
                </a:solidFill>
                <a:latin typeface="Arial"/>
                <a:ea typeface="Arial"/>
              </a:rPr>
              <a:t>1</a:t>
            </a:r>
          </a:p>
        </p:txBody>
      </p:sp>
      <p:sp>
        <p:nvSpPr>
          <p:cNvPr id="8" name=""/>
          <p:cNvSpPr txBox="1"/>
          <p:nvPr/>
        </p:nvSpPr>
        <p:spPr>
          <a:xfrm>
            <a:off x="1200150" y="1600200"/>
            <a:ext cx="16954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750" b="1">
                <a:solidFill>
                  <a:srgbClr val="1E1A1C"/>
                </a:solidFill>
                <a:latin typeface="Arial"/>
                <a:ea typeface="Arial"/>
              </a:rPr>
              <a:t>I feel like ~ing</a:t>
            </a:r>
          </a:p>
        </p:txBody>
      </p:sp>
      <p:sp>
        <p:nvSpPr>
          <p:cNvPr id="9" name=""/>
          <p:cNvSpPr txBox="1"/>
          <p:nvPr/>
        </p:nvSpPr>
        <p:spPr>
          <a:xfrm>
            <a:off x="971550" y="1895475"/>
            <a:ext cx="10477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1E1A1C"/>
                </a:solidFill>
                <a:latin typeface="Noto Sans JP"/>
                <a:ea typeface="Noto Sans JP"/>
              </a:rPr>
              <a:t>〇〇な気分</a:t>
            </a:r>
          </a:p>
        </p:txBody>
      </p:sp>
      <p:sp>
        <p:nvSpPr>
          <p:cNvPr id="10" name=""/>
          <p:cNvSpPr/>
          <p:nvPr/>
        </p:nvSpPr>
        <p:spPr>
          <a:xfrm>
            <a:off x="971550" y="2476500"/>
            <a:ext cx="3048000" cy="0"/>
          </a:xfrm>
          <a:prstGeom prst="line">
            <a:avLst/>
          </a:prstGeom>
          <a:noFill/>
          <a:ln w="19050">
            <a:solidFill>
              <a:srgbClr val="F2D5E1"/>
            </a:solidFill>
            <a:prstDash val="dash"/>
          </a:ln>
        </p:spPr>
      </p:sp>
      <p:sp>
        <p:nvSpPr>
          <p:cNvPr id="11" name=""/>
          <p:cNvSpPr txBox="1"/>
          <p:nvPr/>
        </p:nvSpPr>
        <p:spPr>
          <a:xfrm>
            <a:off x="971550" y="2552700"/>
            <a:ext cx="240030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574D52"/>
                </a:solidFill>
                <a:latin typeface="Arial"/>
                <a:ea typeface="Arial"/>
              </a:rPr>
              <a:t>I feel like eating pizza today.</a:t>
            </a:r>
          </a:p>
        </p:txBody>
      </p:sp>
      <p:sp>
        <p:nvSpPr>
          <p:cNvPr id="12" name=""/>
          <p:cNvSpPr txBox="1"/>
          <p:nvPr/>
        </p:nvSpPr>
        <p:spPr>
          <a:xfrm>
            <a:off x="971550" y="2733675"/>
            <a:ext cx="1962150" cy="1809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>
                <a:solidFill>
                  <a:srgbClr val="9C9196"/>
                </a:solidFill>
                <a:latin typeface="Noto Sans JP"/>
                <a:ea typeface="Noto Sans JP"/>
              </a:rPr>
              <a:t>今日ピザを食べたい気分やわ</a:t>
            </a:r>
          </a:p>
        </p:txBody>
      </p:sp>
      <p:sp>
        <p:nvSpPr>
          <p:cNvPr id="13" name=""/>
          <p:cNvSpPr/>
          <p:nvPr/>
        </p:nvSpPr>
        <p:spPr>
          <a:xfrm>
            <a:off x="4362450" y="1466850"/>
            <a:ext cx="3467100" cy="1581150"/>
          </a:xfrm>
          <a:prstGeom prst="roundRect">
            <a:avLst>
              <a:gd name="adj" fmla="val 9639"/>
            </a:avLst>
          </a:prstGeom>
          <a:solidFill>
            <a:srgbClr val="FFFFFF"/>
          </a:solidFill>
          <a:ln w="19050">
            <a:solidFill>
              <a:srgbClr val="F2D5E1"/>
            </a:solidFill>
            <a:prstDash val="solid"/>
          </a:ln>
        </p:spPr>
      </p:sp>
      <p:sp>
        <p:nvSpPr>
          <p:cNvPr id="14" name=""/>
          <p:cNvSpPr txBox="1"/>
          <p:nvPr/>
        </p:nvSpPr>
        <p:spPr>
          <a:xfrm>
            <a:off x="4572000" y="1609725"/>
            <a:ext cx="2476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C8417F"/>
                </a:solidFill>
                <a:latin typeface="Arial"/>
                <a:ea typeface="Arial"/>
              </a:rPr>
              <a:t>2</a:t>
            </a:r>
          </a:p>
        </p:txBody>
      </p:sp>
      <p:sp>
        <p:nvSpPr>
          <p:cNvPr id="15" name=""/>
          <p:cNvSpPr txBox="1"/>
          <p:nvPr/>
        </p:nvSpPr>
        <p:spPr>
          <a:xfrm>
            <a:off x="4800600" y="1600200"/>
            <a:ext cx="13144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750" b="1">
                <a:solidFill>
                  <a:srgbClr val="1E1A1C"/>
                </a:solidFill>
                <a:latin typeface="Arial"/>
                <a:ea typeface="Arial"/>
              </a:rPr>
              <a:t>I used to ~</a:t>
            </a:r>
          </a:p>
        </p:txBody>
      </p:sp>
      <p:sp>
        <p:nvSpPr>
          <p:cNvPr id="16" name=""/>
          <p:cNvSpPr txBox="1"/>
          <p:nvPr/>
        </p:nvSpPr>
        <p:spPr>
          <a:xfrm>
            <a:off x="4572000" y="1895475"/>
            <a:ext cx="140970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1E1A1C"/>
                </a:solidFill>
                <a:latin typeface="Noto Sans JP"/>
                <a:ea typeface="Noto Sans JP"/>
              </a:rPr>
              <a:t>昔は〇〇してた</a:t>
            </a:r>
          </a:p>
        </p:txBody>
      </p:sp>
      <p:sp>
        <p:nvSpPr>
          <p:cNvPr id="17" name=""/>
          <p:cNvSpPr/>
          <p:nvPr/>
        </p:nvSpPr>
        <p:spPr>
          <a:xfrm>
            <a:off x="4572000" y="2476500"/>
            <a:ext cx="3048000" cy="0"/>
          </a:xfrm>
          <a:prstGeom prst="line">
            <a:avLst/>
          </a:prstGeom>
          <a:noFill/>
          <a:ln w="19050">
            <a:solidFill>
              <a:srgbClr val="F2D5E1"/>
            </a:solidFill>
            <a:prstDash val="dash"/>
          </a:ln>
        </p:spPr>
      </p:sp>
      <p:sp>
        <p:nvSpPr>
          <p:cNvPr id="18" name=""/>
          <p:cNvSpPr txBox="1"/>
          <p:nvPr/>
        </p:nvSpPr>
        <p:spPr>
          <a:xfrm>
            <a:off x="4572000" y="2552700"/>
            <a:ext cx="2162175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574D52"/>
                </a:solidFill>
                <a:latin typeface="Arial"/>
                <a:ea typeface="Arial"/>
              </a:rPr>
              <a:t>I used to play basketball.</a:t>
            </a:r>
          </a:p>
        </p:txBody>
      </p:sp>
      <p:sp>
        <p:nvSpPr>
          <p:cNvPr id="19" name=""/>
          <p:cNvSpPr txBox="1"/>
          <p:nvPr/>
        </p:nvSpPr>
        <p:spPr>
          <a:xfrm>
            <a:off x="4572000" y="2733675"/>
            <a:ext cx="1381125" cy="1809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>
                <a:solidFill>
                  <a:srgbClr val="9C9196"/>
                </a:solidFill>
                <a:latin typeface="Noto Sans JP"/>
                <a:ea typeface="Noto Sans JP"/>
              </a:rPr>
              <a:t>バスケ昔やっていた</a:t>
            </a:r>
          </a:p>
        </p:txBody>
      </p:sp>
      <p:sp>
        <p:nvSpPr>
          <p:cNvPr id="20" name=""/>
          <p:cNvSpPr/>
          <p:nvPr/>
        </p:nvSpPr>
        <p:spPr>
          <a:xfrm>
            <a:off x="7962900" y="1466850"/>
            <a:ext cx="3467100" cy="1581150"/>
          </a:xfrm>
          <a:prstGeom prst="roundRect">
            <a:avLst>
              <a:gd name="adj" fmla="val 9639"/>
            </a:avLst>
          </a:prstGeom>
          <a:solidFill>
            <a:srgbClr val="FFFFFF"/>
          </a:solidFill>
          <a:ln w="19050">
            <a:solidFill>
              <a:srgbClr val="F2D5E1"/>
            </a:solidFill>
            <a:prstDash val="solid"/>
          </a:ln>
        </p:spPr>
      </p:sp>
      <p:sp>
        <p:nvSpPr>
          <p:cNvPr id="21" name=""/>
          <p:cNvSpPr txBox="1"/>
          <p:nvPr/>
        </p:nvSpPr>
        <p:spPr>
          <a:xfrm>
            <a:off x="8172450" y="1609725"/>
            <a:ext cx="2476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C8417F"/>
                </a:solidFill>
                <a:latin typeface="Arial"/>
                <a:ea typeface="Arial"/>
              </a:rPr>
              <a:t>3</a:t>
            </a:r>
          </a:p>
        </p:txBody>
      </p:sp>
      <p:sp>
        <p:nvSpPr>
          <p:cNvPr id="22" name=""/>
          <p:cNvSpPr txBox="1"/>
          <p:nvPr/>
        </p:nvSpPr>
        <p:spPr>
          <a:xfrm>
            <a:off x="8401050" y="1600200"/>
            <a:ext cx="1876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750" b="1">
                <a:solidFill>
                  <a:srgbClr val="1E1A1C"/>
                </a:solidFill>
                <a:latin typeface="Arial"/>
                <a:ea typeface="Arial"/>
              </a:rPr>
              <a:t>I should have ~</a:t>
            </a:r>
          </a:p>
        </p:txBody>
      </p:sp>
      <p:sp>
        <p:nvSpPr>
          <p:cNvPr id="23" name=""/>
          <p:cNvSpPr txBox="1"/>
          <p:nvPr/>
        </p:nvSpPr>
        <p:spPr>
          <a:xfrm>
            <a:off x="8172450" y="1895475"/>
            <a:ext cx="198120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1E1A1C"/>
                </a:solidFill>
                <a:latin typeface="Noto Sans JP"/>
                <a:ea typeface="Noto Sans JP"/>
              </a:rPr>
              <a:t>〇〇しとけばよかった</a:t>
            </a:r>
          </a:p>
        </p:txBody>
      </p:sp>
      <p:sp>
        <p:nvSpPr>
          <p:cNvPr id="24" name=""/>
          <p:cNvSpPr/>
          <p:nvPr/>
        </p:nvSpPr>
        <p:spPr>
          <a:xfrm>
            <a:off x="8172450" y="2476500"/>
            <a:ext cx="3048000" cy="0"/>
          </a:xfrm>
          <a:prstGeom prst="line">
            <a:avLst/>
          </a:prstGeom>
          <a:noFill/>
          <a:ln w="19050">
            <a:solidFill>
              <a:srgbClr val="F2D5E1"/>
            </a:solidFill>
            <a:prstDash val="dash"/>
          </a:ln>
        </p:spPr>
      </p:sp>
      <p:sp>
        <p:nvSpPr>
          <p:cNvPr id="25" name=""/>
          <p:cNvSpPr txBox="1"/>
          <p:nvPr/>
        </p:nvSpPr>
        <p:spPr>
          <a:xfrm>
            <a:off x="8172450" y="2552700"/>
            <a:ext cx="211455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574D52"/>
                </a:solidFill>
                <a:latin typeface="Arial"/>
                <a:ea typeface="Arial"/>
              </a:rPr>
              <a:t>I should have left earlier.</a:t>
            </a:r>
          </a:p>
        </p:txBody>
      </p:sp>
      <p:sp>
        <p:nvSpPr>
          <p:cNvPr id="26" name=""/>
          <p:cNvSpPr txBox="1"/>
          <p:nvPr/>
        </p:nvSpPr>
        <p:spPr>
          <a:xfrm>
            <a:off x="8172450" y="2733675"/>
            <a:ext cx="2105025" cy="1809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>
                <a:solidFill>
                  <a:srgbClr val="9C9196"/>
                </a:solidFill>
                <a:latin typeface="Noto Sans JP"/>
                <a:ea typeface="Noto Sans JP"/>
              </a:rPr>
              <a:t>もっとはやく出とけばよかった</a:t>
            </a:r>
          </a:p>
        </p:txBody>
      </p:sp>
      <p:sp>
        <p:nvSpPr>
          <p:cNvPr id="27" name=""/>
          <p:cNvSpPr/>
          <p:nvPr/>
        </p:nvSpPr>
        <p:spPr>
          <a:xfrm>
            <a:off x="762000" y="3181350"/>
            <a:ext cx="3467100" cy="1581150"/>
          </a:xfrm>
          <a:prstGeom prst="roundRect">
            <a:avLst>
              <a:gd name="adj" fmla="val 9639"/>
            </a:avLst>
          </a:prstGeom>
          <a:solidFill>
            <a:srgbClr val="FFFFFF"/>
          </a:solidFill>
          <a:ln w="19050">
            <a:solidFill>
              <a:srgbClr val="F2D5E1"/>
            </a:solidFill>
            <a:prstDash val="solid"/>
          </a:ln>
        </p:spPr>
      </p:sp>
      <p:sp>
        <p:nvSpPr>
          <p:cNvPr id="28" name=""/>
          <p:cNvSpPr txBox="1"/>
          <p:nvPr/>
        </p:nvSpPr>
        <p:spPr>
          <a:xfrm>
            <a:off x="971550" y="3324225"/>
            <a:ext cx="2476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C8417F"/>
                </a:solidFill>
                <a:latin typeface="Arial"/>
                <a:ea typeface="Arial"/>
              </a:rPr>
              <a:t>4</a:t>
            </a:r>
          </a:p>
        </p:txBody>
      </p:sp>
      <p:sp>
        <p:nvSpPr>
          <p:cNvPr id="29" name=""/>
          <p:cNvSpPr txBox="1"/>
          <p:nvPr/>
        </p:nvSpPr>
        <p:spPr>
          <a:xfrm>
            <a:off x="1200150" y="3314700"/>
            <a:ext cx="213360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750" b="1">
                <a:solidFill>
                  <a:srgbClr val="1E1A1C"/>
                </a:solidFill>
                <a:latin typeface="Arial"/>
                <a:ea typeface="Arial"/>
              </a:rPr>
              <a:t>Do you wanna ~?</a:t>
            </a:r>
          </a:p>
        </p:txBody>
      </p:sp>
      <p:sp>
        <p:nvSpPr>
          <p:cNvPr id="30" name=""/>
          <p:cNvSpPr txBox="1"/>
          <p:nvPr/>
        </p:nvSpPr>
        <p:spPr>
          <a:xfrm>
            <a:off x="971550" y="3609975"/>
            <a:ext cx="12287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1E1A1C"/>
                </a:solidFill>
                <a:latin typeface="Noto Sans JP"/>
                <a:ea typeface="Noto Sans JP"/>
              </a:rPr>
              <a:t>〇〇したい？</a:t>
            </a:r>
          </a:p>
        </p:txBody>
      </p:sp>
      <p:sp>
        <p:nvSpPr>
          <p:cNvPr id="31" name=""/>
          <p:cNvSpPr/>
          <p:nvPr/>
        </p:nvSpPr>
        <p:spPr>
          <a:xfrm>
            <a:off x="971550" y="4191000"/>
            <a:ext cx="3048000" cy="0"/>
          </a:xfrm>
          <a:prstGeom prst="line">
            <a:avLst/>
          </a:prstGeom>
          <a:noFill/>
          <a:ln w="19050">
            <a:solidFill>
              <a:srgbClr val="F2D5E1"/>
            </a:solidFill>
            <a:prstDash val="dash"/>
          </a:ln>
        </p:spPr>
      </p:sp>
      <p:sp>
        <p:nvSpPr>
          <p:cNvPr id="32" name=""/>
          <p:cNvSpPr txBox="1"/>
          <p:nvPr/>
        </p:nvSpPr>
        <p:spPr>
          <a:xfrm>
            <a:off x="971550" y="4267200"/>
            <a:ext cx="2543175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574D52"/>
                </a:solidFill>
                <a:latin typeface="Arial"/>
                <a:ea typeface="Arial"/>
              </a:rPr>
              <a:t>Do you wanna eat out today?</a:t>
            </a:r>
          </a:p>
        </p:txBody>
      </p:sp>
      <p:sp>
        <p:nvSpPr>
          <p:cNvPr id="33" name=""/>
          <p:cNvSpPr txBox="1"/>
          <p:nvPr/>
        </p:nvSpPr>
        <p:spPr>
          <a:xfrm>
            <a:off x="971550" y="4448175"/>
            <a:ext cx="1381125" cy="1809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>
                <a:solidFill>
                  <a:srgbClr val="9C9196"/>
                </a:solidFill>
                <a:latin typeface="Noto Sans JP"/>
                <a:ea typeface="Noto Sans JP"/>
              </a:rPr>
              <a:t>今日外食せえへん？</a:t>
            </a:r>
          </a:p>
        </p:txBody>
      </p:sp>
      <p:sp>
        <p:nvSpPr>
          <p:cNvPr id="34" name=""/>
          <p:cNvSpPr/>
          <p:nvPr/>
        </p:nvSpPr>
        <p:spPr>
          <a:xfrm>
            <a:off x="4362450" y="3181350"/>
            <a:ext cx="3467100" cy="1581150"/>
          </a:xfrm>
          <a:prstGeom prst="roundRect">
            <a:avLst>
              <a:gd name="adj" fmla="val 9639"/>
            </a:avLst>
          </a:prstGeom>
          <a:solidFill>
            <a:srgbClr val="FFFFFF"/>
          </a:solidFill>
          <a:ln w="19050">
            <a:solidFill>
              <a:srgbClr val="F2D5E1"/>
            </a:solidFill>
            <a:prstDash val="solid"/>
          </a:ln>
        </p:spPr>
      </p:sp>
      <p:sp>
        <p:nvSpPr>
          <p:cNvPr id="35" name=""/>
          <p:cNvSpPr txBox="1"/>
          <p:nvPr/>
        </p:nvSpPr>
        <p:spPr>
          <a:xfrm>
            <a:off x="4572000" y="3324225"/>
            <a:ext cx="2476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C8417F"/>
                </a:solidFill>
                <a:latin typeface="Arial"/>
                <a:ea typeface="Arial"/>
              </a:rPr>
              <a:t>5</a:t>
            </a:r>
          </a:p>
        </p:txBody>
      </p:sp>
      <p:sp>
        <p:nvSpPr>
          <p:cNvPr id="36" name=""/>
          <p:cNvSpPr txBox="1"/>
          <p:nvPr/>
        </p:nvSpPr>
        <p:spPr>
          <a:xfrm>
            <a:off x="4800600" y="3314700"/>
            <a:ext cx="19621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750" b="1">
                <a:solidFill>
                  <a:srgbClr val="1E1A1C"/>
                </a:solidFill>
                <a:latin typeface="Arial"/>
                <a:ea typeface="Arial"/>
              </a:rPr>
              <a:t>I'm looking for ~</a:t>
            </a:r>
          </a:p>
        </p:txBody>
      </p:sp>
      <p:sp>
        <p:nvSpPr>
          <p:cNvPr id="37" name=""/>
          <p:cNvSpPr txBox="1"/>
          <p:nvPr/>
        </p:nvSpPr>
        <p:spPr>
          <a:xfrm>
            <a:off x="4572000" y="3609975"/>
            <a:ext cx="15811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1E1A1C"/>
                </a:solidFill>
                <a:latin typeface="Noto Sans JP"/>
                <a:ea typeface="Noto Sans JP"/>
              </a:rPr>
              <a:t>〇〇を探してます</a:t>
            </a:r>
          </a:p>
        </p:txBody>
      </p:sp>
      <p:sp>
        <p:nvSpPr>
          <p:cNvPr id="38" name=""/>
          <p:cNvSpPr/>
          <p:nvPr/>
        </p:nvSpPr>
        <p:spPr>
          <a:xfrm>
            <a:off x="4572000" y="4191000"/>
            <a:ext cx="3048000" cy="0"/>
          </a:xfrm>
          <a:prstGeom prst="line">
            <a:avLst/>
          </a:prstGeom>
          <a:noFill/>
          <a:ln w="19050">
            <a:solidFill>
              <a:srgbClr val="F2D5E1"/>
            </a:solidFill>
            <a:prstDash val="dash"/>
          </a:ln>
        </p:spPr>
      </p:sp>
      <p:sp>
        <p:nvSpPr>
          <p:cNvPr id="39" name=""/>
          <p:cNvSpPr txBox="1"/>
          <p:nvPr/>
        </p:nvSpPr>
        <p:spPr>
          <a:xfrm>
            <a:off x="4572000" y="4267200"/>
            <a:ext cx="2257425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574D52"/>
                </a:solidFill>
                <a:latin typeface="Arial"/>
                <a:ea typeface="Arial"/>
              </a:rPr>
              <a:t>I'm looking for the station.</a:t>
            </a:r>
          </a:p>
        </p:txBody>
      </p:sp>
      <p:sp>
        <p:nvSpPr>
          <p:cNvPr id="40" name=""/>
          <p:cNvSpPr txBox="1"/>
          <p:nvPr/>
        </p:nvSpPr>
        <p:spPr>
          <a:xfrm>
            <a:off x="4572000" y="4448175"/>
            <a:ext cx="1666875" cy="1809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>
                <a:solidFill>
                  <a:srgbClr val="9C9196"/>
                </a:solidFill>
                <a:latin typeface="Noto Sans JP"/>
                <a:ea typeface="Noto Sans JP"/>
              </a:rPr>
              <a:t>駅を探してるんですけど</a:t>
            </a:r>
          </a:p>
        </p:txBody>
      </p:sp>
      <p:sp>
        <p:nvSpPr>
          <p:cNvPr id="41" name=""/>
          <p:cNvSpPr/>
          <p:nvPr/>
        </p:nvSpPr>
        <p:spPr>
          <a:xfrm>
            <a:off x="7962900" y="3181350"/>
            <a:ext cx="3467100" cy="1581150"/>
          </a:xfrm>
          <a:prstGeom prst="roundRect">
            <a:avLst>
              <a:gd name="adj" fmla="val 9639"/>
            </a:avLst>
          </a:prstGeom>
          <a:solidFill>
            <a:srgbClr val="FFFFFF"/>
          </a:solidFill>
          <a:ln w="19050">
            <a:solidFill>
              <a:srgbClr val="F2D5E1"/>
            </a:solidFill>
            <a:prstDash val="solid"/>
          </a:ln>
        </p:spPr>
      </p:sp>
      <p:sp>
        <p:nvSpPr>
          <p:cNvPr id="42" name=""/>
          <p:cNvSpPr txBox="1"/>
          <p:nvPr/>
        </p:nvSpPr>
        <p:spPr>
          <a:xfrm>
            <a:off x="8172450" y="3324225"/>
            <a:ext cx="2476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C8417F"/>
                </a:solidFill>
                <a:latin typeface="Arial"/>
                <a:ea typeface="Arial"/>
              </a:rPr>
              <a:t>6</a:t>
            </a:r>
          </a:p>
        </p:txBody>
      </p:sp>
      <p:sp>
        <p:nvSpPr>
          <p:cNvPr id="43" name=""/>
          <p:cNvSpPr txBox="1"/>
          <p:nvPr/>
        </p:nvSpPr>
        <p:spPr>
          <a:xfrm>
            <a:off x="8401050" y="3314700"/>
            <a:ext cx="110490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750" b="1">
                <a:solidFill>
                  <a:srgbClr val="1E1A1C"/>
                </a:solidFill>
                <a:latin typeface="Arial"/>
                <a:ea typeface="Arial"/>
              </a:rPr>
              <a:t>I might ~</a:t>
            </a:r>
          </a:p>
        </p:txBody>
      </p:sp>
      <p:sp>
        <p:nvSpPr>
          <p:cNvPr id="44" name=""/>
          <p:cNvSpPr txBox="1"/>
          <p:nvPr/>
        </p:nvSpPr>
        <p:spPr>
          <a:xfrm>
            <a:off x="8172450" y="3609975"/>
            <a:ext cx="198120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1E1A1C"/>
                </a:solidFill>
                <a:latin typeface="Noto Sans JP"/>
                <a:ea typeface="Noto Sans JP"/>
              </a:rPr>
              <a:t>〇〇するかもしれない</a:t>
            </a:r>
          </a:p>
        </p:txBody>
      </p:sp>
      <p:sp>
        <p:nvSpPr>
          <p:cNvPr id="45" name=""/>
          <p:cNvSpPr/>
          <p:nvPr/>
        </p:nvSpPr>
        <p:spPr>
          <a:xfrm>
            <a:off x="8172450" y="4191000"/>
            <a:ext cx="3048000" cy="0"/>
          </a:xfrm>
          <a:prstGeom prst="line">
            <a:avLst/>
          </a:prstGeom>
          <a:noFill/>
          <a:ln w="19050">
            <a:solidFill>
              <a:srgbClr val="F2D5E1"/>
            </a:solidFill>
            <a:prstDash val="dash"/>
          </a:ln>
        </p:spPr>
      </p:sp>
      <p:sp>
        <p:nvSpPr>
          <p:cNvPr id="46" name=""/>
          <p:cNvSpPr txBox="1"/>
          <p:nvPr/>
        </p:nvSpPr>
        <p:spPr>
          <a:xfrm>
            <a:off x="8172450" y="4267200"/>
            <a:ext cx="1304925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574D52"/>
                </a:solidFill>
                <a:latin typeface="Arial"/>
                <a:ea typeface="Arial"/>
              </a:rPr>
              <a:t>I might be late.</a:t>
            </a:r>
          </a:p>
        </p:txBody>
      </p:sp>
      <p:sp>
        <p:nvSpPr>
          <p:cNvPr id="47" name=""/>
          <p:cNvSpPr txBox="1"/>
          <p:nvPr/>
        </p:nvSpPr>
        <p:spPr>
          <a:xfrm>
            <a:off x="8172450" y="4448175"/>
            <a:ext cx="1400175" cy="1809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>
                <a:solidFill>
                  <a:srgbClr val="9C9196"/>
                </a:solidFill>
                <a:latin typeface="Noto Sans JP"/>
                <a:ea typeface="Noto Sans JP"/>
              </a:rPr>
              <a:t>ちょっと遅れるかも</a:t>
            </a:r>
          </a:p>
        </p:txBody>
      </p:sp>
      <p:sp>
        <p:nvSpPr>
          <p:cNvPr id="48" name=""/>
          <p:cNvSpPr/>
          <p:nvPr/>
        </p:nvSpPr>
        <p:spPr>
          <a:xfrm>
            <a:off x="762000" y="4895850"/>
            <a:ext cx="3467100" cy="1581150"/>
          </a:xfrm>
          <a:prstGeom prst="roundRect">
            <a:avLst>
              <a:gd name="adj" fmla="val 9639"/>
            </a:avLst>
          </a:prstGeom>
          <a:solidFill>
            <a:srgbClr val="FFFFFF"/>
          </a:solidFill>
          <a:ln w="19050">
            <a:solidFill>
              <a:srgbClr val="F2D5E1"/>
            </a:solidFill>
            <a:prstDash val="solid"/>
          </a:ln>
        </p:spPr>
      </p:sp>
      <p:sp>
        <p:nvSpPr>
          <p:cNvPr id="49" name=""/>
          <p:cNvSpPr txBox="1"/>
          <p:nvPr/>
        </p:nvSpPr>
        <p:spPr>
          <a:xfrm>
            <a:off x="971550" y="5038725"/>
            <a:ext cx="2476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C8417F"/>
                </a:solidFill>
                <a:latin typeface="Arial"/>
                <a:ea typeface="Arial"/>
              </a:rPr>
              <a:t>7</a:t>
            </a:r>
          </a:p>
        </p:txBody>
      </p:sp>
      <p:sp>
        <p:nvSpPr>
          <p:cNvPr id="50" name=""/>
          <p:cNvSpPr txBox="1"/>
          <p:nvPr/>
        </p:nvSpPr>
        <p:spPr>
          <a:xfrm>
            <a:off x="1200150" y="5029200"/>
            <a:ext cx="22764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750" b="1">
                <a:solidFill>
                  <a:srgbClr val="1E1A1C"/>
                </a:solidFill>
                <a:latin typeface="Arial"/>
                <a:ea typeface="Arial"/>
              </a:rPr>
              <a:t>Do you mind if I ~?</a:t>
            </a:r>
          </a:p>
        </p:txBody>
      </p:sp>
      <p:sp>
        <p:nvSpPr>
          <p:cNvPr id="51" name=""/>
          <p:cNvSpPr txBox="1"/>
          <p:nvPr/>
        </p:nvSpPr>
        <p:spPr>
          <a:xfrm>
            <a:off x="971550" y="5324475"/>
            <a:ext cx="213360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1E1A1C"/>
                </a:solidFill>
                <a:latin typeface="Noto Sans JP"/>
                <a:ea typeface="Noto Sans JP"/>
              </a:rPr>
              <a:t>〇〇してもいいですか？</a:t>
            </a:r>
          </a:p>
        </p:txBody>
      </p:sp>
      <p:sp>
        <p:nvSpPr>
          <p:cNvPr id="52" name=""/>
          <p:cNvSpPr/>
          <p:nvPr/>
        </p:nvSpPr>
        <p:spPr>
          <a:xfrm>
            <a:off x="971550" y="5905500"/>
            <a:ext cx="3048000" cy="0"/>
          </a:xfrm>
          <a:prstGeom prst="line">
            <a:avLst/>
          </a:prstGeom>
          <a:noFill/>
          <a:ln w="19050">
            <a:solidFill>
              <a:srgbClr val="F2D5E1"/>
            </a:solidFill>
            <a:prstDash val="dash"/>
          </a:ln>
        </p:spPr>
      </p:sp>
      <p:sp>
        <p:nvSpPr>
          <p:cNvPr id="53" name=""/>
          <p:cNvSpPr txBox="1"/>
          <p:nvPr/>
        </p:nvSpPr>
        <p:spPr>
          <a:xfrm>
            <a:off x="971550" y="5981700"/>
            <a:ext cx="217170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574D52"/>
                </a:solidFill>
                <a:latin typeface="Arial"/>
                <a:ea typeface="Arial"/>
              </a:rPr>
              <a:t>Do you mind if I sit here?</a:t>
            </a:r>
          </a:p>
        </p:txBody>
      </p:sp>
      <p:sp>
        <p:nvSpPr>
          <p:cNvPr id="54" name=""/>
          <p:cNvSpPr txBox="1"/>
          <p:nvPr/>
        </p:nvSpPr>
        <p:spPr>
          <a:xfrm>
            <a:off x="971550" y="6162675"/>
            <a:ext cx="1943100" cy="1809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>
                <a:solidFill>
                  <a:srgbClr val="9C9196"/>
                </a:solidFill>
                <a:latin typeface="Noto Sans JP"/>
                <a:ea typeface="Noto Sans JP"/>
              </a:rPr>
              <a:t>ここに座ってもいいですか？</a:t>
            </a:r>
          </a:p>
        </p:txBody>
      </p:sp>
      <p:sp>
        <p:nvSpPr>
          <p:cNvPr id="55" name=""/>
          <p:cNvSpPr/>
          <p:nvPr/>
        </p:nvSpPr>
        <p:spPr>
          <a:xfrm>
            <a:off x="4362450" y="4895850"/>
            <a:ext cx="3467100" cy="1581150"/>
          </a:xfrm>
          <a:prstGeom prst="roundRect">
            <a:avLst>
              <a:gd name="adj" fmla="val 9639"/>
            </a:avLst>
          </a:prstGeom>
          <a:solidFill>
            <a:srgbClr val="FFFFFF"/>
          </a:solidFill>
          <a:ln w="19050">
            <a:solidFill>
              <a:srgbClr val="F2D5E1"/>
            </a:solidFill>
            <a:prstDash val="solid"/>
          </a:ln>
        </p:spPr>
      </p:sp>
      <p:sp>
        <p:nvSpPr>
          <p:cNvPr id="56" name=""/>
          <p:cNvSpPr txBox="1"/>
          <p:nvPr/>
        </p:nvSpPr>
        <p:spPr>
          <a:xfrm>
            <a:off x="4572000" y="5038725"/>
            <a:ext cx="2476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C8417F"/>
                </a:solidFill>
                <a:latin typeface="Arial"/>
                <a:ea typeface="Arial"/>
              </a:rPr>
              <a:t>8</a:t>
            </a:r>
          </a:p>
        </p:txBody>
      </p:sp>
      <p:sp>
        <p:nvSpPr>
          <p:cNvPr id="57" name=""/>
          <p:cNvSpPr txBox="1"/>
          <p:nvPr/>
        </p:nvSpPr>
        <p:spPr>
          <a:xfrm>
            <a:off x="4800600" y="5029200"/>
            <a:ext cx="8096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750" b="1">
                <a:solidFill>
                  <a:srgbClr val="1E1A1C"/>
                </a:solidFill>
                <a:latin typeface="Arial"/>
                <a:ea typeface="Arial"/>
              </a:rPr>
              <a:t>I bet ~</a:t>
            </a:r>
          </a:p>
        </p:txBody>
      </p:sp>
      <p:sp>
        <p:nvSpPr>
          <p:cNvPr id="58" name=""/>
          <p:cNvSpPr txBox="1"/>
          <p:nvPr/>
        </p:nvSpPr>
        <p:spPr>
          <a:xfrm>
            <a:off x="4572000" y="5324475"/>
            <a:ext cx="12287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1E1A1C"/>
                </a:solidFill>
                <a:latin typeface="Noto Sans JP"/>
                <a:ea typeface="Noto Sans JP"/>
              </a:rPr>
              <a:t>絶対〇〇やで</a:t>
            </a:r>
          </a:p>
        </p:txBody>
      </p:sp>
      <p:sp>
        <p:nvSpPr>
          <p:cNvPr id="59" name=""/>
          <p:cNvSpPr/>
          <p:nvPr/>
        </p:nvSpPr>
        <p:spPr>
          <a:xfrm>
            <a:off x="4572000" y="5905500"/>
            <a:ext cx="3048000" cy="0"/>
          </a:xfrm>
          <a:prstGeom prst="line">
            <a:avLst/>
          </a:prstGeom>
          <a:noFill/>
          <a:ln w="19050">
            <a:solidFill>
              <a:srgbClr val="F2D5E1"/>
            </a:solidFill>
            <a:prstDash val="dash"/>
          </a:ln>
        </p:spPr>
      </p:sp>
      <p:sp>
        <p:nvSpPr>
          <p:cNvPr id="60" name=""/>
          <p:cNvSpPr txBox="1"/>
          <p:nvPr/>
        </p:nvSpPr>
        <p:spPr>
          <a:xfrm>
            <a:off x="4572000" y="5981700"/>
            <a:ext cx="2295525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574D52"/>
                </a:solidFill>
                <a:latin typeface="Arial"/>
                <a:ea typeface="Arial"/>
              </a:rPr>
              <a:t>I bet you'll love this movie.</a:t>
            </a:r>
          </a:p>
        </p:txBody>
      </p:sp>
      <p:sp>
        <p:nvSpPr>
          <p:cNvPr id="61" name=""/>
          <p:cNvSpPr txBox="1"/>
          <p:nvPr/>
        </p:nvSpPr>
        <p:spPr>
          <a:xfrm>
            <a:off x="4572000" y="6162675"/>
            <a:ext cx="1676400" cy="1809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>
                <a:solidFill>
                  <a:srgbClr val="9C9196"/>
                </a:solidFill>
                <a:latin typeface="Noto Sans JP"/>
                <a:ea typeface="Noto Sans JP"/>
              </a:rPr>
              <a:t>この映画絶対気に入るよ</a:t>
            </a:r>
          </a:p>
        </p:txBody>
      </p:sp>
      <p:sp>
        <p:nvSpPr>
          <p:cNvPr id="62" name=""/>
          <p:cNvSpPr/>
          <p:nvPr/>
        </p:nvSpPr>
        <p:spPr>
          <a:xfrm>
            <a:off x="7962900" y="4895850"/>
            <a:ext cx="3467100" cy="1581150"/>
          </a:xfrm>
          <a:prstGeom prst="roundRect">
            <a:avLst>
              <a:gd name="adj" fmla="val 9639"/>
            </a:avLst>
          </a:prstGeom>
          <a:solidFill>
            <a:srgbClr val="FFFFFF"/>
          </a:solidFill>
          <a:ln w="19050">
            <a:solidFill>
              <a:srgbClr val="F2D5E1"/>
            </a:solidFill>
            <a:prstDash val="solid"/>
          </a:ln>
        </p:spPr>
      </p:sp>
      <p:sp>
        <p:nvSpPr>
          <p:cNvPr id="63" name=""/>
          <p:cNvSpPr txBox="1"/>
          <p:nvPr/>
        </p:nvSpPr>
        <p:spPr>
          <a:xfrm>
            <a:off x="8172450" y="5038725"/>
            <a:ext cx="2476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C8417F"/>
                </a:solidFill>
                <a:latin typeface="Arial"/>
                <a:ea typeface="Arial"/>
              </a:rPr>
              <a:t>9</a:t>
            </a:r>
          </a:p>
        </p:txBody>
      </p:sp>
      <p:sp>
        <p:nvSpPr>
          <p:cNvPr id="64" name=""/>
          <p:cNvSpPr txBox="1"/>
          <p:nvPr/>
        </p:nvSpPr>
        <p:spPr>
          <a:xfrm>
            <a:off x="8401050" y="5029200"/>
            <a:ext cx="16859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750" b="1">
                <a:solidFill>
                  <a:srgbClr val="1E1A1C"/>
                </a:solidFill>
                <a:latin typeface="Arial"/>
                <a:ea typeface="Arial"/>
              </a:rPr>
              <a:t>I'm trying to ~</a:t>
            </a:r>
          </a:p>
        </p:txBody>
      </p:sp>
      <p:sp>
        <p:nvSpPr>
          <p:cNvPr id="65" name=""/>
          <p:cNvSpPr txBox="1"/>
          <p:nvPr/>
        </p:nvSpPr>
        <p:spPr>
          <a:xfrm>
            <a:off x="8172450" y="5324475"/>
            <a:ext cx="19621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1E1A1C"/>
                </a:solidFill>
                <a:latin typeface="Noto Sans JP"/>
                <a:ea typeface="Noto Sans JP"/>
              </a:rPr>
              <a:t>〇〇しようとしている</a:t>
            </a:r>
          </a:p>
        </p:txBody>
      </p:sp>
      <p:sp>
        <p:nvSpPr>
          <p:cNvPr id="66" name=""/>
          <p:cNvSpPr/>
          <p:nvPr/>
        </p:nvSpPr>
        <p:spPr>
          <a:xfrm>
            <a:off x="8172450" y="5905500"/>
            <a:ext cx="3048000" cy="0"/>
          </a:xfrm>
          <a:prstGeom prst="line">
            <a:avLst/>
          </a:prstGeom>
          <a:noFill/>
          <a:ln w="19050">
            <a:solidFill>
              <a:srgbClr val="F2D5E1"/>
            </a:solidFill>
            <a:prstDash val="dash"/>
          </a:ln>
        </p:spPr>
      </p:sp>
      <p:sp>
        <p:nvSpPr>
          <p:cNvPr id="67" name=""/>
          <p:cNvSpPr txBox="1"/>
          <p:nvPr/>
        </p:nvSpPr>
        <p:spPr>
          <a:xfrm>
            <a:off x="8172450" y="5981700"/>
            <a:ext cx="217170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574D52"/>
                </a:solidFill>
                <a:latin typeface="Arial"/>
                <a:ea typeface="Arial"/>
              </a:rPr>
              <a:t>I'm trying to save money.</a:t>
            </a:r>
          </a:p>
        </p:txBody>
      </p:sp>
      <p:sp>
        <p:nvSpPr>
          <p:cNvPr id="68" name=""/>
          <p:cNvSpPr txBox="1"/>
          <p:nvPr/>
        </p:nvSpPr>
        <p:spPr>
          <a:xfrm>
            <a:off x="8172450" y="6162675"/>
            <a:ext cx="1543050" cy="1809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>
                <a:solidFill>
                  <a:srgbClr val="9C9196"/>
                </a:solidFill>
                <a:latin typeface="Noto Sans JP"/>
                <a:ea typeface="Noto Sans JP"/>
              </a:rPr>
              <a:t>節約しようとしている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