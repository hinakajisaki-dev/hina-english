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
		
		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8" Type="http://schemas.openxmlformats.org/officeDocument/2006/relationships/presProps" Target="presProps.xml"/><Relationship Id="rId2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419100" y="419100"/>
            <a:ext cx="11353800" cy="6019800"/>
          </a:xfrm>
          <a:prstGeom prst="roundRect">
            <a:avLst>
              <a:gd name="adj" fmla="val 6962"/>
            </a:avLst>
          </a:prstGeom>
          <a:solidFill>
            <a:srgbClr val="FFDCCB"/>
          </a:solidFill>
          <a:ln/>
        </p:spPr>
      </p:sp>
      <p:sp>
        <p:nvSpPr>
          <p:cNvPr id="3" name=""/>
          <p:cNvSpPr txBox="1"/>
          <p:nvPr/>
        </p:nvSpPr>
        <p:spPr>
          <a:xfrm>
            <a:off x="1181100" y="1885950"/>
            <a:ext cx="207645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C8401A"/>
                </a:solidFill>
                <a:latin typeface="Noto Sans JP"/>
                <a:ea typeface="Noto Sans JP"/>
              </a:rPr>
              <a:t>発音練習動画</a:t>
            </a:r>
          </a:p>
        </p:txBody>
      </p:sp>
      <p:sp>
        <p:nvSpPr>
          <p:cNvPr id="4" name=""/>
          <p:cNvSpPr txBox="1"/>
          <p:nvPr/>
        </p:nvSpPr>
        <p:spPr>
          <a:xfrm>
            <a:off x="1181100" y="2266950"/>
            <a:ext cx="7296150" cy="2085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6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6900" b="1">
                <a:solidFill>
                  <a:srgbClr val="1C2340"/>
                </a:solidFill>
                <a:latin typeface="Noto Sans JP"/>
                <a:ea typeface="Noto Sans JP"/>
              </a:rPr>
              <a:t>と</a:t>
            </a:r>
            <a:pPr/>
            <a:r>
              <a:rPr sz="126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6300" b="1">
                <a:solidFill>
                  <a:srgbClr val="E8461E"/>
                </a:solidFill>
                <a:latin typeface="Noto Sans JP"/>
                <a:ea typeface="Noto Sans JP"/>
              </a:rPr>
              <a:t>練習編</a:t>
            </a:r>
          </a:p>
        </p:txBody>
      </p:sp>
      <p:sp>
        <p:nvSpPr>
          <p:cNvPr id="5" name=""/>
          <p:cNvSpPr txBox="1"/>
          <p:nvPr/>
        </p:nvSpPr>
        <p:spPr>
          <a:xfrm>
            <a:off x="1181100" y="4286250"/>
            <a:ext cx="8562975" cy="685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750" b="1">
                <a:solidFill>
                  <a:srgbClr val="1C2340"/>
                </a:solidFill>
                <a:latin typeface="Noto Sans JP"/>
                <a:ea typeface="Noto Sans JP"/>
              </a:rPr>
              <a:t>とにかく、たくさん声に出そう！</a:t>
            </a:r>
          </a:p>
        </p:txBody>
      </p:sp>
      <p:pic>
        <p:nvPicPr>
          <p:cNvPr id="6" name="Image 0" descr="/home/user/hina-english/matome/img/t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4800" y="1809750"/>
            <a:ext cx="323850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3431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発音練習 / L と R 練習編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33450"/>
            <a:ext cx="467677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今日の練習メニュー</a:t>
            </a:r>
          </a:p>
        </p:txBody>
      </p:sp>
      <p:sp>
        <p:nvSpPr>
          <p:cNvPr id="5" name=""/>
          <p:cNvSpPr/>
          <p:nvPr/>
        </p:nvSpPr>
        <p:spPr>
          <a:xfrm>
            <a:off x="685800" y="1724025"/>
            <a:ext cx="2590800" cy="2343150"/>
          </a:xfrm>
          <a:prstGeom prst="roundRect">
            <a:avLst>
              <a:gd name="adj" fmla="val 11382"/>
            </a:avLst>
          </a:prstGeom>
          <a:solidFill>
            <a:srgbClr val="FFFFFF"/>
          </a:solidFill>
          <a:ln/>
        </p:spPr>
      </p:sp>
      <p:sp>
        <p:nvSpPr>
          <p:cNvPr id="6" name=""/>
          <p:cNvSpPr/>
          <p:nvPr/>
        </p:nvSpPr>
        <p:spPr>
          <a:xfrm>
            <a:off x="1590675" y="1905000"/>
            <a:ext cx="771525" cy="285750"/>
          </a:xfrm>
          <a:prstGeom prst="roundRect">
            <a:avLst>
              <a:gd name="adj" fmla="val 50000"/>
            </a:avLst>
          </a:prstGeom>
          <a:solidFill>
            <a:srgbClr val="E8461E"/>
          </a:solidFill>
          <a:ln/>
        </p:spPr>
      </p:sp>
      <p:sp>
        <p:nvSpPr>
          <p:cNvPr id="7" name=""/>
          <p:cNvSpPr txBox="1"/>
          <p:nvPr/>
        </p:nvSpPr>
        <p:spPr>
          <a:xfrm>
            <a:off x="1724025" y="1943100"/>
            <a:ext cx="9239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FFFFFF"/>
                </a:solidFill>
                <a:latin typeface="DM Sans"/>
                <a:ea typeface="DM Sans"/>
              </a:rPr>
              <a:t>STEP 1</a:t>
            </a:r>
          </a:p>
        </p:txBody>
      </p:sp>
      <p:pic>
        <p:nvPicPr>
          <p:cNvPr id="8" name="Image 0" descr="/home/user/hina-english/matome/img/dumbb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0" y="2247900"/>
            <a:ext cx="990600" cy="9906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1219200" y="3276600"/>
            <a:ext cx="2095500" cy="3238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750" b="1">
                <a:solidFill>
                  <a:srgbClr val="1C2340"/>
                </a:solidFill>
                <a:latin typeface="Noto Sans JP"/>
                <a:ea typeface="Noto Sans JP"/>
              </a:rPr>
              <a:t>ウォームアップ</a:t>
            </a:r>
          </a:p>
        </p:txBody>
      </p:sp>
      <p:sp>
        <p:nvSpPr>
          <p:cNvPr id="10" name=""/>
          <p:cNvSpPr txBox="1"/>
          <p:nvPr/>
        </p:nvSpPr>
        <p:spPr>
          <a:xfrm>
            <a:off x="1095375" y="3648075"/>
            <a:ext cx="23812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伸ばす・母音とつなげる</a:t>
            </a:r>
          </a:p>
        </p:txBody>
      </p:sp>
      <p:sp>
        <p:nvSpPr>
          <p:cNvPr id="11" name=""/>
          <p:cNvSpPr/>
          <p:nvPr/>
        </p:nvSpPr>
        <p:spPr>
          <a:xfrm>
            <a:off x="3429000" y="1724025"/>
            <a:ext cx="2590800" cy="2343150"/>
          </a:xfrm>
          <a:prstGeom prst="roundRect">
            <a:avLst>
              <a:gd name="adj" fmla="val 11382"/>
            </a:avLst>
          </a:prstGeom>
          <a:solidFill>
            <a:srgbClr val="FFFFFF"/>
          </a:solidFill>
          <a:ln/>
        </p:spPr>
      </p:sp>
      <p:sp>
        <p:nvSpPr>
          <p:cNvPr id="12" name=""/>
          <p:cNvSpPr/>
          <p:nvPr/>
        </p:nvSpPr>
        <p:spPr>
          <a:xfrm>
            <a:off x="4324350" y="1895475"/>
            <a:ext cx="809625" cy="285750"/>
          </a:xfrm>
          <a:prstGeom prst="roundRect">
            <a:avLst>
              <a:gd name="adj" fmla="val 50000"/>
            </a:avLst>
          </a:prstGeom>
          <a:solidFill>
            <a:srgbClr val="E8461E"/>
          </a:solidFill>
          <a:ln/>
        </p:spPr>
      </p:sp>
      <p:sp>
        <p:nvSpPr>
          <p:cNvPr id="13" name=""/>
          <p:cNvSpPr txBox="1"/>
          <p:nvPr/>
        </p:nvSpPr>
        <p:spPr>
          <a:xfrm>
            <a:off x="4457700" y="1933575"/>
            <a:ext cx="9620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FFFFFF"/>
                </a:solidFill>
                <a:latin typeface="DM Sans"/>
                <a:ea typeface="DM Sans"/>
              </a:rPr>
              <a:t>STEP 2</a:t>
            </a:r>
          </a:p>
        </p:txBody>
      </p:sp>
      <p:pic>
        <p:nvPicPr>
          <p:cNvPr id="14" name="Image 1" descr="/home/user/hina-english/matome/img/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100" y="2238375"/>
            <a:ext cx="990600" cy="990600"/>
          </a:xfrm>
          <a:prstGeom prst="rect">
            <a:avLst/>
          </a:prstGeom>
        </p:spPr>
      </p:pic>
      <p:sp>
        <p:nvSpPr>
          <p:cNvPr id="15" name=""/>
          <p:cNvSpPr txBox="1"/>
          <p:nvPr/>
        </p:nvSpPr>
        <p:spPr>
          <a:xfrm>
            <a:off x="3781425" y="3267075"/>
            <a:ext cx="2524125" cy="3238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75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1750" b="1">
                <a:solidFill>
                  <a:srgbClr val="1C2340"/>
                </a:solidFill>
                <a:latin typeface="Noto Sans JP"/>
                <a:ea typeface="Noto Sans JP"/>
              </a:rPr>
              <a:t> の単語・</a:t>
            </a:r>
            <a:pPr/>
            <a:r>
              <a:rPr sz="175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1750" b="1">
                <a:solidFill>
                  <a:srgbClr val="1C2340"/>
                </a:solidFill>
                <a:latin typeface="Noto Sans JP"/>
                <a:ea typeface="Noto Sans JP"/>
              </a:rPr>
              <a:t> の単語</a:t>
            </a:r>
          </a:p>
        </p:txBody>
      </p:sp>
      <p:sp>
        <p:nvSpPr>
          <p:cNvPr id="16" name=""/>
          <p:cNvSpPr txBox="1"/>
          <p:nvPr/>
        </p:nvSpPr>
        <p:spPr>
          <a:xfrm>
            <a:off x="4438650" y="3657600"/>
            <a:ext cx="10096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8語ずつ</a:t>
            </a:r>
          </a:p>
        </p:txBody>
      </p:sp>
      <p:sp>
        <p:nvSpPr>
          <p:cNvPr id="17" name=""/>
          <p:cNvSpPr/>
          <p:nvPr/>
        </p:nvSpPr>
        <p:spPr>
          <a:xfrm>
            <a:off x="6172200" y="1724025"/>
            <a:ext cx="2590800" cy="2343150"/>
          </a:xfrm>
          <a:prstGeom prst="roundRect">
            <a:avLst>
              <a:gd name="adj" fmla="val 11382"/>
            </a:avLst>
          </a:prstGeom>
          <a:solidFill>
            <a:srgbClr val="FFFFFF"/>
          </a:solidFill>
          <a:ln/>
        </p:spPr>
      </p:sp>
      <p:sp>
        <p:nvSpPr>
          <p:cNvPr id="18" name=""/>
          <p:cNvSpPr/>
          <p:nvPr/>
        </p:nvSpPr>
        <p:spPr>
          <a:xfrm>
            <a:off x="7058025" y="1905000"/>
            <a:ext cx="809625" cy="285750"/>
          </a:xfrm>
          <a:prstGeom prst="roundRect">
            <a:avLst>
              <a:gd name="adj" fmla="val 50000"/>
            </a:avLst>
          </a:prstGeom>
          <a:solidFill>
            <a:srgbClr val="E8461E"/>
          </a:solidFill>
          <a:ln/>
        </p:spPr>
      </p:sp>
      <p:sp>
        <p:nvSpPr>
          <p:cNvPr id="19" name=""/>
          <p:cNvSpPr txBox="1"/>
          <p:nvPr/>
        </p:nvSpPr>
        <p:spPr>
          <a:xfrm>
            <a:off x="7191375" y="1943100"/>
            <a:ext cx="97155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FFFFFF"/>
                </a:solidFill>
                <a:latin typeface="DM Sans"/>
                <a:ea typeface="DM Sans"/>
              </a:rPr>
              <a:t>STEP 3</a:t>
            </a:r>
          </a:p>
        </p:txBody>
      </p:sp>
      <p:pic>
        <p:nvPicPr>
          <p:cNvPr id="20" name="Image 2" descr="/home/user/hina-english/matome/img/pad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0" y="2247900"/>
            <a:ext cx="990600" cy="990600"/>
          </a:xfrm>
          <a:prstGeom prst="rect">
            <a:avLst/>
          </a:prstGeom>
        </p:spPr>
      </p:pic>
      <p:sp>
        <p:nvSpPr>
          <p:cNvPr id="21" name=""/>
          <p:cNvSpPr txBox="1"/>
          <p:nvPr/>
        </p:nvSpPr>
        <p:spPr>
          <a:xfrm>
            <a:off x="7029450" y="3276600"/>
            <a:ext cx="1352550" cy="3238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750" b="1">
                <a:solidFill>
                  <a:srgbClr val="1C2340"/>
                </a:solidFill>
                <a:latin typeface="Noto Sans JP"/>
                <a:ea typeface="Noto Sans JP"/>
              </a:rPr>
              <a:t>ペア単語</a:t>
            </a:r>
          </a:p>
        </p:txBody>
      </p:sp>
      <p:sp>
        <p:nvSpPr>
          <p:cNvPr id="22" name=""/>
          <p:cNvSpPr txBox="1"/>
          <p:nvPr/>
        </p:nvSpPr>
        <p:spPr>
          <a:xfrm>
            <a:off x="7343775" y="3648075"/>
            <a:ext cx="6381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6組</a:t>
            </a:r>
          </a:p>
        </p:txBody>
      </p:sp>
      <p:sp>
        <p:nvSpPr>
          <p:cNvPr id="23" name=""/>
          <p:cNvSpPr/>
          <p:nvPr/>
        </p:nvSpPr>
        <p:spPr>
          <a:xfrm>
            <a:off x="8915400" y="1724025"/>
            <a:ext cx="2590800" cy="2343150"/>
          </a:xfrm>
          <a:prstGeom prst="roundRect">
            <a:avLst>
              <a:gd name="adj" fmla="val 11382"/>
            </a:avLst>
          </a:prstGeom>
          <a:solidFill>
            <a:srgbClr val="FFFFFF"/>
          </a:solidFill>
          <a:ln/>
        </p:spPr>
      </p:sp>
      <p:sp>
        <p:nvSpPr>
          <p:cNvPr id="24" name=""/>
          <p:cNvSpPr/>
          <p:nvPr/>
        </p:nvSpPr>
        <p:spPr>
          <a:xfrm>
            <a:off x="9801225" y="1895475"/>
            <a:ext cx="819150" cy="285750"/>
          </a:xfrm>
          <a:prstGeom prst="roundRect">
            <a:avLst>
              <a:gd name="adj" fmla="val 50000"/>
            </a:avLst>
          </a:prstGeom>
          <a:solidFill>
            <a:srgbClr val="E8461E"/>
          </a:solidFill>
          <a:ln/>
        </p:spPr>
      </p:sp>
      <p:sp>
        <p:nvSpPr>
          <p:cNvPr id="25" name=""/>
          <p:cNvSpPr txBox="1"/>
          <p:nvPr/>
        </p:nvSpPr>
        <p:spPr>
          <a:xfrm>
            <a:off x="9934575" y="1933575"/>
            <a:ext cx="9810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FFFFFF"/>
                </a:solidFill>
                <a:latin typeface="DM Sans"/>
                <a:ea typeface="DM Sans"/>
              </a:rPr>
              <a:t>STEP 4</a:t>
            </a:r>
          </a:p>
        </p:txBody>
      </p:sp>
      <p:pic>
        <p:nvPicPr>
          <p:cNvPr id="26" name="Image 3" descr="/home/user/hina-english/matome/img/crow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2238375"/>
            <a:ext cx="990600" cy="990600"/>
          </a:xfrm>
          <a:prstGeom prst="rect">
            <a:avLst/>
          </a:prstGeom>
        </p:spPr>
      </p:pic>
      <p:sp>
        <p:nvSpPr>
          <p:cNvPr id="27" name=""/>
          <p:cNvSpPr txBox="1"/>
          <p:nvPr/>
        </p:nvSpPr>
        <p:spPr>
          <a:xfrm>
            <a:off x="9305925" y="3267075"/>
            <a:ext cx="2419350" cy="3238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750" b="1">
                <a:solidFill>
                  <a:srgbClr val="1C2340"/>
                </a:solidFill>
                <a:latin typeface="Noto Sans JP"/>
                <a:ea typeface="Noto Sans JP"/>
              </a:rPr>
              <a:t>子音のあとの </a:t>
            </a:r>
            <a:pPr/>
            <a:r>
              <a:rPr sz="175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1750" b="1">
                <a:solidFill>
                  <a:srgbClr val="1C2340"/>
                </a:solidFill>
                <a:latin typeface="Noto Sans JP"/>
                <a:ea typeface="Noto Sans JP"/>
              </a:rPr>
              <a:t> / </a:t>
            </a:r>
            <a:pPr/>
            <a:r>
              <a:rPr sz="175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</a:p>
        </p:txBody>
      </p:sp>
      <p:sp>
        <p:nvSpPr>
          <p:cNvPr id="28" name=""/>
          <p:cNvSpPr txBox="1"/>
          <p:nvPr/>
        </p:nvSpPr>
        <p:spPr>
          <a:xfrm>
            <a:off x="10086975" y="3657600"/>
            <a:ext cx="6381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6組</a:t>
            </a:r>
          </a:p>
        </p:txBody>
      </p:sp>
      <p:sp>
        <p:nvSpPr>
          <p:cNvPr id="29" name=""/>
          <p:cNvSpPr/>
          <p:nvPr/>
        </p:nvSpPr>
        <p:spPr>
          <a:xfrm>
            <a:off x="685800" y="4219575"/>
            <a:ext cx="2590800" cy="2390775"/>
          </a:xfrm>
          <a:prstGeom prst="roundRect">
            <a:avLst>
              <a:gd name="adj" fmla="val 11155"/>
            </a:avLst>
          </a:prstGeom>
          <a:solidFill>
            <a:srgbClr val="FFFFFF"/>
          </a:solidFill>
          <a:ln/>
        </p:spPr>
      </p:sp>
      <p:sp>
        <p:nvSpPr>
          <p:cNvPr id="30" name=""/>
          <p:cNvSpPr/>
          <p:nvPr/>
        </p:nvSpPr>
        <p:spPr>
          <a:xfrm>
            <a:off x="1571625" y="4419600"/>
            <a:ext cx="819150" cy="285750"/>
          </a:xfrm>
          <a:prstGeom prst="roundRect">
            <a:avLst>
              <a:gd name="adj" fmla="val 50000"/>
            </a:avLst>
          </a:prstGeom>
          <a:solidFill>
            <a:srgbClr val="E8461E"/>
          </a:solidFill>
          <a:ln/>
        </p:spPr>
      </p:sp>
      <p:sp>
        <p:nvSpPr>
          <p:cNvPr id="31" name=""/>
          <p:cNvSpPr txBox="1"/>
          <p:nvPr/>
        </p:nvSpPr>
        <p:spPr>
          <a:xfrm>
            <a:off x="1704975" y="4457700"/>
            <a:ext cx="97155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FFFFFF"/>
                </a:solidFill>
                <a:latin typeface="DM Sans"/>
                <a:ea typeface="DM Sans"/>
              </a:rPr>
              <a:t>STEP 5</a:t>
            </a:r>
          </a:p>
        </p:txBody>
      </p:sp>
      <p:pic>
        <p:nvPicPr>
          <p:cNvPr id="32" name="Image 4" descr="/home/user/hina-english/matome/img/surpris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4762500"/>
            <a:ext cx="990600" cy="990600"/>
          </a:xfrm>
          <a:prstGeom prst="rect">
            <a:avLst/>
          </a:prstGeom>
        </p:spPr>
      </p:pic>
      <p:sp>
        <p:nvSpPr>
          <p:cNvPr id="33" name=""/>
          <p:cNvSpPr txBox="1"/>
          <p:nvPr/>
        </p:nvSpPr>
        <p:spPr>
          <a:xfrm>
            <a:off x="1333500" y="5791200"/>
            <a:ext cx="1819275" cy="3238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75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1750" b="1">
                <a:solidFill>
                  <a:srgbClr val="1C2340"/>
                </a:solidFill>
                <a:latin typeface="Noto Sans JP"/>
                <a:ea typeface="Noto Sans JP"/>
              </a:rPr>
              <a:t> と </a:t>
            </a:r>
            <a:pPr/>
            <a:r>
              <a:rPr sz="175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1750" b="1">
                <a:solidFill>
                  <a:srgbClr val="1C2340"/>
                </a:solidFill>
                <a:latin typeface="Noto Sans JP"/>
                <a:ea typeface="Noto Sans JP"/>
              </a:rPr>
              <a:t> が両方</a:t>
            </a:r>
          </a:p>
        </p:txBody>
      </p:sp>
      <p:sp>
        <p:nvSpPr>
          <p:cNvPr id="34" name=""/>
          <p:cNvSpPr txBox="1"/>
          <p:nvPr/>
        </p:nvSpPr>
        <p:spPr>
          <a:xfrm>
            <a:off x="1457325" y="6181725"/>
            <a:ext cx="15430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really など6語</a:t>
            </a:r>
          </a:p>
        </p:txBody>
      </p:sp>
      <p:sp>
        <p:nvSpPr>
          <p:cNvPr id="35" name=""/>
          <p:cNvSpPr/>
          <p:nvPr/>
        </p:nvSpPr>
        <p:spPr>
          <a:xfrm>
            <a:off x="3429000" y="4219575"/>
            <a:ext cx="2590800" cy="2390775"/>
          </a:xfrm>
          <a:prstGeom prst="roundRect">
            <a:avLst>
              <a:gd name="adj" fmla="val 11155"/>
            </a:avLst>
          </a:prstGeom>
          <a:solidFill>
            <a:srgbClr val="FFFFFF"/>
          </a:solidFill>
          <a:ln/>
        </p:spPr>
      </p:sp>
      <p:sp>
        <p:nvSpPr>
          <p:cNvPr id="36" name=""/>
          <p:cNvSpPr/>
          <p:nvPr/>
        </p:nvSpPr>
        <p:spPr>
          <a:xfrm>
            <a:off x="4314825" y="4429125"/>
            <a:ext cx="819150" cy="285750"/>
          </a:xfrm>
          <a:prstGeom prst="roundRect">
            <a:avLst>
              <a:gd name="adj" fmla="val 50000"/>
            </a:avLst>
          </a:prstGeom>
          <a:solidFill>
            <a:srgbClr val="E8461E"/>
          </a:solidFill>
          <a:ln/>
        </p:spPr>
      </p:sp>
      <p:sp>
        <p:nvSpPr>
          <p:cNvPr id="37" name=""/>
          <p:cNvSpPr txBox="1"/>
          <p:nvPr/>
        </p:nvSpPr>
        <p:spPr>
          <a:xfrm>
            <a:off x="4448175" y="4467225"/>
            <a:ext cx="9810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FFFFFF"/>
                </a:solidFill>
                <a:latin typeface="DM Sans"/>
                <a:ea typeface="DM Sans"/>
              </a:rPr>
              <a:t>STEP 6</a:t>
            </a:r>
          </a:p>
        </p:txBody>
      </p:sp>
      <p:pic>
        <p:nvPicPr>
          <p:cNvPr id="38" name="Image 5" descr="/home/user/hina-english/matome/img/traffi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9100" y="4772025"/>
            <a:ext cx="990600" cy="990600"/>
          </a:xfrm>
          <a:prstGeom prst="rect">
            <a:avLst/>
          </a:prstGeom>
        </p:spPr>
      </p:pic>
      <p:sp>
        <p:nvSpPr>
          <p:cNvPr id="39" name=""/>
          <p:cNvSpPr txBox="1"/>
          <p:nvPr/>
        </p:nvSpPr>
        <p:spPr>
          <a:xfrm>
            <a:off x="4286250" y="5800725"/>
            <a:ext cx="1352550" cy="3238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750" b="1">
                <a:solidFill>
                  <a:srgbClr val="1C2340"/>
                </a:solidFill>
                <a:latin typeface="Noto Sans JP"/>
                <a:ea typeface="Noto Sans JP"/>
              </a:rPr>
              <a:t>文で練習</a:t>
            </a:r>
          </a:p>
        </p:txBody>
      </p:sp>
      <p:sp>
        <p:nvSpPr>
          <p:cNvPr id="40" name=""/>
          <p:cNvSpPr txBox="1"/>
          <p:nvPr/>
        </p:nvSpPr>
        <p:spPr>
          <a:xfrm>
            <a:off x="4600575" y="6172200"/>
            <a:ext cx="6381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6文</a:t>
            </a:r>
          </a:p>
        </p:txBody>
      </p:sp>
      <p:sp>
        <p:nvSpPr>
          <p:cNvPr id="41" name=""/>
          <p:cNvSpPr/>
          <p:nvPr/>
        </p:nvSpPr>
        <p:spPr>
          <a:xfrm>
            <a:off x="6172200" y="4219575"/>
            <a:ext cx="2590800" cy="2390775"/>
          </a:xfrm>
          <a:prstGeom prst="rect">
            <a:avLst/>
          </a:prstGeom>
          <a:solidFill>
            <a:srgbClr val="F3F7FC"/>
          </a:solidFill>
          <a:ln w="19050">
            <a:solidFill>
              <a:srgbClr val="D6E2F0"/>
            </a:solidFill>
            <a:prstDash val="dash"/>
          </a:ln>
        </p:spPr>
      </p:sp>
      <p:sp>
        <p:nvSpPr>
          <p:cNvPr id="42" name=""/>
          <p:cNvSpPr/>
          <p:nvPr/>
        </p:nvSpPr>
        <p:spPr>
          <a:xfrm>
            <a:off x="7010400" y="4410075"/>
            <a:ext cx="914400" cy="314325"/>
          </a:xfrm>
          <a:prstGeom prst="roundRect">
            <a:avLst>
              <a:gd name="adj" fmla="val 50000"/>
            </a:avLst>
          </a:prstGeom>
          <a:solidFill>
            <a:srgbClr val="1C2340"/>
          </a:solidFill>
          <a:ln/>
        </p:spPr>
      </p:sp>
      <p:sp>
        <p:nvSpPr>
          <p:cNvPr id="43" name=""/>
          <p:cNvSpPr txBox="1"/>
          <p:nvPr/>
        </p:nvSpPr>
        <p:spPr>
          <a:xfrm>
            <a:off x="7143750" y="4476750"/>
            <a:ext cx="108585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FFFFFF"/>
                </a:solidFill>
                <a:latin typeface="Noto Sans JP"/>
                <a:ea typeface="Noto Sans JP"/>
              </a:rPr>
              <a:t>さいごに</a:t>
            </a:r>
          </a:p>
        </p:txBody>
      </p:sp>
      <p:pic>
        <p:nvPicPr>
          <p:cNvPr id="44" name="Image 6" descr="/home/user/hina-english/matome/img/eye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2300" y="4781550"/>
            <a:ext cx="990600" cy="990600"/>
          </a:xfrm>
          <a:prstGeom prst="rect">
            <a:avLst/>
          </a:prstGeom>
        </p:spPr>
      </p:pic>
      <p:sp>
        <p:nvSpPr>
          <p:cNvPr id="45" name=""/>
          <p:cNvSpPr txBox="1"/>
          <p:nvPr/>
        </p:nvSpPr>
        <p:spPr>
          <a:xfrm>
            <a:off x="6486525" y="5810250"/>
            <a:ext cx="2609850" cy="3238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750" b="1">
                <a:solidFill>
                  <a:srgbClr val="1C2340"/>
                </a:solidFill>
                <a:latin typeface="Noto Sans JP"/>
                <a:ea typeface="Noto Sans JP"/>
              </a:rPr>
              <a:t>聞き分けチャレンジ</a:t>
            </a:r>
          </a:p>
        </p:txBody>
      </p:sp>
      <p:sp>
        <p:nvSpPr>
          <p:cNvPr id="46" name=""/>
          <p:cNvSpPr txBox="1"/>
          <p:nvPr/>
        </p:nvSpPr>
        <p:spPr>
          <a:xfrm>
            <a:off x="7343775" y="6181725"/>
            <a:ext cx="6381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5問</a:t>
            </a:r>
          </a:p>
        </p:txBody>
      </p:sp>
      <p:sp>
        <p:nvSpPr>
          <p:cNvPr id="47" name=""/>
          <p:cNvSpPr/>
          <p:nvPr/>
        </p:nvSpPr>
        <p:spPr>
          <a:xfrm>
            <a:off x="8915400" y="4219575"/>
            <a:ext cx="2590800" cy="2390775"/>
          </a:xfrm>
          <a:prstGeom prst="rect">
            <a:avLst/>
          </a:prstGeom>
          <a:solidFill>
            <a:srgbClr val="F3F7FC"/>
          </a:solidFill>
          <a:ln w="19050">
            <a:solidFill>
              <a:srgbClr val="D6E2F0"/>
            </a:solidFill>
            <a:prstDash val="dash"/>
          </a:ln>
        </p:spPr>
      </p:sp>
      <p:sp>
        <p:nvSpPr>
          <p:cNvPr id="48" name=""/>
          <p:cNvSpPr/>
          <p:nvPr/>
        </p:nvSpPr>
        <p:spPr>
          <a:xfrm>
            <a:off x="9753600" y="4410075"/>
            <a:ext cx="914400" cy="314325"/>
          </a:xfrm>
          <a:prstGeom prst="roundRect">
            <a:avLst>
              <a:gd name="adj" fmla="val 50000"/>
            </a:avLst>
          </a:prstGeom>
          <a:solidFill>
            <a:srgbClr val="1C2340"/>
          </a:solidFill>
          <a:ln/>
        </p:spPr>
      </p:sp>
      <p:sp>
        <p:nvSpPr>
          <p:cNvPr id="49" name=""/>
          <p:cNvSpPr txBox="1"/>
          <p:nvPr/>
        </p:nvSpPr>
        <p:spPr>
          <a:xfrm>
            <a:off x="9886950" y="4476750"/>
            <a:ext cx="108585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FFFFFF"/>
                </a:solidFill>
                <a:latin typeface="Noto Sans JP"/>
                <a:ea typeface="Noto Sans JP"/>
              </a:rPr>
              <a:t>さいごに</a:t>
            </a:r>
          </a:p>
        </p:txBody>
      </p:sp>
      <p:pic>
        <p:nvPicPr>
          <p:cNvPr id="50" name="Image 7" descr="/home/user/hina-english/matome/img/calend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15500" y="4781550"/>
            <a:ext cx="990600" cy="990600"/>
          </a:xfrm>
          <a:prstGeom prst="rect">
            <a:avLst/>
          </a:prstGeom>
        </p:spPr>
      </p:pic>
      <p:sp>
        <p:nvSpPr>
          <p:cNvPr id="51" name=""/>
          <p:cNvSpPr txBox="1"/>
          <p:nvPr/>
        </p:nvSpPr>
        <p:spPr>
          <a:xfrm>
            <a:off x="9267825" y="5810250"/>
            <a:ext cx="2514600" cy="3238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750" b="1">
                <a:solidFill>
                  <a:srgbClr val="1C2340"/>
                </a:solidFill>
                <a:latin typeface="Noto Sans JP"/>
                <a:ea typeface="Noto Sans JP"/>
              </a:rPr>
              <a:t>毎日5分のメニュー</a:t>
            </a:r>
          </a:p>
        </p:txBody>
      </p:sp>
      <p:sp>
        <p:nvSpPr>
          <p:cNvPr id="52" name=""/>
          <p:cNvSpPr txBox="1"/>
          <p:nvPr/>
        </p:nvSpPr>
        <p:spPr>
          <a:xfrm>
            <a:off x="9648825" y="6181725"/>
            <a:ext cx="16383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スクショしてね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3431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発音練習 / L と R 練習編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33450"/>
            <a:ext cx="10048875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おさらい：</a:t>
            </a:r>
            <a:pPr/>
            <a:r>
              <a:rPr sz="33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 は「つける」、</a:t>
            </a:r>
            <a:pPr/>
            <a:r>
              <a:rPr sz="33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 は「つけない」</a:t>
            </a:r>
          </a:p>
        </p:txBody>
      </p:sp>
      <p:sp>
        <p:nvSpPr>
          <p:cNvPr id="5" name=""/>
          <p:cNvSpPr/>
          <p:nvPr/>
        </p:nvSpPr>
        <p:spPr>
          <a:xfrm>
            <a:off x="685800" y="1762125"/>
            <a:ext cx="5295900" cy="4676775"/>
          </a:xfrm>
          <a:prstGeom prst="roundRect">
            <a:avLst>
              <a:gd name="adj" fmla="val 5703"/>
            </a:avLst>
          </a:prstGeom>
          <a:solidFill>
            <a:srgbClr val="FFE8DC"/>
          </a:solidFill>
          <a:ln/>
        </p:spPr>
      </p:sp>
      <p:pic>
        <p:nvPicPr>
          <p:cNvPr id="6" name="Image 0" descr="L の舌の位置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3152775"/>
            <a:ext cx="1905000" cy="1905000"/>
          </a:xfrm>
          <a:prstGeom prst="rect">
            <a:avLst/>
          </a:prstGeom>
        </p:spPr>
      </p:pic>
      <p:sp>
        <p:nvSpPr>
          <p:cNvPr id="7" name=""/>
          <p:cNvSpPr/>
          <p:nvPr/>
        </p:nvSpPr>
        <p:spPr>
          <a:xfrm>
            <a:off x="3105150" y="3171825"/>
            <a:ext cx="609600" cy="609600"/>
          </a:xfrm>
          <a:prstGeom prst="roundRect">
            <a:avLst>
              <a:gd name="adj" fmla="val 28125"/>
            </a:avLst>
          </a:prstGeom>
          <a:solidFill>
            <a:srgbClr val="E8461E"/>
          </a:solidFill>
          <a:ln/>
        </p:spPr>
      </p:sp>
      <p:sp>
        <p:nvSpPr>
          <p:cNvPr id="8" name=""/>
          <p:cNvSpPr txBox="1"/>
          <p:nvPr/>
        </p:nvSpPr>
        <p:spPr>
          <a:xfrm>
            <a:off x="3133725" y="3267075"/>
            <a:ext cx="552450" cy="4286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550" b="1">
                <a:solidFill>
                  <a:srgbClr val="FFFFFF"/>
                </a:solidFill>
                <a:latin typeface="DM Sans"/>
                <a:ea typeface="DM Sans"/>
              </a:rPr>
              <a:t>L</a:t>
            </a:r>
          </a:p>
        </p:txBody>
      </p:sp>
      <p:sp>
        <p:nvSpPr>
          <p:cNvPr id="9" name=""/>
          <p:cNvSpPr txBox="1"/>
          <p:nvPr/>
        </p:nvSpPr>
        <p:spPr>
          <a:xfrm>
            <a:off x="3848100" y="3219450"/>
            <a:ext cx="159067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1C2340"/>
                </a:solidFill>
                <a:latin typeface="Noto Sans JP"/>
                <a:ea typeface="Noto Sans JP"/>
              </a:rPr>
              <a:t>つける</a:t>
            </a:r>
          </a:p>
        </p:txBody>
      </p:sp>
      <p:sp>
        <p:nvSpPr>
          <p:cNvPr id="10" name=""/>
          <p:cNvSpPr txBox="1"/>
          <p:nvPr/>
        </p:nvSpPr>
        <p:spPr>
          <a:xfrm>
            <a:off x="3314700" y="3933825"/>
            <a:ext cx="2647950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>
                <a:solidFill>
                  <a:srgbClr val="1C2340"/>
                </a:solidFill>
                <a:latin typeface="Noto Sans JP"/>
                <a:ea typeface="Noto Sans JP"/>
              </a:rPr>
              <a:t>舌先を上の前歯の裏に</a:t>
            </a:r>
          </a:p>
        </p:txBody>
      </p:sp>
      <p:sp>
        <p:nvSpPr>
          <p:cNvPr id="11" name=""/>
          <p:cNvSpPr txBox="1"/>
          <p:nvPr/>
        </p:nvSpPr>
        <p:spPr>
          <a:xfrm>
            <a:off x="3314700" y="4333875"/>
            <a:ext cx="24098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>
                <a:solidFill>
                  <a:srgbClr val="1C2340"/>
                </a:solidFill>
                <a:latin typeface="Noto Sans JP"/>
                <a:ea typeface="Noto Sans JP"/>
              </a:rPr>
              <a:t>つけたまま声を出す</a:t>
            </a:r>
          </a:p>
        </p:txBody>
      </p:sp>
      <p:sp>
        <p:nvSpPr>
          <p:cNvPr id="12" name=""/>
          <p:cNvSpPr txBox="1"/>
          <p:nvPr/>
        </p:nvSpPr>
        <p:spPr>
          <a:xfrm>
            <a:off x="3314700" y="4724400"/>
            <a:ext cx="14954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>
                <a:solidFill>
                  <a:srgbClr val="1C2340"/>
                </a:solidFill>
                <a:latin typeface="Noto Sans JP"/>
                <a:ea typeface="Noto Sans JP"/>
              </a:rPr>
              <a:t>はじかない</a:t>
            </a:r>
          </a:p>
        </p:txBody>
      </p:sp>
      <p:sp>
        <p:nvSpPr>
          <p:cNvPr id="13" name=""/>
          <p:cNvSpPr/>
          <p:nvPr/>
        </p:nvSpPr>
        <p:spPr>
          <a:xfrm>
            <a:off x="6210300" y="1762125"/>
            <a:ext cx="5295900" cy="4676775"/>
          </a:xfrm>
          <a:prstGeom prst="roundRect">
            <a:avLst>
              <a:gd name="adj" fmla="val 5703"/>
            </a:avLst>
          </a:prstGeom>
          <a:solidFill>
            <a:srgbClr val="DDEFFC"/>
          </a:solidFill>
          <a:ln/>
        </p:spPr>
      </p:sp>
      <p:pic>
        <p:nvPicPr>
          <p:cNvPr id="14" name="Image 1" descr="R の舌の位置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050" y="3152775"/>
            <a:ext cx="1905000" cy="1905000"/>
          </a:xfrm>
          <a:prstGeom prst="rect">
            <a:avLst/>
          </a:prstGeom>
        </p:spPr>
      </p:pic>
      <p:sp>
        <p:nvSpPr>
          <p:cNvPr id="15" name=""/>
          <p:cNvSpPr/>
          <p:nvPr/>
        </p:nvSpPr>
        <p:spPr>
          <a:xfrm>
            <a:off x="8629650" y="3171825"/>
            <a:ext cx="609600" cy="609600"/>
          </a:xfrm>
          <a:prstGeom prst="roundRect">
            <a:avLst>
              <a:gd name="adj" fmla="val 28125"/>
            </a:avLst>
          </a:prstGeom>
          <a:solidFill>
            <a:srgbClr val="2F86CF"/>
          </a:solidFill>
          <a:ln/>
        </p:spPr>
      </p:sp>
      <p:sp>
        <p:nvSpPr>
          <p:cNvPr id="16" name=""/>
          <p:cNvSpPr txBox="1"/>
          <p:nvPr/>
        </p:nvSpPr>
        <p:spPr>
          <a:xfrm>
            <a:off x="8648700" y="3267075"/>
            <a:ext cx="581025" cy="4286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550" b="1">
                <a:solidFill>
                  <a:srgbClr val="FFFFFF"/>
                </a:solidFill>
                <a:latin typeface="DM Sans"/>
                <a:ea typeface="DM Sans"/>
              </a:rPr>
              <a:t>R</a:t>
            </a:r>
          </a:p>
        </p:txBody>
      </p:sp>
      <p:sp>
        <p:nvSpPr>
          <p:cNvPr id="17" name=""/>
          <p:cNvSpPr txBox="1"/>
          <p:nvPr/>
        </p:nvSpPr>
        <p:spPr>
          <a:xfrm>
            <a:off x="9372600" y="3219450"/>
            <a:ext cx="200977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1C2340"/>
                </a:solidFill>
                <a:latin typeface="Noto Sans JP"/>
                <a:ea typeface="Noto Sans JP"/>
              </a:rPr>
              <a:t>つけない</a:t>
            </a:r>
          </a:p>
        </p:txBody>
      </p:sp>
      <p:sp>
        <p:nvSpPr>
          <p:cNvPr id="18" name=""/>
          <p:cNvSpPr txBox="1"/>
          <p:nvPr/>
        </p:nvSpPr>
        <p:spPr>
          <a:xfrm>
            <a:off x="8839200" y="3933825"/>
            <a:ext cx="2857500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>
                <a:solidFill>
                  <a:srgbClr val="1C2340"/>
                </a:solidFill>
                <a:latin typeface="Noto Sans JP"/>
                <a:ea typeface="Noto Sans JP"/>
              </a:rPr>
              <a:t>舌先はどこにもつけない</a:t>
            </a:r>
          </a:p>
        </p:txBody>
      </p:sp>
      <p:sp>
        <p:nvSpPr>
          <p:cNvPr id="19" name=""/>
          <p:cNvSpPr txBox="1"/>
          <p:nvPr/>
        </p:nvSpPr>
        <p:spPr>
          <a:xfrm>
            <a:off x="8839200" y="4333875"/>
            <a:ext cx="26384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>
                <a:solidFill>
                  <a:srgbClr val="1C2340"/>
                </a:solidFill>
                <a:latin typeface="Noto Sans JP"/>
                <a:ea typeface="Noto Sans JP"/>
              </a:rPr>
              <a:t>舌を奥に引いて丸める</a:t>
            </a:r>
          </a:p>
        </p:txBody>
      </p:sp>
      <p:sp>
        <p:nvSpPr>
          <p:cNvPr id="20" name=""/>
          <p:cNvSpPr txBox="1"/>
          <p:nvPr/>
        </p:nvSpPr>
        <p:spPr>
          <a:xfrm>
            <a:off x="8839200" y="4724400"/>
            <a:ext cx="19526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>
                <a:solidFill>
                  <a:srgbClr val="1C2340"/>
                </a:solidFill>
                <a:latin typeface="Noto Sans JP"/>
                <a:ea typeface="Noto Sans JP"/>
              </a:rPr>
              <a:t>唇は「ウ」の形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3431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発音練習 / L と R 練習編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38225"/>
            <a:ext cx="1104900" cy="409575"/>
          </a:xfrm>
          <a:prstGeom prst="roundRect">
            <a:avLst>
              <a:gd name="adj" fmla="val 50218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57250" y="1085850"/>
            <a:ext cx="1219200" cy="2952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FFFFFF"/>
                </a:solidFill>
                <a:latin typeface="DM Sans"/>
                <a:ea typeface="DM Sans"/>
              </a:rPr>
              <a:t>STEP 1</a:t>
            </a:r>
          </a:p>
        </p:txBody>
      </p:sp>
      <p:sp>
        <p:nvSpPr>
          <p:cNvPr id="6" name=""/>
          <p:cNvSpPr txBox="1"/>
          <p:nvPr/>
        </p:nvSpPr>
        <p:spPr>
          <a:xfrm>
            <a:off x="1943100" y="933450"/>
            <a:ext cx="61150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ウォームアップ① 伸ばす</a:t>
            </a:r>
          </a:p>
        </p:txBody>
      </p:sp>
      <p:sp>
        <p:nvSpPr>
          <p:cNvPr id="7" name=""/>
          <p:cNvSpPr/>
          <p:nvPr/>
        </p:nvSpPr>
        <p:spPr>
          <a:xfrm>
            <a:off x="685800" y="1724025"/>
            <a:ext cx="5295900" cy="4295775"/>
          </a:xfrm>
          <a:prstGeom prst="roundRect">
            <a:avLst>
              <a:gd name="adj" fmla="val 6208"/>
            </a:avLst>
          </a:prstGeom>
          <a:solidFill>
            <a:srgbClr val="FFE8DC"/>
          </a:solidFill>
          <a:ln/>
        </p:spPr>
      </p:sp>
      <p:sp>
        <p:nvSpPr>
          <p:cNvPr id="8" name=""/>
          <p:cNvSpPr/>
          <p:nvPr/>
        </p:nvSpPr>
        <p:spPr>
          <a:xfrm>
            <a:off x="1028700" y="2714625"/>
            <a:ext cx="647700" cy="400050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9" name=""/>
          <p:cNvSpPr txBox="1"/>
          <p:nvPr/>
        </p:nvSpPr>
        <p:spPr>
          <a:xfrm>
            <a:off x="1200150" y="2771775"/>
            <a:ext cx="6953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C8401A"/>
                </a:solidFill>
                <a:latin typeface="Noto Sans JP"/>
                <a:ea typeface="Noto Sans JP"/>
              </a:rPr>
              <a:t>5秒</a:t>
            </a:r>
          </a:p>
        </p:txBody>
      </p:sp>
      <p:sp>
        <p:nvSpPr>
          <p:cNvPr id="10" name=""/>
          <p:cNvSpPr txBox="1"/>
          <p:nvPr/>
        </p:nvSpPr>
        <p:spPr>
          <a:xfrm>
            <a:off x="1028700" y="3019425"/>
            <a:ext cx="3829050" cy="1343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72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7200" b="1">
                <a:solidFill>
                  <a:srgbClr val="E8461E"/>
                </a:solidFill>
                <a:latin typeface="Noto Sans JP"/>
                <a:ea typeface="Noto Sans JP"/>
              </a:rPr>
              <a:t>〜〜〜</a:t>
            </a:r>
          </a:p>
        </p:txBody>
      </p:sp>
      <p:sp>
        <p:nvSpPr>
          <p:cNvPr id="11" name=""/>
          <p:cNvSpPr txBox="1"/>
          <p:nvPr/>
        </p:nvSpPr>
        <p:spPr>
          <a:xfrm>
            <a:off x="1028700" y="4343400"/>
            <a:ext cx="4352925" cy="3238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750">
                <a:solidFill>
                  <a:srgbClr val="1C2340"/>
                </a:solidFill>
                <a:latin typeface="Noto Sans JP"/>
                <a:ea typeface="Noto Sans JP"/>
              </a:rPr>
              <a:t>舌先を上の前歯の裏につけたまま、</a:t>
            </a:r>
          </a:p>
        </p:txBody>
      </p:sp>
      <p:sp>
        <p:nvSpPr>
          <p:cNvPr id="12" name=""/>
          <p:cNvSpPr txBox="1"/>
          <p:nvPr/>
        </p:nvSpPr>
        <p:spPr>
          <a:xfrm>
            <a:off x="1028700" y="4686300"/>
            <a:ext cx="2609850" cy="3238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750">
                <a:solidFill>
                  <a:srgbClr val="1C2340"/>
                </a:solidFill>
                <a:latin typeface="Noto Sans JP"/>
                <a:ea typeface="Noto Sans JP"/>
              </a:rPr>
              <a:t>こもった声を伸ばす</a:t>
            </a:r>
          </a:p>
        </p:txBody>
      </p:sp>
      <p:sp>
        <p:nvSpPr>
          <p:cNvPr id="13" name=""/>
          <p:cNvSpPr/>
          <p:nvPr/>
        </p:nvSpPr>
        <p:spPr>
          <a:xfrm>
            <a:off x="6210300" y="1724025"/>
            <a:ext cx="5295900" cy="4295775"/>
          </a:xfrm>
          <a:prstGeom prst="roundRect">
            <a:avLst>
              <a:gd name="adj" fmla="val 6208"/>
            </a:avLst>
          </a:prstGeom>
          <a:solidFill>
            <a:srgbClr val="DDEFFC"/>
          </a:solidFill>
          <a:ln/>
        </p:spPr>
      </p:sp>
      <p:sp>
        <p:nvSpPr>
          <p:cNvPr id="14" name=""/>
          <p:cNvSpPr/>
          <p:nvPr/>
        </p:nvSpPr>
        <p:spPr>
          <a:xfrm>
            <a:off x="6553200" y="2714625"/>
            <a:ext cx="647700" cy="400050"/>
          </a:xfrm>
          <a:prstGeom prst="roundRect">
            <a:avLst>
              <a:gd name="adj" fmla="val 50000"/>
            </a:avLst>
          </a:prstGeom>
          <a:solidFill>
            <a:srgbClr val="DCEFFC"/>
          </a:solidFill>
          <a:ln/>
        </p:spPr>
      </p:sp>
      <p:sp>
        <p:nvSpPr>
          <p:cNvPr id="15" name=""/>
          <p:cNvSpPr txBox="1"/>
          <p:nvPr/>
        </p:nvSpPr>
        <p:spPr>
          <a:xfrm>
            <a:off x="6724650" y="2771775"/>
            <a:ext cx="6953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1F6FB2"/>
                </a:solidFill>
                <a:latin typeface="Noto Sans JP"/>
                <a:ea typeface="Noto Sans JP"/>
              </a:rPr>
              <a:t>5秒</a:t>
            </a:r>
          </a:p>
        </p:txBody>
      </p:sp>
      <p:sp>
        <p:nvSpPr>
          <p:cNvPr id="16" name=""/>
          <p:cNvSpPr txBox="1"/>
          <p:nvPr/>
        </p:nvSpPr>
        <p:spPr>
          <a:xfrm>
            <a:off x="6553200" y="3019425"/>
            <a:ext cx="3905250" cy="1343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72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7200" b="1">
                <a:solidFill>
                  <a:srgbClr val="2F86CF"/>
                </a:solidFill>
                <a:latin typeface="Noto Sans JP"/>
                <a:ea typeface="Noto Sans JP"/>
              </a:rPr>
              <a:t>〜〜〜</a:t>
            </a:r>
          </a:p>
        </p:txBody>
      </p:sp>
      <p:sp>
        <p:nvSpPr>
          <p:cNvPr id="17" name=""/>
          <p:cNvSpPr txBox="1"/>
          <p:nvPr/>
        </p:nvSpPr>
        <p:spPr>
          <a:xfrm>
            <a:off x="6553200" y="4343400"/>
            <a:ext cx="4095750" cy="3238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750">
                <a:solidFill>
                  <a:srgbClr val="1C2340"/>
                </a:solidFill>
                <a:latin typeface="Noto Sans JP"/>
                <a:ea typeface="Noto Sans JP"/>
              </a:rPr>
              <a:t>唇を「ウ」にして舌を奥に引き、</a:t>
            </a:r>
          </a:p>
        </p:txBody>
      </p:sp>
      <p:sp>
        <p:nvSpPr>
          <p:cNvPr id="18" name=""/>
          <p:cNvSpPr txBox="1"/>
          <p:nvPr/>
        </p:nvSpPr>
        <p:spPr>
          <a:xfrm>
            <a:off x="6553200" y="4686300"/>
            <a:ext cx="3619500" cy="3238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750">
                <a:solidFill>
                  <a:srgbClr val="1C2340"/>
                </a:solidFill>
                <a:latin typeface="Noto Sans JP"/>
                <a:ea typeface="Noto Sans JP"/>
              </a:rPr>
              <a:t>口の奥でうなるように伸ばす</a:t>
            </a:r>
          </a:p>
        </p:txBody>
      </p:sp>
      <p:sp>
        <p:nvSpPr>
          <p:cNvPr id="19" name=""/>
          <p:cNvSpPr txBox="1"/>
          <p:nvPr/>
        </p:nvSpPr>
        <p:spPr>
          <a:xfrm>
            <a:off x="685800" y="6134100"/>
            <a:ext cx="962025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L → R を交互に3セット。</a:t>
            </a:r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途中で「ら」っぽくなったら、舌の位置をもう一度チェック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3431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発音練習 / L と R 練習編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38225"/>
            <a:ext cx="1104900" cy="409575"/>
          </a:xfrm>
          <a:prstGeom prst="roundRect">
            <a:avLst>
              <a:gd name="adj" fmla="val 50218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57250" y="1085850"/>
            <a:ext cx="1219200" cy="2952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FFFFFF"/>
                </a:solidFill>
                <a:latin typeface="DM Sans"/>
                <a:ea typeface="DM Sans"/>
              </a:rPr>
              <a:t>STEP 1</a:t>
            </a:r>
          </a:p>
        </p:txBody>
      </p:sp>
      <p:sp>
        <p:nvSpPr>
          <p:cNvPr id="6" name=""/>
          <p:cNvSpPr txBox="1"/>
          <p:nvPr/>
        </p:nvSpPr>
        <p:spPr>
          <a:xfrm>
            <a:off x="1943100" y="933450"/>
            <a:ext cx="80200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ウォームアップ② 母音とつなげる</a:t>
            </a:r>
          </a:p>
        </p:txBody>
      </p:sp>
      <p:sp>
        <p:nvSpPr>
          <p:cNvPr id="7" name=""/>
          <p:cNvSpPr txBox="1"/>
          <p:nvPr/>
        </p:nvSpPr>
        <p:spPr>
          <a:xfrm>
            <a:off x="685800" y="1628775"/>
            <a:ext cx="1047750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L はちょっと「ためて」から離す、R は舌先をつけないまま。</a:t>
            </a:r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ゆっくり → ふつうのスピードで</a:t>
            </a:r>
          </a:p>
        </p:txBody>
      </p:sp>
      <p:sp>
        <p:nvSpPr>
          <p:cNvPr id="8" name=""/>
          <p:cNvSpPr/>
          <p:nvPr/>
        </p:nvSpPr>
        <p:spPr>
          <a:xfrm>
            <a:off x="685800" y="2105025"/>
            <a:ext cx="2038350" cy="4333875"/>
          </a:xfrm>
          <a:prstGeom prst="roundRect">
            <a:avLst>
              <a:gd name="adj" fmla="val 13084"/>
            </a:avLst>
          </a:prstGeom>
          <a:solidFill>
            <a:srgbClr val="FFFFFF"/>
          </a:solidFill>
          <a:ln/>
        </p:spPr>
      </p:sp>
      <p:sp>
        <p:nvSpPr>
          <p:cNvPr id="9" name=""/>
          <p:cNvSpPr txBox="1"/>
          <p:nvPr/>
        </p:nvSpPr>
        <p:spPr>
          <a:xfrm>
            <a:off x="1447800" y="3209925"/>
            <a:ext cx="942975" cy="7905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800" b="1">
                <a:solidFill>
                  <a:srgbClr val="E8461E"/>
                </a:solidFill>
                <a:latin typeface="DM Sans"/>
                <a:ea typeface="DM Sans"/>
              </a:rPr>
              <a:t>la</a:t>
            </a:r>
          </a:p>
        </p:txBody>
      </p:sp>
      <p:sp>
        <p:nvSpPr>
          <p:cNvPr id="10" name=""/>
          <p:cNvSpPr txBox="1"/>
          <p:nvPr/>
        </p:nvSpPr>
        <p:spPr>
          <a:xfrm>
            <a:off x="1562100" y="4067175"/>
            <a:ext cx="676275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>
                <a:solidFill>
                  <a:srgbClr val="C3C8D6"/>
                </a:solidFill>
                <a:latin typeface="Noto Sans JP"/>
                <a:ea typeface="Noto Sans JP"/>
              </a:rPr>
              <a:t>｜</a:t>
            </a:r>
          </a:p>
        </p:txBody>
      </p:sp>
      <p:sp>
        <p:nvSpPr>
          <p:cNvPr id="11" name=""/>
          <p:cNvSpPr txBox="1"/>
          <p:nvPr/>
        </p:nvSpPr>
        <p:spPr>
          <a:xfrm>
            <a:off x="1400175" y="4543425"/>
            <a:ext cx="1038225" cy="7905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800" b="1">
                <a:solidFill>
                  <a:srgbClr val="2F86CF"/>
                </a:solidFill>
                <a:latin typeface="DM Sans"/>
                <a:ea typeface="DM Sans"/>
              </a:rPr>
              <a:t>ra</a:t>
            </a:r>
          </a:p>
        </p:txBody>
      </p:sp>
      <p:sp>
        <p:nvSpPr>
          <p:cNvPr id="12" name=""/>
          <p:cNvSpPr/>
          <p:nvPr/>
        </p:nvSpPr>
        <p:spPr>
          <a:xfrm>
            <a:off x="2876550" y="2105025"/>
            <a:ext cx="2038350" cy="4333875"/>
          </a:xfrm>
          <a:prstGeom prst="roundRect">
            <a:avLst>
              <a:gd name="adj" fmla="val 13084"/>
            </a:avLst>
          </a:prstGeom>
          <a:solidFill>
            <a:srgbClr val="FFFFFF"/>
          </a:solidFill>
          <a:ln/>
        </p:spPr>
      </p:sp>
      <p:sp>
        <p:nvSpPr>
          <p:cNvPr id="13" name=""/>
          <p:cNvSpPr txBox="1"/>
          <p:nvPr/>
        </p:nvSpPr>
        <p:spPr>
          <a:xfrm>
            <a:off x="3733800" y="3209925"/>
            <a:ext cx="723900" cy="7905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800" b="1">
                <a:solidFill>
                  <a:srgbClr val="E8461E"/>
                </a:solidFill>
                <a:latin typeface="DM Sans"/>
                <a:ea typeface="DM Sans"/>
              </a:rPr>
              <a:t>li</a:t>
            </a:r>
          </a:p>
        </p:txBody>
      </p:sp>
      <p:sp>
        <p:nvSpPr>
          <p:cNvPr id="14" name=""/>
          <p:cNvSpPr txBox="1"/>
          <p:nvPr/>
        </p:nvSpPr>
        <p:spPr>
          <a:xfrm>
            <a:off x="3762375" y="4067175"/>
            <a:ext cx="676275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>
                <a:solidFill>
                  <a:srgbClr val="C3C8D6"/>
                </a:solidFill>
                <a:latin typeface="Noto Sans JP"/>
                <a:ea typeface="Noto Sans JP"/>
              </a:rPr>
              <a:t>｜</a:t>
            </a:r>
          </a:p>
        </p:txBody>
      </p:sp>
      <p:sp>
        <p:nvSpPr>
          <p:cNvPr id="15" name=""/>
          <p:cNvSpPr txBox="1"/>
          <p:nvPr/>
        </p:nvSpPr>
        <p:spPr>
          <a:xfrm>
            <a:off x="3695700" y="4543425"/>
            <a:ext cx="819150" cy="7905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800" b="1">
                <a:solidFill>
                  <a:srgbClr val="2F86CF"/>
                </a:solidFill>
                <a:latin typeface="DM Sans"/>
                <a:ea typeface="DM Sans"/>
              </a:rPr>
              <a:t>ri</a:t>
            </a:r>
          </a:p>
        </p:txBody>
      </p:sp>
      <p:sp>
        <p:nvSpPr>
          <p:cNvPr id="16" name=""/>
          <p:cNvSpPr/>
          <p:nvPr/>
        </p:nvSpPr>
        <p:spPr>
          <a:xfrm>
            <a:off x="5076825" y="2105025"/>
            <a:ext cx="2038350" cy="4333875"/>
          </a:xfrm>
          <a:prstGeom prst="roundRect">
            <a:avLst>
              <a:gd name="adj" fmla="val 13084"/>
            </a:avLst>
          </a:prstGeom>
          <a:solidFill>
            <a:srgbClr val="FFFFFF"/>
          </a:solidFill>
          <a:ln/>
        </p:spPr>
      </p:sp>
      <p:sp>
        <p:nvSpPr>
          <p:cNvPr id="17" name=""/>
          <p:cNvSpPr txBox="1"/>
          <p:nvPr/>
        </p:nvSpPr>
        <p:spPr>
          <a:xfrm>
            <a:off x="5829300" y="3209925"/>
            <a:ext cx="962025" cy="7905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800" b="1">
                <a:solidFill>
                  <a:srgbClr val="E8461E"/>
                </a:solidFill>
                <a:latin typeface="DM Sans"/>
                <a:ea typeface="DM Sans"/>
              </a:rPr>
              <a:t>lu</a:t>
            </a:r>
          </a:p>
        </p:txBody>
      </p:sp>
      <p:sp>
        <p:nvSpPr>
          <p:cNvPr id="18" name=""/>
          <p:cNvSpPr txBox="1"/>
          <p:nvPr/>
        </p:nvSpPr>
        <p:spPr>
          <a:xfrm>
            <a:off x="5953125" y="4067175"/>
            <a:ext cx="676275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>
                <a:solidFill>
                  <a:srgbClr val="C3C8D6"/>
                </a:solidFill>
                <a:latin typeface="Noto Sans JP"/>
                <a:ea typeface="Noto Sans JP"/>
              </a:rPr>
              <a:t>｜</a:t>
            </a:r>
          </a:p>
        </p:txBody>
      </p:sp>
      <p:sp>
        <p:nvSpPr>
          <p:cNvPr id="19" name=""/>
          <p:cNvSpPr txBox="1"/>
          <p:nvPr/>
        </p:nvSpPr>
        <p:spPr>
          <a:xfrm>
            <a:off x="5781675" y="4543425"/>
            <a:ext cx="1057275" cy="7905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800" b="1">
                <a:solidFill>
                  <a:srgbClr val="2F86CF"/>
                </a:solidFill>
                <a:latin typeface="DM Sans"/>
                <a:ea typeface="DM Sans"/>
              </a:rPr>
              <a:t>ru</a:t>
            </a:r>
          </a:p>
        </p:txBody>
      </p:sp>
      <p:sp>
        <p:nvSpPr>
          <p:cNvPr id="20" name=""/>
          <p:cNvSpPr/>
          <p:nvPr/>
        </p:nvSpPr>
        <p:spPr>
          <a:xfrm>
            <a:off x="7267575" y="2105025"/>
            <a:ext cx="2038350" cy="4333875"/>
          </a:xfrm>
          <a:prstGeom prst="roundRect">
            <a:avLst>
              <a:gd name="adj" fmla="val 13084"/>
            </a:avLst>
          </a:prstGeom>
          <a:solidFill>
            <a:srgbClr val="FFFFFF"/>
          </a:solidFill>
          <a:ln/>
        </p:spPr>
      </p:sp>
      <p:sp>
        <p:nvSpPr>
          <p:cNvPr id="21" name=""/>
          <p:cNvSpPr txBox="1"/>
          <p:nvPr/>
        </p:nvSpPr>
        <p:spPr>
          <a:xfrm>
            <a:off x="8020050" y="3209925"/>
            <a:ext cx="952500" cy="7905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800" b="1">
                <a:solidFill>
                  <a:srgbClr val="E8461E"/>
                </a:solidFill>
                <a:latin typeface="DM Sans"/>
                <a:ea typeface="DM Sans"/>
              </a:rPr>
              <a:t>le</a:t>
            </a:r>
          </a:p>
        </p:txBody>
      </p:sp>
      <p:sp>
        <p:nvSpPr>
          <p:cNvPr id="22" name=""/>
          <p:cNvSpPr txBox="1"/>
          <p:nvPr/>
        </p:nvSpPr>
        <p:spPr>
          <a:xfrm>
            <a:off x="8143875" y="4067175"/>
            <a:ext cx="676275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>
                <a:solidFill>
                  <a:srgbClr val="C3C8D6"/>
                </a:solidFill>
                <a:latin typeface="Noto Sans JP"/>
                <a:ea typeface="Noto Sans JP"/>
              </a:rPr>
              <a:t>｜</a:t>
            </a:r>
          </a:p>
        </p:txBody>
      </p:sp>
      <p:sp>
        <p:nvSpPr>
          <p:cNvPr id="23" name=""/>
          <p:cNvSpPr txBox="1"/>
          <p:nvPr/>
        </p:nvSpPr>
        <p:spPr>
          <a:xfrm>
            <a:off x="7981950" y="4543425"/>
            <a:ext cx="1047750" cy="7905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800" b="1">
                <a:solidFill>
                  <a:srgbClr val="2F86CF"/>
                </a:solidFill>
                <a:latin typeface="DM Sans"/>
                <a:ea typeface="DM Sans"/>
              </a:rPr>
              <a:t>re</a:t>
            </a:r>
          </a:p>
        </p:txBody>
      </p:sp>
      <p:sp>
        <p:nvSpPr>
          <p:cNvPr id="24" name=""/>
          <p:cNvSpPr/>
          <p:nvPr/>
        </p:nvSpPr>
        <p:spPr>
          <a:xfrm>
            <a:off x="9467850" y="2105025"/>
            <a:ext cx="2038350" cy="4333875"/>
          </a:xfrm>
          <a:prstGeom prst="roundRect">
            <a:avLst>
              <a:gd name="adj" fmla="val 13084"/>
            </a:avLst>
          </a:prstGeom>
          <a:solidFill>
            <a:srgbClr val="FFFFFF"/>
          </a:solidFill>
          <a:ln/>
        </p:spPr>
      </p:sp>
      <p:sp>
        <p:nvSpPr>
          <p:cNvPr id="25" name=""/>
          <p:cNvSpPr txBox="1"/>
          <p:nvPr/>
        </p:nvSpPr>
        <p:spPr>
          <a:xfrm>
            <a:off x="10220325" y="3209925"/>
            <a:ext cx="962025" cy="7905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800" b="1">
                <a:solidFill>
                  <a:srgbClr val="E8461E"/>
                </a:solidFill>
                <a:latin typeface="DM Sans"/>
                <a:ea typeface="DM Sans"/>
              </a:rPr>
              <a:t>lo</a:t>
            </a:r>
          </a:p>
        </p:txBody>
      </p:sp>
      <p:sp>
        <p:nvSpPr>
          <p:cNvPr id="26" name=""/>
          <p:cNvSpPr txBox="1"/>
          <p:nvPr/>
        </p:nvSpPr>
        <p:spPr>
          <a:xfrm>
            <a:off x="10344150" y="4067175"/>
            <a:ext cx="676275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>
                <a:solidFill>
                  <a:srgbClr val="C3C8D6"/>
                </a:solidFill>
                <a:latin typeface="Noto Sans JP"/>
                <a:ea typeface="Noto Sans JP"/>
              </a:rPr>
              <a:t>｜</a:t>
            </a:r>
          </a:p>
        </p:txBody>
      </p:sp>
      <p:sp>
        <p:nvSpPr>
          <p:cNvPr id="27" name=""/>
          <p:cNvSpPr txBox="1"/>
          <p:nvPr/>
        </p:nvSpPr>
        <p:spPr>
          <a:xfrm>
            <a:off x="10182225" y="4543425"/>
            <a:ext cx="1047750" cy="7905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800" b="1">
                <a:solidFill>
                  <a:srgbClr val="2F86CF"/>
                </a:solidFill>
                <a:latin typeface="DM Sans"/>
                <a:ea typeface="DM Sans"/>
              </a:rPr>
              <a:t>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3431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発音練習 / L と R 練習編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57275"/>
            <a:ext cx="1152525" cy="409575"/>
          </a:xfrm>
          <a:prstGeom prst="roundRect">
            <a:avLst>
              <a:gd name="adj" fmla="val 50218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57250" y="1104900"/>
            <a:ext cx="1276350" cy="2952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FFFFFF"/>
                </a:solidFill>
                <a:latin typeface="DM Sans"/>
                <a:ea typeface="DM Sans"/>
              </a:rPr>
              <a:t>STEP 2</a:t>
            </a:r>
          </a:p>
        </p:txBody>
      </p:sp>
      <p:sp>
        <p:nvSpPr>
          <p:cNvPr id="6" name=""/>
          <p:cNvSpPr txBox="1"/>
          <p:nvPr/>
        </p:nvSpPr>
        <p:spPr>
          <a:xfrm>
            <a:off x="1990725" y="933450"/>
            <a:ext cx="2171700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 の単語</a:t>
            </a:r>
          </a:p>
        </p:txBody>
      </p:sp>
      <p:sp>
        <p:nvSpPr>
          <p:cNvPr id="7" name=""/>
          <p:cNvSpPr txBox="1"/>
          <p:nvPr/>
        </p:nvSpPr>
        <p:spPr>
          <a:xfrm>
            <a:off x="685800" y="1666875"/>
            <a:ext cx="878205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私のあとに続いて言ってみよう。</a:t>
            </a:r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1周目はゆっくり、2周目はふつうのスピード</a:t>
            </a:r>
          </a:p>
        </p:txBody>
      </p:sp>
      <p:sp>
        <p:nvSpPr>
          <p:cNvPr id="8" name=""/>
          <p:cNvSpPr/>
          <p:nvPr/>
        </p:nvSpPr>
        <p:spPr>
          <a:xfrm>
            <a:off x="685800" y="2143125"/>
            <a:ext cx="2524125" cy="206692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pic>
        <p:nvPicPr>
          <p:cNvPr id="9" name="Image 0" descr="電球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2724150"/>
            <a:ext cx="914400" cy="914400"/>
          </a:xfrm>
          <a:prstGeom prst="rect">
            <a:avLst/>
          </a:prstGeom>
        </p:spPr>
      </p:pic>
      <p:sp>
        <p:nvSpPr>
          <p:cNvPr id="10" name=""/>
          <p:cNvSpPr txBox="1"/>
          <p:nvPr/>
        </p:nvSpPr>
        <p:spPr>
          <a:xfrm>
            <a:off x="1905000" y="2819400"/>
            <a:ext cx="1257300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2850" b="1">
                <a:solidFill>
                  <a:srgbClr val="1C2340"/>
                </a:solidFill>
                <a:latin typeface="DM Sans"/>
                <a:ea typeface="DM Sans"/>
              </a:rPr>
              <a:t>ight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" y="3267075"/>
            <a:ext cx="12763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光・明かり</a:t>
            </a:r>
          </a:p>
        </p:txBody>
      </p:sp>
      <p:sp>
        <p:nvSpPr>
          <p:cNvPr id="12" name=""/>
          <p:cNvSpPr/>
          <p:nvPr/>
        </p:nvSpPr>
        <p:spPr>
          <a:xfrm>
            <a:off x="3362325" y="2143125"/>
            <a:ext cx="2524125" cy="206692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pic>
        <p:nvPicPr>
          <p:cNvPr id="13" name="Image 1" descr="ハート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3775" y="2724150"/>
            <a:ext cx="914400" cy="914400"/>
          </a:xfrm>
          <a:prstGeom prst="rect">
            <a:avLst/>
          </a:prstGeom>
        </p:spPr>
      </p:pic>
      <p:sp>
        <p:nvSpPr>
          <p:cNvPr id="14" name=""/>
          <p:cNvSpPr txBox="1"/>
          <p:nvPr/>
        </p:nvSpPr>
        <p:spPr>
          <a:xfrm>
            <a:off x="4581525" y="2819400"/>
            <a:ext cx="1171575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2850" b="1">
                <a:solidFill>
                  <a:srgbClr val="1C2340"/>
                </a:solidFill>
                <a:latin typeface="DM Sans"/>
                <a:ea typeface="DM Sans"/>
              </a:rPr>
              <a:t>ove</a:t>
            </a:r>
          </a:p>
        </p:txBody>
      </p:sp>
      <p:sp>
        <p:nvSpPr>
          <p:cNvPr id="15" name=""/>
          <p:cNvSpPr txBox="1"/>
          <p:nvPr/>
        </p:nvSpPr>
        <p:spPr>
          <a:xfrm>
            <a:off x="4581525" y="3267075"/>
            <a:ext cx="9048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大好き</a:t>
            </a:r>
          </a:p>
        </p:txBody>
      </p:sp>
      <p:sp>
        <p:nvSpPr>
          <p:cNvPr id="16" name=""/>
          <p:cNvSpPr/>
          <p:nvPr/>
        </p:nvSpPr>
        <p:spPr>
          <a:xfrm>
            <a:off x="6038850" y="2143125"/>
            <a:ext cx="2790825" cy="206692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pic>
        <p:nvPicPr>
          <p:cNvPr id="17" name="Image 2" descr="目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2724150"/>
            <a:ext cx="914400" cy="914400"/>
          </a:xfrm>
          <a:prstGeom prst="rect">
            <a:avLst/>
          </a:prstGeom>
        </p:spPr>
      </p:pic>
      <p:sp>
        <p:nvSpPr>
          <p:cNvPr id="18" name=""/>
          <p:cNvSpPr txBox="1"/>
          <p:nvPr/>
        </p:nvSpPr>
        <p:spPr>
          <a:xfrm>
            <a:off x="7258050" y="2819400"/>
            <a:ext cx="1209675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2850" b="1">
                <a:solidFill>
                  <a:srgbClr val="1C2340"/>
                </a:solidFill>
                <a:latin typeface="DM Sans"/>
                <a:ea typeface="DM Sans"/>
              </a:rPr>
              <a:t>ook</a:t>
            </a:r>
          </a:p>
        </p:txBody>
      </p:sp>
      <p:sp>
        <p:nvSpPr>
          <p:cNvPr id="19" name=""/>
          <p:cNvSpPr txBox="1"/>
          <p:nvPr/>
        </p:nvSpPr>
        <p:spPr>
          <a:xfrm>
            <a:off x="7258050" y="3267075"/>
            <a:ext cx="7143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見る</a:t>
            </a:r>
          </a:p>
        </p:txBody>
      </p:sp>
      <p:sp>
        <p:nvSpPr>
          <p:cNvPr id="20" name=""/>
          <p:cNvSpPr/>
          <p:nvPr/>
        </p:nvSpPr>
        <p:spPr>
          <a:xfrm>
            <a:off x="8982075" y="2143125"/>
            <a:ext cx="2524125" cy="206692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pic>
        <p:nvPicPr>
          <p:cNvPr id="21" name="Image 3" descr="お弁当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3525" y="2724150"/>
            <a:ext cx="914400" cy="914400"/>
          </a:xfrm>
          <a:prstGeom prst="rect">
            <a:avLst/>
          </a:prstGeom>
        </p:spPr>
      </p:pic>
      <p:sp>
        <p:nvSpPr>
          <p:cNvPr id="22" name=""/>
          <p:cNvSpPr txBox="1"/>
          <p:nvPr/>
        </p:nvSpPr>
        <p:spPr>
          <a:xfrm>
            <a:off x="10201275" y="2819400"/>
            <a:ext cx="1476375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2850" b="1">
                <a:solidFill>
                  <a:srgbClr val="1C2340"/>
                </a:solidFill>
                <a:latin typeface="DM Sans"/>
                <a:ea typeface="DM Sans"/>
              </a:rPr>
              <a:t>unch</a:t>
            </a:r>
          </a:p>
        </p:txBody>
      </p:sp>
      <p:sp>
        <p:nvSpPr>
          <p:cNvPr id="23" name=""/>
          <p:cNvSpPr txBox="1"/>
          <p:nvPr/>
        </p:nvSpPr>
        <p:spPr>
          <a:xfrm>
            <a:off x="10201275" y="3267075"/>
            <a:ext cx="10858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昼ごはん</a:t>
            </a:r>
          </a:p>
        </p:txBody>
      </p:sp>
      <p:sp>
        <p:nvSpPr>
          <p:cNvPr id="24" name=""/>
          <p:cNvSpPr/>
          <p:nvPr/>
        </p:nvSpPr>
        <p:spPr>
          <a:xfrm>
            <a:off x="685800" y="4371975"/>
            <a:ext cx="2524125" cy="206692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pic>
        <p:nvPicPr>
          <p:cNvPr id="25" name="Image 4" descr="ものさし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4943475"/>
            <a:ext cx="914400" cy="914400"/>
          </a:xfrm>
          <a:prstGeom prst="rect">
            <a:avLst/>
          </a:prstGeom>
        </p:spPr>
      </p:pic>
      <p:sp>
        <p:nvSpPr>
          <p:cNvPr id="26" name=""/>
          <p:cNvSpPr txBox="1"/>
          <p:nvPr/>
        </p:nvSpPr>
        <p:spPr>
          <a:xfrm>
            <a:off x="1905000" y="5038725"/>
            <a:ext cx="1219200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2850" b="1">
                <a:solidFill>
                  <a:srgbClr val="1C2340"/>
                </a:solidFill>
                <a:latin typeface="DM Sans"/>
                <a:ea typeface="DM Sans"/>
              </a:rPr>
              <a:t>ong</a:t>
            </a:r>
          </a:p>
        </p:txBody>
      </p:sp>
      <p:sp>
        <p:nvSpPr>
          <p:cNvPr id="27" name=""/>
          <p:cNvSpPr txBox="1"/>
          <p:nvPr/>
        </p:nvSpPr>
        <p:spPr>
          <a:xfrm>
            <a:off x="1905000" y="5495925"/>
            <a:ext cx="7143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長い</a:t>
            </a:r>
          </a:p>
        </p:txBody>
      </p:sp>
      <p:sp>
        <p:nvSpPr>
          <p:cNvPr id="28" name=""/>
          <p:cNvSpPr/>
          <p:nvPr/>
        </p:nvSpPr>
        <p:spPr>
          <a:xfrm>
            <a:off x="3362325" y="4371975"/>
            <a:ext cx="2524125" cy="206692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pic>
        <p:nvPicPr>
          <p:cNvPr id="29" name="Image 5" descr="目覚まし時計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3775" y="4943475"/>
            <a:ext cx="914400" cy="914400"/>
          </a:xfrm>
          <a:prstGeom prst="rect">
            <a:avLst/>
          </a:prstGeom>
        </p:spPr>
      </p:pic>
      <p:sp>
        <p:nvSpPr>
          <p:cNvPr id="30" name=""/>
          <p:cNvSpPr txBox="1"/>
          <p:nvPr/>
        </p:nvSpPr>
        <p:spPr>
          <a:xfrm>
            <a:off x="4581525" y="5038725"/>
            <a:ext cx="1123950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2850" b="1">
                <a:solidFill>
                  <a:srgbClr val="1C2340"/>
                </a:solidFill>
                <a:latin typeface="DM Sans"/>
                <a:ea typeface="DM Sans"/>
              </a:rPr>
              <a:t>ate</a:t>
            </a:r>
          </a:p>
        </p:txBody>
      </p:sp>
      <p:sp>
        <p:nvSpPr>
          <p:cNvPr id="31" name=""/>
          <p:cNvSpPr txBox="1"/>
          <p:nvPr/>
        </p:nvSpPr>
        <p:spPr>
          <a:xfrm>
            <a:off x="4581525" y="5495925"/>
            <a:ext cx="9048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遅れた</a:t>
            </a:r>
          </a:p>
        </p:txBody>
      </p:sp>
      <p:sp>
        <p:nvSpPr>
          <p:cNvPr id="32" name=""/>
          <p:cNvSpPr/>
          <p:nvPr/>
        </p:nvSpPr>
        <p:spPr>
          <a:xfrm>
            <a:off x="6038850" y="4371975"/>
            <a:ext cx="2790825" cy="206692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pic>
        <p:nvPicPr>
          <p:cNvPr id="33" name="Image 6" descr="スーツケース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0300" y="4943475"/>
            <a:ext cx="914400" cy="914400"/>
          </a:xfrm>
          <a:prstGeom prst="rect">
            <a:avLst/>
          </a:prstGeom>
        </p:spPr>
      </p:pic>
      <p:sp>
        <p:nvSpPr>
          <p:cNvPr id="34" name=""/>
          <p:cNvSpPr txBox="1"/>
          <p:nvPr/>
        </p:nvSpPr>
        <p:spPr>
          <a:xfrm>
            <a:off x="7258050" y="5038725"/>
            <a:ext cx="1952625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2850" b="1">
                <a:solidFill>
                  <a:srgbClr val="1C2340"/>
                </a:solidFill>
                <a:latin typeface="DM Sans"/>
                <a:ea typeface="DM Sans"/>
              </a:rPr>
              <a:t>uggage</a:t>
            </a:r>
          </a:p>
        </p:txBody>
      </p:sp>
      <p:sp>
        <p:nvSpPr>
          <p:cNvPr id="35" name=""/>
          <p:cNvSpPr txBox="1"/>
          <p:nvPr/>
        </p:nvSpPr>
        <p:spPr>
          <a:xfrm>
            <a:off x="7258050" y="5495925"/>
            <a:ext cx="7143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荷物</a:t>
            </a:r>
          </a:p>
        </p:txBody>
      </p:sp>
      <p:sp>
        <p:nvSpPr>
          <p:cNvPr id="36" name=""/>
          <p:cNvSpPr/>
          <p:nvPr/>
        </p:nvSpPr>
        <p:spPr>
          <a:xfrm>
            <a:off x="8982075" y="4371975"/>
            <a:ext cx="2524125" cy="206692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pic>
        <p:nvPicPr>
          <p:cNvPr id="37" name="Image 7" descr="レモン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53525" y="4943475"/>
            <a:ext cx="914400" cy="914400"/>
          </a:xfrm>
          <a:prstGeom prst="rect">
            <a:avLst/>
          </a:prstGeom>
        </p:spPr>
      </p:pic>
      <p:sp>
        <p:nvSpPr>
          <p:cNvPr id="38" name=""/>
          <p:cNvSpPr txBox="1"/>
          <p:nvPr/>
        </p:nvSpPr>
        <p:spPr>
          <a:xfrm>
            <a:off x="10201275" y="5038725"/>
            <a:ext cx="1609725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2850" b="1">
                <a:solidFill>
                  <a:srgbClr val="1C2340"/>
                </a:solidFill>
                <a:latin typeface="DM Sans"/>
                <a:ea typeface="DM Sans"/>
              </a:rPr>
              <a:t>emon</a:t>
            </a:r>
          </a:p>
        </p:txBody>
      </p:sp>
      <p:sp>
        <p:nvSpPr>
          <p:cNvPr id="39" name=""/>
          <p:cNvSpPr txBox="1"/>
          <p:nvPr/>
        </p:nvSpPr>
        <p:spPr>
          <a:xfrm>
            <a:off x="10201275" y="5495925"/>
            <a:ext cx="9048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レモン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3431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発音練習 / L と R 練習編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57275"/>
            <a:ext cx="1152525" cy="409575"/>
          </a:xfrm>
          <a:prstGeom prst="roundRect">
            <a:avLst>
              <a:gd name="adj" fmla="val 50218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57250" y="1104900"/>
            <a:ext cx="1276350" cy="2952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FFFFFF"/>
                </a:solidFill>
                <a:latin typeface="DM Sans"/>
                <a:ea typeface="DM Sans"/>
              </a:rPr>
              <a:t>STEP 2</a:t>
            </a:r>
          </a:p>
        </p:txBody>
      </p:sp>
      <p:sp>
        <p:nvSpPr>
          <p:cNvPr id="6" name=""/>
          <p:cNvSpPr txBox="1"/>
          <p:nvPr/>
        </p:nvSpPr>
        <p:spPr>
          <a:xfrm>
            <a:off x="1990725" y="933450"/>
            <a:ext cx="2200275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 の単語</a:t>
            </a:r>
          </a:p>
        </p:txBody>
      </p:sp>
      <p:sp>
        <p:nvSpPr>
          <p:cNvPr id="7" name=""/>
          <p:cNvSpPr txBox="1"/>
          <p:nvPr/>
        </p:nvSpPr>
        <p:spPr>
          <a:xfrm>
            <a:off x="685800" y="1666875"/>
            <a:ext cx="878205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私のあとに続いて言ってみよう。</a:t>
            </a:r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1周目はゆっくり、2周目はふつうのスピード</a:t>
            </a:r>
          </a:p>
        </p:txBody>
      </p:sp>
      <p:sp>
        <p:nvSpPr>
          <p:cNvPr id="8" name=""/>
          <p:cNvSpPr/>
          <p:nvPr/>
        </p:nvSpPr>
        <p:spPr>
          <a:xfrm>
            <a:off x="685800" y="2143125"/>
            <a:ext cx="2305050" cy="206692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pic>
        <p:nvPicPr>
          <p:cNvPr id="9" name="Image 0" descr="右向きの矢印の標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2724150"/>
            <a:ext cx="914400" cy="914400"/>
          </a:xfrm>
          <a:prstGeom prst="rect">
            <a:avLst/>
          </a:prstGeom>
        </p:spPr>
      </p:pic>
      <p:sp>
        <p:nvSpPr>
          <p:cNvPr id="10" name=""/>
          <p:cNvSpPr txBox="1"/>
          <p:nvPr/>
        </p:nvSpPr>
        <p:spPr>
          <a:xfrm>
            <a:off x="1905000" y="2819400"/>
            <a:ext cx="1314450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2850" b="1">
                <a:solidFill>
                  <a:srgbClr val="1C2340"/>
                </a:solidFill>
                <a:latin typeface="DM Sans"/>
                <a:ea typeface="DM Sans"/>
              </a:rPr>
              <a:t>ight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" y="3267075"/>
            <a:ext cx="12763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右・正しい</a:t>
            </a:r>
          </a:p>
        </p:txBody>
      </p:sp>
      <p:sp>
        <p:nvSpPr>
          <p:cNvPr id="12" name=""/>
          <p:cNvSpPr/>
          <p:nvPr/>
        </p:nvSpPr>
        <p:spPr>
          <a:xfrm>
            <a:off x="3143250" y="2143125"/>
            <a:ext cx="3267075" cy="206692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pic>
        <p:nvPicPr>
          <p:cNvPr id="13" name="Image 1" descr="赤い絵の具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700" y="2724150"/>
            <a:ext cx="914400" cy="914400"/>
          </a:xfrm>
          <a:prstGeom prst="rect">
            <a:avLst/>
          </a:prstGeom>
        </p:spPr>
      </p:pic>
      <p:sp>
        <p:nvSpPr>
          <p:cNvPr id="14" name=""/>
          <p:cNvSpPr txBox="1"/>
          <p:nvPr/>
        </p:nvSpPr>
        <p:spPr>
          <a:xfrm>
            <a:off x="4362450" y="2819400"/>
            <a:ext cx="1038225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2850" b="1">
                <a:solidFill>
                  <a:srgbClr val="1C2340"/>
                </a:solidFill>
                <a:latin typeface="DM Sans"/>
                <a:ea typeface="DM Sans"/>
              </a:rPr>
              <a:t>ed</a:t>
            </a:r>
          </a:p>
        </p:txBody>
      </p:sp>
      <p:sp>
        <p:nvSpPr>
          <p:cNvPr id="15" name=""/>
          <p:cNvSpPr txBox="1"/>
          <p:nvPr/>
        </p:nvSpPr>
        <p:spPr>
          <a:xfrm>
            <a:off x="4362450" y="3267075"/>
            <a:ext cx="5334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赤</a:t>
            </a:r>
          </a:p>
        </p:txBody>
      </p:sp>
      <p:sp>
        <p:nvSpPr>
          <p:cNvPr id="16" name=""/>
          <p:cNvSpPr/>
          <p:nvPr/>
        </p:nvSpPr>
        <p:spPr>
          <a:xfrm>
            <a:off x="6562725" y="2143125"/>
            <a:ext cx="2476500" cy="206692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pic>
        <p:nvPicPr>
          <p:cNvPr id="17" name="Image 2" descr="ごはん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175" y="2724150"/>
            <a:ext cx="914400" cy="914400"/>
          </a:xfrm>
          <a:prstGeom prst="rect">
            <a:avLst/>
          </a:prstGeom>
        </p:spPr>
      </p:pic>
      <p:sp>
        <p:nvSpPr>
          <p:cNvPr id="18" name=""/>
          <p:cNvSpPr txBox="1"/>
          <p:nvPr/>
        </p:nvSpPr>
        <p:spPr>
          <a:xfrm>
            <a:off x="7781925" y="2819400"/>
            <a:ext cx="1133475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2850" b="1">
                <a:solidFill>
                  <a:srgbClr val="1C2340"/>
                </a:solidFill>
                <a:latin typeface="DM Sans"/>
                <a:ea typeface="DM Sans"/>
              </a:rPr>
              <a:t>ice</a:t>
            </a:r>
          </a:p>
        </p:txBody>
      </p:sp>
      <p:sp>
        <p:nvSpPr>
          <p:cNvPr id="19" name=""/>
          <p:cNvSpPr txBox="1"/>
          <p:nvPr/>
        </p:nvSpPr>
        <p:spPr>
          <a:xfrm>
            <a:off x="7781925" y="3267075"/>
            <a:ext cx="14573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お米・ごはん</a:t>
            </a:r>
          </a:p>
        </p:txBody>
      </p:sp>
      <p:sp>
        <p:nvSpPr>
          <p:cNvPr id="20" name=""/>
          <p:cNvSpPr/>
          <p:nvPr/>
        </p:nvSpPr>
        <p:spPr>
          <a:xfrm>
            <a:off x="9201150" y="2143125"/>
            <a:ext cx="2305050" cy="206692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pic>
        <p:nvPicPr>
          <p:cNvPr id="21" name="Image 3" descr="雨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0" y="2724150"/>
            <a:ext cx="914400" cy="914400"/>
          </a:xfrm>
          <a:prstGeom prst="rect">
            <a:avLst/>
          </a:prstGeom>
        </p:spPr>
      </p:pic>
      <p:sp>
        <p:nvSpPr>
          <p:cNvPr id="22" name=""/>
          <p:cNvSpPr txBox="1"/>
          <p:nvPr/>
        </p:nvSpPr>
        <p:spPr>
          <a:xfrm>
            <a:off x="10420350" y="2819400"/>
            <a:ext cx="1123950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2850" b="1">
                <a:solidFill>
                  <a:srgbClr val="1C2340"/>
                </a:solidFill>
                <a:latin typeface="DM Sans"/>
                <a:ea typeface="DM Sans"/>
              </a:rPr>
              <a:t>ain</a:t>
            </a:r>
          </a:p>
        </p:txBody>
      </p:sp>
      <p:sp>
        <p:nvSpPr>
          <p:cNvPr id="23" name=""/>
          <p:cNvSpPr txBox="1"/>
          <p:nvPr/>
        </p:nvSpPr>
        <p:spPr>
          <a:xfrm>
            <a:off x="10420350" y="3267075"/>
            <a:ext cx="5334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雨</a:t>
            </a:r>
          </a:p>
        </p:txBody>
      </p:sp>
      <p:sp>
        <p:nvSpPr>
          <p:cNvPr id="24" name=""/>
          <p:cNvSpPr/>
          <p:nvPr/>
        </p:nvSpPr>
        <p:spPr>
          <a:xfrm>
            <a:off x="685800" y="4371975"/>
            <a:ext cx="2305050" cy="206692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pic>
        <p:nvPicPr>
          <p:cNvPr id="25" name="Image 4" descr="本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4943475"/>
            <a:ext cx="914400" cy="914400"/>
          </a:xfrm>
          <a:prstGeom prst="rect">
            <a:avLst/>
          </a:prstGeom>
        </p:spPr>
      </p:pic>
      <p:sp>
        <p:nvSpPr>
          <p:cNvPr id="26" name=""/>
          <p:cNvSpPr txBox="1"/>
          <p:nvPr/>
        </p:nvSpPr>
        <p:spPr>
          <a:xfrm>
            <a:off x="1905000" y="5038725"/>
            <a:ext cx="1276350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2850" b="1">
                <a:solidFill>
                  <a:srgbClr val="1C2340"/>
                </a:solidFill>
                <a:latin typeface="DM Sans"/>
                <a:ea typeface="DM Sans"/>
              </a:rPr>
              <a:t>ead</a:t>
            </a:r>
          </a:p>
        </p:txBody>
      </p:sp>
      <p:sp>
        <p:nvSpPr>
          <p:cNvPr id="27" name=""/>
          <p:cNvSpPr txBox="1"/>
          <p:nvPr/>
        </p:nvSpPr>
        <p:spPr>
          <a:xfrm>
            <a:off x="1905000" y="5495925"/>
            <a:ext cx="7143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読む</a:t>
            </a:r>
          </a:p>
        </p:txBody>
      </p:sp>
      <p:sp>
        <p:nvSpPr>
          <p:cNvPr id="28" name=""/>
          <p:cNvSpPr/>
          <p:nvPr/>
        </p:nvSpPr>
        <p:spPr>
          <a:xfrm>
            <a:off x="3143250" y="4371975"/>
            <a:ext cx="3267075" cy="206692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pic>
        <p:nvPicPr>
          <p:cNvPr id="29" name="Image 5" descr="お店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4700" y="4943475"/>
            <a:ext cx="914400" cy="914400"/>
          </a:xfrm>
          <a:prstGeom prst="rect">
            <a:avLst/>
          </a:prstGeom>
        </p:spPr>
      </p:pic>
      <p:sp>
        <p:nvSpPr>
          <p:cNvPr id="30" name=""/>
          <p:cNvSpPr txBox="1"/>
          <p:nvPr/>
        </p:nvSpPr>
        <p:spPr>
          <a:xfrm>
            <a:off x="4362450" y="5038725"/>
            <a:ext cx="2505075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2850" b="1">
                <a:solidFill>
                  <a:srgbClr val="1C2340"/>
                </a:solidFill>
                <a:latin typeface="DM Sans"/>
                <a:ea typeface="DM Sans"/>
              </a:rPr>
              <a:t>estaurant</a:t>
            </a:r>
          </a:p>
        </p:txBody>
      </p:sp>
      <p:sp>
        <p:nvSpPr>
          <p:cNvPr id="31" name=""/>
          <p:cNvSpPr txBox="1"/>
          <p:nvPr/>
        </p:nvSpPr>
        <p:spPr>
          <a:xfrm>
            <a:off x="4362450" y="5495925"/>
            <a:ext cx="12763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レストラン</a:t>
            </a:r>
          </a:p>
        </p:txBody>
      </p:sp>
      <p:sp>
        <p:nvSpPr>
          <p:cNvPr id="32" name=""/>
          <p:cNvSpPr/>
          <p:nvPr/>
        </p:nvSpPr>
        <p:spPr>
          <a:xfrm>
            <a:off x="6562725" y="4371975"/>
            <a:ext cx="2476500" cy="206692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pic>
        <p:nvPicPr>
          <p:cNvPr id="33" name="Image 6" descr="うさぎ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4175" y="4943475"/>
            <a:ext cx="914400" cy="914400"/>
          </a:xfrm>
          <a:prstGeom prst="rect">
            <a:avLst/>
          </a:prstGeom>
        </p:spPr>
      </p:pic>
      <p:sp>
        <p:nvSpPr>
          <p:cNvPr id="34" name=""/>
          <p:cNvSpPr txBox="1"/>
          <p:nvPr/>
        </p:nvSpPr>
        <p:spPr>
          <a:xfrm>
            <a:off x="7781925" y="5038725"/>
            <a:ext cx="1600200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2850" b="1">
                <a:solidFill>
                  <a:srgbClr val="1C2340"/>
                </a:solidFill>
                <a:latin typeface="DM Sans"/>
                <a:ea typeface="DM Sans"/>
              </a:rPr>
              <a:t>abbit</a:t>
            </a:r>
          </a:p>
        </p:txBody>
      </p:sp>
      <p:sp>
        <p:nvSpPr>
          <p:cNvPr id="35" name=""/>
          <p:cNvSpPr txBox="1"/>
          <p:nvPr/>
        </p:nvSpPr>
        <p:spPr>
          <a:xfrm>
            <a:off x="7781925" y="5495925"/>
            <a:ext cx="9048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うさぎ</a:t>
            </a:r>
          </a:p>
        </p:txBody>
      </p:sp>
      <p:sp>
        <p:nvSpPr>
          <p:cNvPr id="36" name=""/>
          <p:cNvSpPr/>
          <p:nvPr/>
        </p:nvSpPr>
        <p:spPr>
          <a:xfrm>
            <a:off x="9201150" y="4371975"/>
            <a:ext cx="2305050" cy="206692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pic>
        <p:nvPicPr>
          <p:cNvPr id="37" name="Image 7" descr="バラ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2600" y="4943475"/>
            <a:ext cx="914400" cy="914400"/>
          </a:xfrm>
          <a:prstGeom prst="rect">
            <a:avLst/>
          </a:prstGeom>
        </p:spPr>
      </p:pic>
      <p:sp>
        <p:nvSpPr>
          <p:cNvPr id="38" name=""/>
          <p:cNvSpPr txBox="1"/>
          <p:nvPr/>
        </p:nvSpPr>
        <p:spPr>
          <a:xfrm>
            <a:off x="10420350" y="5038725"/>
            <a:ext cx="1238250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2850" b="1">
                <a:solidFill>
                  <a:srgbClr val="1C2340"/>
                </a:solidFill>
                <a:latin typeface="DM Sans"/>
                <a:ea typeface="DM Sans"/>
              </a:rPr>
              <a:t>ose</a:t>
            </a:r>
          </a:p>
        </p:txBody>
      </p:sp>
      <p:sp>
        <p:nvSpPr>
          <p:cNvPr id="39" name=""/>
          <p:cNvSpPr txBox="1"/>
          <p:nvPr/>
        </p:nvSpPr>
        <p:spPr>
          <a:xfrm>
            <a:off x="10420350" y="5495925"/>
            <a:ext cx="7143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バラ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3431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発音練習 / L と R 練習編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38225"/>
            <a:ext cx="1162050" cy="409575"/>
          </a:xfrm>
          <a:prstGeom prst="roundRect">
            <a:avLst>
              <a:gd name="adj" fmla="val 50218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57250" y="1085850"/>
            <a:ext cx="1285875" cy="2952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FFFFFF"/>
                </a:solidFill>
                <a:latin typeface="DM Sans"/>
                <a:ea typeface="DM Sans"/>
              </a:rPr>
              <a:t>STEP 3</a:t>
            </a:r>
          </a:p>
        </p:txBody>
      </p:sp>
      <p:sp>
        <p:nvSpPr>
          <p:cNvPr id="6" name=""/>
          <p:cNvSpPr txBox="1"/>
          <p:nvPr/>
        </p:nvSpPr>
        <p:spPr>
          <a:xfrm>
            <a:off x="2000250" y="933450"/>
            <a:ext cx="22669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ペア単語</a:t>
            </a:r>
          </a:p>
        </p:txBody>
      </p:sp>
      <p:sp>
        <p:nvSpPr>
          <p:cNvPr id="7" name=""/>
          <p:cNvSpPr txBox="1"/>
          <p:nvPr/>
        </p:nvSpPr>
        <p:spPr>
          <a:xfrm>
            <a:off x="685800" y="1628775"/>
            <a:ext cx="781050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L → R の順</a:t>
            </a:r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で1周、</a:t>
            </a:r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R → L の順</a:t>
            </a:r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でもう1周。最後はふつうのスピードで</a:t>
            </a:r>
          </a:p>
        </p:txBody>
      </p:sp>
      <p:sp>
        <p:nvSpPr>
          <p:cNvPr id="8" name=""/>
          <p:cNvSpPr/>
          <p:nvPr/>
        </p:nvSpPr>
        <p:spPr>
          <a:xfrm>
            <a:off x="685800" y="2105025"/>
            <a:ext cx="5334000" cy="1343025"/>
          </a:xfrm>
          <a:prstGeom prst="roundRect">
            <a:avLst>
              <a:gd name="adj" fmla="val 19858"/>
            </a:avLst>
          </a:prstGeom>
          <a:solidFill>
            <a:srgbClr val="FFFFFF"/>
          </a:solidFill>
          <a:ln/>
        </p:spPr>
      </p:sp>
      <p:pic>
        <p:nvPicPr>
          <p:cNvPr id="9" name="Image 0" descr="電球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2343150"/>
            <a:ext cx="876300" cy="876300"/>
          </a:xfrm>
          <a:prstGeom prst="rect">
            <a:avLst/>
          </a:prstGeom>
        </p:spPr>
      </p:pic>
      <p:sp>
        <p:nvSpPr>
          <p:cNvPr id="10" name=""/>
          <p:cNvSpPr txBox="1"/>
          <p:nvPr/>
        </p:nvSpPr>
        <p:spPr>
          <a:xfrm>
            <a:off x="1866900" y="2428875"/>
            <a:ext cx="1209675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ight</a:t>
            </a:r>
          </a:p>
        </p:txBody>
      </p:sp>
      <p:sp>
        <p:nvSpPr>
          <p:cNvPr id="11" name=""/>
          <p:cNvSpPr txBox="1"/>
          <p:nvPr/>
        </p:nvSpPr>
        <p:spPr>
          <a:xfrm>
            <a:off x="1866900" y="2847975"/>
            <a:ext cx="5334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光</a:t>
            </a:r>
          </a:p>
        </p:txBody>
      </p:sp>
      <p:sp>
        <p:nvSpPr>
          <p:cNvPr id="12" name=""/>
          <p:cNvSpPr txBox="1"/>
          <p:nvPr/>
        </p:nvSpPr>
        <p:spPr>
          <a:xfrm>
            <a:off x="3114675" y="2590800"/>
            <a:ext cx="476250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250">
                <a:solidFill>
                  <a:srgbClr val="C3C8D6"/>
                </a:solidFill>
                <a:latin typeface="DM Sans"/>
                <a:ea typeface="DM Sans"/>
              </a:rPr>
              <a:t>/</a:t>
            </a:r>
          </a:p>
        </p:txBody>
      </p:sp>
      <p:pic>
        <p:nvPicPr>
          <p:cNvPr id="13" name="Image 1" descr="右向きの矢印の標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25" y="2343150"/>
            <a:ext cx="876300" cy="876300"/>
          </a:xfrm>
          <a:prstGeom prst="rect">
            <a:avLst/>
          </a:prstGeom>
        </p:spPr>
      </p:pic>
      <p:sp>
        <p:nvSpPr>
          <p:cNvPr id="14" name=""/>
          <p:cNvSpPr txBox="1"/>
          <p:nvPr/>
        </p:nvSpPr>
        <p:spPr>
          <a:xfrm>
            <a:off x="4486275" y="2428875"/>
            <a:ext cx="1257300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ight</a:t>
            </a:r>
          </a:p>
        </p:txBody>
      </p:sp>
      <p:sp>
        <p:nvSpPr>
          <p:cNvPr id="15" name=""/>
          <p:cNvSpPr txBox="1"/>
          <p:nvPr/>
        </p:nvSpPr>
        <p:spPr>
          <a:xfrm>
            <a:off x="4486275" y="2847975"/>
            <a:ext cx="5334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右</a:t>
            </a:r>
          </a:p>
        </p:txBody>
      </p:sp>
      <p:sp>
        <p:nvSpPr>
          <p:cNvPr id="16" name=""/>
          <p:cNvSpPr/>
          <p:nvPr/>
        </p:nvSpPr>
        <p:spPr>
          <a:xfrm>
            <a:off x="6172200" y="2105025"/>
            <a:ext cx="5334000" cy="1343025"/>
          </a:xfrm>
          <a:prstGeom prst="roundRect">
            <a:avLst>
              <a:gd name="adj" fmla="val 19858"/>
            </a:avLst>
          </a:prstGeom>
          <a:solidFill>
            <a:srgbClr val="FFFFFF"/>
          </a:solidFill>
          <a:ln/>
        </p:spPr>
      </p:sp>
      <p:pic>
        <p:nvPicPr>
          <p:cNvPr id="17" name="Image 2" descr="シラミ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650" y="2343150"/>
            <a:ext cx="876300" cy="876300"/>
          </a:xfrm>
          <a:prstGeom prst="rect">
            <a:avLst/>
          </a:prstGeom>
        </p:spPr>
      </p:pic>
      <p:sp>
        <p:nvSpPr>
          <p:cNvPr id="18" name=""/>
          <p:cNvSpPr txBox="1"/>
          <p:nvPr/>
        </p:nvSpPr>
        <p:spPr>
          <a:xfrm>
            <a:off x="7353300" y="2428875"/>
            <a:ext cx="1038225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ice</a:t>
            </a:r>
          </a:p>
        </p:txBody>
      </p:sp>
      <p:sp>
        <p:nvSpPr>
          <p:cNvPr id="19" name=""/>
          <p:cNvSpPr txBox="1"/>
          <p:nvPr/>
        </p:nvSpPr>
        <p:spPr>
          <a:xfrm>
            <a:off x="7353300" y="2847975"/>
            <a:ext cx="9048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シラミ</a:t>
            </a:r>
          </a:p>
        </p:txBody>
      </p:sp>
      <p:sp>
        <p:nvSpPr>
          <p:cNvPr id="20" name=""/>
          <p:cNvSpPr txBox="1"/>
          <p:nvPr/>
        </p:nvSpPr>
        <p:spPr>
          <a:xfrm>
            <a:off x="8601075" y="2590800"/>
            <a:ext cx="476250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250">
                <a:solidFill>
                  <a:srgbClr val="C3C8D6"/>
                </a:solidFill>
                <a:latin typeface="DM Sans"/>
                <a:ea typeface="DM Sans"/>
              </a:rPr>
              <a:t>/</a:t>
            </a:r>
          </a:p>
        </p:txBody>
      </p:sp>
      <p:pic>
        <p:nvPicPr>
          <p:cNvPr id="21" name="Image 3" descr="ごはん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3025" y="2343150"/>
            <a:ext cx="876300" cy="876300"/>
          </a:xfrm>
          <a:prstGeom prst="rect">
            <a:avLst/>
          </a:prstGeom>
        </p:spPr>
      </p:pic>
      <p:sp>
        <p:nvSpPr>
          <p:cNvPr id="22" name=""/>
          <p:cNvSpPr txBox="1"/>
          <p:nvPr/>
        </p:nvSpPr>
        <p:spPr>
          <a:xfrm>
            <a:off x="9972675" y="2428875"/>
            <a:ext cx="1085850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ice</a:t>
            </a:r>
          </a:p>
        </p:txBody>
      </p:sp>
      <p:sp>
        <p:nvSpPr>
          <p:cNvPr id="23" name=""/>
          <p:cNvSpPr txBox="1"/>
          <p:nvPr/>
        </p:nvSpPr>
        <p:spPr>
          <a:xfrm>
            <a:off x="9972675" y="2847975"/>
            <a:ext cx="7143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お米</a:t>
            </a:r>
          </a:p>
        </p:txBody>
      </p:sp>
      <p:sp>
        <p:nvSpPr>
          <p:cNvPr id="24" name=""/>
          <p:cNvSpPr/>
          <p:nvPr/>
        </p:nvSpPr>
        <p:spPr>
          <a:xfrm>
            <a:off x="685800" y="3600450"/>
            <a:ext cx="5334000" cy="1343025"/>
          </a:xfrm>
          <a:prstGeom prst="roundRect">
            <a:avLst>
              <a:gd name="adj" fmla="val 19858"/>
            </a:avLst>
          </a:prstGeom>
          <a:solidFill>
            <a:srgbClr val="FFFFFF"/>
          </a:solidFill>
          <a:ln/>
        </p:spPr>
      </p:sp>
      <p:pic>
        <p:nvPicPr>
          <p:cNvPr id="25" name="Image 4" descr="ものさし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838575"/>
            <a:ext cx="876300" cy="876300"/>
          </a:xfrm>
          <a:prstGeom prst="rect">
            <a:avLst/>
          </a:prstGeom>
        </p:spPr>
      </p:pic>
      <p:sp>
        <p:nvSpPr>
          <p:cNvPr id="26" name=""/>
          <p:cNvSpPr txBox="1"/>
          <p:nvPr/>
        </p:nvSpPr>
        <p:spPr>
          <a:xfrm>
            <a:off x="1866900" y="3924300"/>
            <a:ext cx="1171575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ong</a:t>
            </a:r>
          </a:p>
        </p:txBody>
      </p:sp>
      <p:sp>
        <p:nvSpPr>
          <p:cNvPr id="27" name=""/>
          <p:cNvSpPr txBox="1"/>
          <p:nvPr/>
        </p:nvSpPr>
        <p:spPr>
          <a:xfrm>
            <a:off x="1866900" y="4343400"/>
            <a:ext cx="7143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長い</a:t>
            </a:r>
          </a:p>
        </p:txBody>
      </p:sp>
      <p:sp>
        <p:nvSpPr>
          <p:cNvPr id="28" name=""/>
          <p:cNvSpPr txBox="1"/>
          <p:nvPr/>
        </p:nvSpPr>
        <p:spPr>
          <a:xfrm>
            <a:off x="3114675" y="4086225"/>
            <a:ext cx="476250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250">
                <a:solidFill>
                  <a:srgbClr val="C3C8D6"/>
                </a:solidFill>
                <a:latin typeface="DM Sans"/>
                <a:ea typeface="DM Sans"/>
              </a:rPr>
              <a:t>/</a:t>
            </a:r>
          </a:p>
        </p:txBody>
      </p:sp>
      <p:pic>
        <p:nvPicPr>
          <p:cNvPr id="29" name="Image 5" descr="バツのついた紙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6625" y="3838575"/>
            <a:ext cx="876300" cy="876300"/>
          </a:xfrm>
          <a:prstGeom prst="rect">
            <a:avLst/>
          </a:prstGeom>
        </p:spPr>
      </p:pic>
      <p:sp>
        <p:nvSpPr>
          <p:cNvPr id="30" name=""/>
          <p:cNvSpPr txBox="1"/>
          <p:nvPr/>
        </p:nvSpPr>
        <p:spPr>
          <a:xfrm>
            <a:off x="4486275" y="3924300"/>
            <a:ext cx="1543050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w</a:t>
            </a:r>
            <a:pPr/>
            <a:r>
              <a:rPr sz="27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ong</a:t>
            </a:r>
          </a:p>
        </p:txBody>
      </p:sp>
      <p:sp>
        <p:nvSpPr>
          <p:cNvPr id="31" name=""/>
          <p:cNvSpPr txBox="1"/>
          <p:nvPr/>
        </p:nvSpPr>
        <p:spPr>
          <a:xfrm>
            <a:off x="4486275" y="4343400"/>
            <a:ext cx="12763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まちがった</a:t>
            </a:r>
          </a:p>
        </p:txBody>
      </p:sp>
      <p:sp>
        <p:nvSpPr>
          <p:cNvPr id="32" name=""/>
          <p:cNvSpPr/>
          <p:nvPr/>
        </p:nvSpPr>
        <p:spPr>
          <a:xfrm>
            <a:off x="6172200" y="3600450"/>
            <a:ext cx="5334000" cy="1343025"/>
          </a:xfrm>
          <a:prstGeom prst="roundRect">
            <a:avLst>
              <a:gd name="adj" fmla="val 19858"/>
            </a:avLst>
          </a:prstGeom>
          <a:solidFill>
            <a:srgbClr val="FFFFFF"/>
          </a:solidFill>
          <a:ln/>
        </p:spPr>
      </p:sp>
      <p:pic>
        <p:nvPicPr>
          <p:cNvPr id="33" name="Image 6" descr="南京錠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3650" y="3838575"/>
            <a:ext cx="876300" cy="876300"/>
          </a:xfrm>
          <a:prstGeom prst="rect">
            <a:avLst/>
          </a:prstGeom>
        </p:spPr>
      </p:pic>
      <p:sp>
        <p:nvSpPr>
          <p:cNvPr id="34" name=""/>
          <p:cNvSpPr txBox="1"/>
          <p:nvPr/>
        </p:nvSpPr>
        <p:spPr>
          <a:xfrm>
            <a:off x="7353300" y="3924300"/>
            <a:ext cx="1162050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ock</a:t>
            </a:r>
          </a:p>
        </p:txBody>
      </p:sp>
      <p:sp>
        <p:nvSpPr>
          <p:cNvPr id="35" name=""/>
          <p:cNvSpPr txBox="1"/>
          <p:nvPr/>
        </p:nvSpPr>
        <p:spPr>
          <a:xfrm>
            <a:off x="7353300" y="4343400"/>
            <a:ext cx="12763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鍵をかける</a:t>
            </a:r>
          </a:p>
        </p:txBody>
      </p:sp>
      <p:sp>
        <p:nvSpPr>
          <p:cNvPr id="36" name=""/>
          <p:cNvSpPr txBox="1"/>
          <p:nvPr/>
        </p:nvSpPr>
        <p:spPr>
          <a:xfrm>
            <a:off x="8601075" y="4086225"/>
            <a:ext cx="476250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250">
                <a:solidFill>
                  <a:srgbClr val="C3C8D6"/>
                </a:solidFill>
                <a:latin typeface="DM Sans"/>
                <a:ea typeface="DM Sans"/>
              </a:rPr>
              <a:t>/</a:t>
            </a:r>
          </a:p>
        </p:txBody>
      </p:sp>
      <p:pic>
        <p:nvPicPr>
          <p:cNvPr id="37" name="Image 7" descr="岩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63025" y="3838575"/>
            <a:ext cx="876300" cy="876300"/>
          </a:xfrm>
          <a:prstGeom prst="rect">
            <a:avLst/>
          </a:prstGeom>
        </p:spPr>
      </p:pic>
      <p:sp>
        <p:nvSpPr>
          <p:cNvPr id="38" name=""/>
          <p:cNvSpPr txBox="1"/>
          <p:nvPr/>
        </p:nvSpPr>
        <p:spPr>
          <a:xfrm>
            <a:off x="9972675" y="3924300"/>
            <a:ext cx="1209675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ock</a:t>
            </a:r>
          </a:p>
        </p:txBody>
      </p:sp>
      <p:sp>
        <p:nvSpPr>
          <p:cNvPr id="39" name=""/>
          <p:cNvSpPr txBox="1"/>
          <p:nvPr/>
        </p:nvSpPr>
        <p:spPr>
          <a:xfrm>
            <a:off x="9972675" y="4343400"/>
            <a:ext cx="5334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岩</a:t>
            </a:r>
          </a:p>
        </p:txBody>
      </p:sp>
      <p:sp>
        <p:nvSpPr>
          <p:cNvPr id="40" name=""/>
          <p:cNvSpPr/>
          <p:nvPr/>
        </p:nvSpPr>
        <p:spPr>
          <a:xfrm>
            <a:off x="685800" y="5095875"/>
            <a:ext cx="5334000" cy="1343025"/>
          </a:xfrm>
          <a:prstGeom prst="roundRect">
            <a:avLst>
              <a:gd name="adj" fmla="val 19858"/>
            </a:avLst>
          </a:prstGeom>
          <a:solidFill>
            <a:srgbClr val="FFFFFF"/>
          </a:solidFill>
          <a:ln/>
        </p:spPr>
      </p:sp>
      <p:pic>
        <p:nvPicPr>
          <p:cNvPr id="41" name="Image 8" descr="道路の車線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250" y="5334000"/>
            <a:ext cx="876300" cy="876300"/>
          </a:xfrm>
          <a:prstGeom prst="rect">
            <a:avLst/>
          </a:prstGeom>
        </p:spPr>
      </p:pic>
      <p:sp>
        <p:nvSpPr>
          <p:cNvPr id="42" name=""/>
          <p:cNvSpPr txBox="1"/>
          <p:nvPr/>
        </p:nvSpPr>
        <p:spPr>
          <a:xfrm>
            <a:off x="1866900" y="5419725"/>
            <a:ext cx="1162050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ane</a:t>
            </a:r>
          </a:p>
        </p:txBody>
      </p:sp>
      <p:sp>
        <p:nvSpPr>
          <p:cNvPr id="43" name=""/>
          <p:cNvSpPr txBox="1"/>
          <p:nvPr/>
        </p:nvSpPr>
        <p:spPr>
          <a:xfrm>
            <a:off x="1866900" y="5838825"/>
            <a:ext cx="7143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車線</a:t>
            </a:r>
          </a:p>
        </p:txBody>
      </p:sp>
      <p:sp>
        <p:nvSpPr>
          <p:cNvPr id="44" name=""/>
          <p:cNvSpPr txBox="1"/>
          <p:nvPr/>
        </p:nvSpPr>
        <p:spPr>
          <a:xfrm>
            <a:off x="3114675" y="5581650"/>
            <a:ext cx="476250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250">
                <a:solidFill>
                  <a:srgbClr val="C3C8D6"/>
                </a:solidFill>
                <a:latin typeface="DM Sans"/>
                <a:ea typeface="DM Sans"/>
              </a:rPr>
              <a:t>/</a:t>
            </a:r>
          </a:p>
        </p:txBody>
      </p:sp>
      <p:pic>
        <p:nvPicPr>
          <p:cNvPr id="45" name="Image 9" descr="雨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76625" y="5334000"/>
            <a:ext cx="876300" cy="876300"/>
          </a:xfrm>
          <a:prstGeom prst="rect">
            <a:avLst/>
          </a:prstGeom>
        </p:spPr>
      </p:pic>
      <p:sp>
        <p:nvSpPr>
          <p:cNvPr id="46" name=""/>
          <p:cNvSpPr txBox="1"/>
          <p:nvPr/>
        </p:nvSpPr>
        <p:spPr>
          <a:xfrm>
            <a:off x="4486275" y="5419725"/>
            <a:ext cx="1085850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ain</a:t>
            </a:r>
          </a:p>
        </p:txBody>
      </p:sp>
      <p:sp>
        <p:nvSpPr>
          <p:cNvPr id="47" name=""/>
          <p:cNvSpPr txBox="1"/>
          <p:nvPr/>
        </p:nvSpPr>
        <p:spPr>
          <a:xfrm>
            <a:off x="4486275" y="5838825"/>
            <a:ext cx="5334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雨</a:t>
            </a:r>
          </a:p>
        </p:txBody>
      </p:sp>
      <p:sp>
        <p:nvSpPr>
          <p:cNvPr id="48" name=""/>
          <p:cNvSpPr/>
          <p:nvPr/>
        </p:nvSpPr>
        <p:spPr>
          <a:xfrm>
            <a:off x="6172200" y="5095875"/>
            <a:ext cx="5334000" cy="1343025"/>
          </a:xfrm>
          <a:prstGeom prst="roundRect">
            <a:avLst>
              <a:gd name="adj" fmla="val 19858"/>
            </a:avLst>
          </a:prstGeom>
          <a:solidFill>
            <a:srgbClr val="FFFFFF"/>
          </a:solidFill>
          <a:ln/>
        </p:spPr>
      </p:sp>
      <p:pic>
        <p:nvPicPr>
          <p:cNvPr id="49" name="Image 10" descr="コインのびん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3650" y="5334000"/>
            <a:ext cx="876300" cy="876300"/>
          </a:xfrm>
          <a:prstGeom prst="rect">
            <a:avLst/>
          </a:prstGeom>
        </p:spPr>
      </p:pic>
      <p:sp>
        <p:nvSpPr>
          <p:cNvPr id="50" name=""/>
          <p:cNvSpPr txBox="1"/>
          <p:nvPr/>
        </p:nvSpPr>
        <p:spPr>
          <a:xfrm>
            <a:off x="7353300" y="5419725"/>
            <a:ext cx="1685925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co</a:t>
            </a:r>
            <a:pPr/>
            <a:r>
              <a:rPr sz="2700" b="1">
                <a:solidFill>
                  <a:srgbClr val="E8461E"/>
                </a:solidFill>
                <a:latin typeface="DM Sans"/>
                <a:ea typeface="DM Sans"/>
              </a:rPr>
              <a:t>ll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ect</a:t>
            </a:r>
          </a:p>
        </p:txBody>
      </p:sp>
      <p:sp>
        <p:nvSpPr>
          <p:cNvPr id="51" name=""/>
          <p:cNvSpPr txBox="1"/>
          <p:nvPr/>
        </p:nvSpPr>
        <p:spPr>
          <a:xfrm>
            <a:off x="7353300" y="5838825"/>
            <a:ext cx="9048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集める</a:t>
            </a:r>
          </a:p>
        </p:txBody>
      </p:sp>
      <p:sp>
        <p:nvSpPr>
          <p:cNvPr id="52" name=""/>
          <p:cNvSpPr txBox="1"/>
          <p:nvPr/>
        </p:nvSpPr>
        <p:spPr>
          <a:xfrm>
            <a:off x="8601075" y="5581650"/>
            <a:ext cx="476250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250">
                <a:solidFill>
                  <a:srgbClr val="C3C8D6"/>
                </a:solidFill>
                <a:latin typeface="DM Sans"/>
                <a:ea typeface="DM Sans"/>
              </a:rPr>
              <a:t>/</a:t>
            </a:r>
          </a:p>
        </p:txBody>
      </p:sp>
      <p:pic>
        <p:nvPicPr>
          <p:cNvPr id="53" name="Image 11" descr="マルのついた紙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63025" y="5334000"/>
            <a:ext cx="876300" cy="876300"/>
          </a:xfrm>
          <a:prstGeom prst="rect">
            <a:avLst/>
          </a:prstGeom>
        </p:spPr>
      </p:pic>
      <p:sp>
        <p:nvSpPr>
          <p:cNvPr id="54" name=""/>
          <p:cNvSpPr txBox="1"/>
          <p:nvPr/>
        </p:nvSpPr>
        <p:spPr>
          <a:xfrm>
            <a:off x="9972675" y="5419725"/>
            <a:ext cx="1790700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co</a:t>
            </a:r>
            <a:pPr/>
            <a:r>
              <a:rPr sz="2700" b="1">
                <a:solidFill>
                  <a:srgbClr val="2F86CF"/>
                </a:solidFill>
                <a:latin typeface="DM Sans"/>
                <a:ea typeface="DM Sans"/>
              </a:rPr>
              <a:t>rr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ect</a:t>
            </a:r>
          </a:p>
        </p:txBody>
      </p:sp>
      <p:sp>
        <p:nvSpPr>
          <p:cNvPr id="55" name=""/>
          <p:cNvSpPr txBox="1"/>
          <p:nvPr/>
        </p:nvSpPr>
        <p:spPr>
          <a:xfrm>
            <a:off x="9972675" y="5838825"/>
            <a:ext cx="9048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正しい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3431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発音練習 / L と R 練習編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57275"/>
            <a:ext cx="1171575" cy="409575"/>
          </a:xfrm>
          <a:prstGeom prst="roundRect">
            <a:avLst>
              <a:gd name="adj" fmla="val 50218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57250" y="1104900"/>
            <a:ext cx="1295400" cy="2952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FFFFFF"/>
                </a:solidFill>
                <a:latin typeface="DM Sans"/>
                <a:ea typeface="DM Sans"/>
              </a:rPr>
              <a:t>STEP 4</a:t>
            </a:r>
          </a:p>
        </p:txBody>
      </p:sp>
      <p:sp>
        <p:nvSpPr>
          <p:cNvPr id="6" name=""/>
          <p:cNvSpPr txBox="1"/>
          <p:nvPr/>
        </p:nvSpPr>
        <p:spPr>
          <a:xfrm>
            <a:off x="2009775" y="933450"/>
            <a:ext cx="4314825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子音のあとの </a:t>
            </a:r>
            <a:pPr/>
            <a:r>
              <a:rPr sz="33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 / </a:t>
            </a:r>
            <a:pPr/>
            <a:r>
              <a:rPr sz="33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</a:p>
        </p:txBody>
      </p:sp>
      <p:sp>
        <p:nvSpPr>
          <p:cNvPr id="7" name=""/>
          <p:cNvSpPr txBox="1"/>
          <p:nvPr/>
        </p:nvSpPr>
        <p:spPr>
          <a:xfrm>
            <a:off x="685800" y="1666875"/>
            <a:ext cx="82772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前の子音とひと息で。</a:t>
            </a:r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間に「ウ」を入れない</a:t>
            </a:r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（×グ・ラス ×プ・レイ）</a:t>
            </a:r>
          </a:p>
        </p:txBody>
      </p:sp>
      <p:sp>
        <p:nvSpPr>
          <p:cNvPr id="8" name=""/>
          <p:cNvSpPr/>
          <p:nvPr/>
        </p:nvSpPr>
        <p:spPr>
          <a:xfrm>
            <a:off x="685800" y="2143125"/>
            <a:ext cx="5334000" cy="1333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pic>
        <p:nvPicPr>
          <p:cNvPr id="9" name="Image 0" descr="グラ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2371725"/>
            <a:ext cx="876300" cy="876300"/>
          </a:xfrm>
          <a:prstGeom prst="rect">
            <a:avLst/>
          </a:prstGeom>
        </p:spPr>
      </p:pic>
      <p:sp>
        <p:nvSpPr>
          <p:cNvPr id="10" name=""/>
          <p:cNvSpPr txBox="1"/>
          <p:nvPr/>
        </p:nvSpPr>
        <p:spPr>
          <a:xfrm>
            <a:off x="1866900" y="2466975"/>
            <a:ext cx="1333500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g</a:t>
            </a:r>
            <a:pPr/>
            <a:r>
              <a:rPr sz="27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ass</a:t>
            </a:r>
          </a:p>
        </p:txBody>
      </p:sp>
      <p:sp>
        <p:nvSpPr>
          <p:cNvPr id="11" name=""/>
          <p:cNvSpPr txBox="1"/>
          <p:nvPr/>
        </p:nvSpPr>
        <p:spPr>
          <a:xfrm>
            <a:off x="1866900" y="2876550"/>
            <a:ext cx="8953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グラス</a:t>
            </a:r>
          </a:p>
        </p:txBody>
      </p:sp>
      <p:sp>
        <p:nvSpPr>
          <p:cNvPr id="12" name=""/>
          <p:cNvSpPr txBox="1"/>
          <p:nvPr/>
        </p:nvSpPr>
        <p:spPr>
          <a:xfrm>
            <a:off x="3114675" y="2619375"/>
            <a:ext cx="476250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250">
                <a:solidFill>
                  <a:srgbClr val="C3C8D6"/>
                </a:solidFill>
                <a:latin typeface="DM Sans"/>
                <a:ea typeface="DM Sans"/>
              </a:rPr>
              <a:t>/</a:t>
            </a:r>
          </a:p>
        </p:txBody>
      </p:sp>
      <p:pic>
        <p:nvPicPr>
          <p:cNvPr id="13" name="Image 1" descr="草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25" y="2371725"/>
            <a:ext cx="876300" cy="876300"/>
          </a:xfrm>
          <a:prstGeom prst="rect">
            <a:avLst/>
          </a:prstGeom>
        </p:spPr>
      </p:pic>
      <p:sp>
        <p:nvSpPr>
          <p:cNvPr id="14" name=""/>
          <p:cNvSpPr txBox="1"/>
          <p:nvPr/>
        </p:nvSpPr>
        <p:spPr>
          <a:xfrm>
            <a:off x="4486275" y="2466975"/>
            <a:ext cx="1390650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g</a:t>
            </a:r>
            <a:pPr/>
            <a:r>
              <a:rPr sz="27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ass</a:t>
            </a:r>
          </a:p>
        </p:txBody>
      </p:sp>
      <p:sp>
        <p:nvSpPr>
          <p:cNvPr id="15" name=""/>
          <p:cNvSpPr txBox="1"/>
          <p:nvPr/>
        </p:nvSpPr>
        <p:spPr>
          <a:xfrm>
            <a:off x="4486275" y="2876550"/>
            <a:ext cx="5334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草</a:t>
            </a:r>
          </a:p>
        </p:txBody>
      </p:sp>
      <p:sp>
        <p:nvSpPr>
          <p:cNvPr id="16" name=""/>
          <p:cNvSpPr/>
          <p:nvPr/>
        </p:nvSpPr>
        <p:spPr>
          <a:xfrm>
            <a:off x="6172200" y="2143125"/>
            <a:ext cx="5334000" cy="1333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pic>
        <p:nvPicPr>
          <p:cNvPr id="17" name="Image 2" descr="ボール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650" y="2371725"/>
            <a:ext cx="876300" cy="876300"/>
          </a:xfrm>
          <a:prstGeom prst="rect">
            <a:avLst/>
          </a:prstGeom>
        </p:spPr>
      </p:pic>
      <p:sp>
        <p:nvSpPr>
          <p:cNvPr id="18" name=""/>
          <p:cNvSpPr txBox="1"/>
          <p:nvPr/>
        </p:nvSpPr>
        <p:spPr>
          <a:xfrm>
            <a:off x="7353300" y="2466975"/>
            <a:ext cx="1171575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p</a:t>
            </a:r>
            <a:pPr/>
            <a:r>
              <a:rPr sz="27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ay</a:t>
            </a:r>
          </a:p>
        </p:txBody>
      </p:sp>
      <p:sp>
        <p:nvSpPr>
          <p:cNvPr id="19" name=""/>
          <p:cNvSpPr txBox="1"/>
          <p:nvPr/>
        </p:nvSpPr>
        <p:spPr>
          <a:xfrm>
            <a:off x="7353300" y="2876550"/>
            <a:ext cx="7143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遊ぶ</a:t>
            </a:r>
          </a:p>
        </p:txBody>
      </p:sp>
      <p:sp>
        <p:nvSpPr>
          <p:cNvPr id="20" name=""/>
          <p:cNvSpPr txBox="1"/>
          <p:nvPr/>
        </p:nvSpPr>
        <p:spPr>
          <a:xfrm>
            <a:off x="8601075" y="2619375"/>
            <a:ext cx="476250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250">
                <a:solidFill>
                  <a:srgbClr val="C3C8D6"/>
                </a:solidFill>
                <a:latin typeface="DM Sans"/>
                <a:ea typeface="DM Sans"/>
              </a:rPr>
              <a:t>/</a:t>
            </a:r>
          </a:p>
        </p:txBody>
      </p:sp>
      <p:pic>
        <p:nvPicPr>
          <p:cNvPr id="21" name="Image 3" descr="祈る手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3025" y="2371725"/>
            <a:ext cx="876300" cy="876300"/>
          </a:xfrm>
          <a:prstGeom prst="rect">
            <a:avLst/>
          </a:prstGeom>
        </p:spPr>
      </p:pic>
      <p:sp>
        <p:nvSpPr>
          <p:cNvPr id="22" name=""/>
          <p:cNvSpPr txBox="1"/>
          <p:nvPr/>
        </p:nvSpPr>
        <p:spPr>
          <a:xfrm>
            <a:off x="9972675" y="2466975"/>
            <a:ext cx="1228725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p</a:t>
            </a:r>
            <a:pPr/>
            <a:r>
              <a:rPr sz="27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ay</a:t>
            </a:r>
          </a:p>
        </p:txBody>
      </p:sp>
      <p:sp>
        <p:nvSpPr>
          <p:cNvPr id="23" name=""/>
          <p:cNvSpPr txBox="1"/>
          <p:nvPr/>
        </p:nvSpPr>
        <p:spPr>
          <a:xfrm>
            <a:off x="9972675" y="2876550"/>
            <a:ext cx="7143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祈る</a:t>
            </a:r>
          </a:p>
        </p:txBody>
      </p:sp>
      <p:sp>
        <p:nvSpPr>
          <p:cNvPr id="24" name=""/>
          <p:cNvSpPr/>
          <p:nvPr/>
        </p:nvSpPr>
        <p:spPr>
          <a:xfrm>
            <a:off x="685800" y="3629025"/>
            <a:ext cx="5334000" cy="1333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pic>
        <p:nvPicPr>
          <p:cNvPr id="25" name="Image 4" descr="鳥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857625"/>
            <a:ext cx="876300" cy="876300"/>
          </a:xfrm>
          <a:prstGeom prst="rect">
            <a:avLst/>
          </a:prstGeom>
        </p:spPr>
      </p:pic>
      <p:sp>
        <p:nvSpPr>
          <p:cNvPr id="26" name=""/>
          <p:cNvSpPr txBox="1"/>
          <p:nvPr/>
        </p:nvSpPr>
        <p:spPr>
          <a:xfrm>
            <a:off x="1866900" y="3943350"/>
            <a:ext cx="828675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f</a:t>
            </a:r>
            <a:pPr/>
            <a:r>
              <a:rPr sz="27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y</a:t>
            </a:r>
          </a:p>
        </p:txBody>
      </p:sp>
      <p:sp>
        <p:nvSpPr>
          <p:cNvPr id="27" name=""/>
          <p:cNvSpPr txBox="1"/>
          <p:nvPr/>
        </p:nvSpPr>
        <p:spPr>
          <a:xfrm>
            <a:off x="1866900" y="4362450"/>
            <a:ext cx="7143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飛ぶ</a:t>
            </a:r>
          </a:p>
        </p:txBody>
      </p:sp>
      <p:sp>
        <p:nvSpPr>
          <p:cNvPr id="28" name=""/>
          <p:cNvSpPr txBox="1"/>
          <p:nvPr/>
        </p:nvSpPr>
        <p:spPr>
          <a:xfrm>
            <a:off x="3114675" y="4105275"/>
            <a:ext cx="476250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250">
                <a:solidFill>
                  <a:srgbClr val="C3C8D6"/>
                </a:solidFill>
                <a:latin typeface="DM Sans"/>
                <a:ea typeface="DM Sans"/>
              </a:rPr>
              <a:t>/</a:t>
            </a:r>
          </a:p>
        </p:txBody>
      </p:sp>
      <p:pic>
        <p:nvPicPr>
          <p:cNvPr id="29" name="Image 5" descr="エビフライ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6625" y="3857625"/>
            <a:ext cx="876300" cy="876300"/>
          </a:xfrm>
          <a:prstGeom prst="rect">
            <a:avLst/>
          </a:prstGeom>
        </p:spPr>
      </p:pic>
      <p:sp>
        <p:nvSpPr>
          <p:cNvPr id="30" name=""/>
          <p:cNvSpPr txBox="1"/>
          <p:nvPr/>
        </p:nvSpPr>
        <p:spPr>
          <a:xfrm>
            <a:off x="4486275" y="3943350"/>
            <a:ext cx="885825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f</a:t>
            </a:r>
            <a:pPr/>
            <a:r>
              <a:rPr sz="27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y</a:t>
            </a:r>
          </a:p>
        </p:txBody>
      </p:sp>
      <p:sp>
        <p:nvSpPr>
          <p:cNvPr id="31" name=""/>
          <p:cNvSpPr txBox="1"/>
          <p:nvPr/>
        </p:nvSpPr>
        <p:spPr>
          <a:xfrm>
            <a:off x="4486275" y="4362450"/>
            <a:ext cx="9048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揚げる</a:t>
            </a:r>
          </a:p>
        </p:txBody>
      </p:sp>
      <p:sp>
        <p:nvSpPr>
          <p:cNvPr id="32" name=""/>
          <p:cNvSpPr/>
          <p:nvPr/>
        </p:nvSpPr>
        <p:spPr>
          <a:xfrm>
            <a:off x="6172200" y="3629025"/>
            <a:ext cx="5334000" cy="1333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pic>
        <p:nvPicPr>
          <p:cNvPr id="33" name="Image 6" descr="ピエロ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3650" y="3857625"/>
            <a:ext cx="876300" cy="876300"/>
          </a:xfrm>
          <a:prstGeom prst="rect">
            <a:avLst/>
          </a:prstGeom>
        </p:spPr>
      </p:pic>
      <p:sp>
        <p:nvSpPr>
          <p:cNvPr id="34" name=""/>
          <p:cNvSpPr txBox="1"/>
          <p:nvPr/>
        </p:nvSpPr>
        <p:spPr>
          <a:xfrm>
            <a:off x="7353300" y="3943350"/>
            <a:ext cx="1485900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c</a:t>
            </a:r>
            <a:pPr/>
            <a:r>
              <a:rPr sz="27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own</a:t>
            </a:r>
          </a:p>
        </p:txBody>
      </p:sp>
      <p:sp>
        <p:nvSpPr>
          <p:cNvPr id="35" name=""/>
          <p:cNvSpPr txBox="1"/>
          <p:nvPr/>
        </p:nvSpPr>
        <p:spPr>
          <a:xfrm>
            <a:off x="7353300" y="4362450"/>
            <a:ext cx="9048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ピエロ</a:t>
            </a:r>
          </a:p>
        </p:txBody>
      </p:sp>
      <p:sp>
        <p:nvSpPr>
          <p:cNvPr id="36" name=""/>
          <p:cNvSpPr txBox="1"/>
          <p:nvPr/>
        </p:nvSpPr>
        <p:spPr>
          <a:xfrm>
            <a:off x="8601075" y="4105275"/>
            <a:ext cx="476250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250">
                <a:solidFill>
                  <a:srgbClr val="C3C8D6"/>
                </a:solidFill>
                <a:latin typeface="DM Sans"/>
                <a:ea typeface="DM Sans"/>
              </a:rPr>
              <a:t>/</a:t>
            </a:r>
          </a:p>
        </p:txBody>
      </p:sp>
      <p:pic>
        <p:nvPicPr>
          <p:cNvPr id="37" name="Image 7" descr="王冠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63025" y="3857625"/>
            <a:ext cx="876300" cy="876300"/>
          </a:xfrm>
          <a:prstGeom prst="rect">
            <a:avLst/>
          </a:prstGeom>
        </p:spPr>
      </p:pic>
      <p:sp>
        <p:nvSpPr>
          <p:cNvPr id="38" name=""/>
          <p:cNvSpPr txBox="1"/>
          <p:nvPr/>
        </p:nvSpPr>
        <p:spPr>
          <a:xfrm>
            <a:off x="9972675" y="3943350"/>
            <a:ext cx="1543050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c</a:t>
            </a:r>
            <a:pPr/>
            <a:r>
              <a:rPr sz="27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own</a:t>
            </a:r>
          </a:p>
        </p:txBody>
      </p:sp>
      <p:sp>
        <p:nvSpPr>
          <p:cNvPr id="39" name=""/>
          <p:cNvSpPr txBox="1"/>
          <p:nvPr/>
        </p:nvSpPr>
        <p:spPr>
          <a:xfrm>
            <a:off x="9972675" y="4362450"/>
            <a:ext cx="7143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王冠</a:t>
            </a:r>
          </a:p>
        </p:txBody>
      </p:sp>
      <p:sp>
        <p:nvSpPr>
          <p:cNvPr id="40" name=""/>
          <p:cNvSpPr/>
          <p:nvPr/>
        </p:nvSpPr>
        <p:spPr>
          <a:xfrm>
            <a:off x="685800" y="5105400"/>
            <a:ext cx="5334000" cy="1333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pic>
        <p:nvPicPr>
          <p:cNvPr id="41" name="Image 8" descr="フルート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250" y="5334000"/>
            <a:ext cx="876300" cy="876300"/>
          </a:xfrm>
          <a:prstGeom prst="rect">
            <a:avLst/>
          </a:prstGeom>
        </p:spPr>
      </p:pic>
      <p:sp>
        <p:nvSpPr>
          <p:cNvPr id="42" name=""/>
          <p:cNvSpPr txBox="1"/>
          <p:nvPr/>
        </p:nvSpPr>
        <p:spPr>
          <a:xfrm>
            <a:off x="1866900" y="5429250"/>
            <a:ext cx="1238250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f</a:t>
            </a:r>
            <a:pPr/>
            <a:r>
              <a:rPr sz="27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ute</a:t>
            </a:r>
          </a:p>
        </p:txBody>
      </p:sp>
      <p:sp>
        <p:nvSpPr>
          <p:cNvPr id="43" name=""/>
          <p:cNvSpPr txBox="1"/>
          <p:nvPr/>
        </p:nvSpPr>
        <p:spPr>
          <a:xfrm>
            <a:off x="1866900" y="5838825"/>
            <a:ext cx="10858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フルート</a:t>
            </a:r>
          </a:p>
        </p:txBody>
      </p:sp>
      <p:sp>
        <p:nvSpPr>
          <p:cNvPr id="44" name=""/>
          <p:cNvSpPr txBox="1"/>
          <p:nvPr/>
        </p:nvSpPr>
        <p:spPr>
          <a:xfrm>
            <a:off x="3114675" y="5591175"/>
            <a:ext cx="476250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250">
                <a:solidFill>
                  <a:srgbClr val="C3C8D6"/>
                </a:solidFill>
                <a:latin typeface="DM Sans"/>
                <a:ea typeface="DM Sans"/>
              </a:rPr>
              <a:t>/</a:t>
            </a:r>
          </a:p>
        </p:txBody>
      </p:sp>
      <p:pic>
        <p:nvPicPr>
          <p:cNvPr id="45" name="Image 9" descr="果物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76625" y="5334000"/>
            <a:ext cx="876300" cy="876300"/>
          </a:xfrm>
          <a:prstGeom prst="rect">
            <a:avLst/>
          </a:prstGeom>
        </p:spPr>
      </p:pic>
      <p:sp>
        <p:nvSpPr>
          <p:cNvPr id="46" name=""/>
          <p:cNvSpPr txBox="1"/>
          <p:nvPr/>
        </p:nvSpPr>
        <p:spPr>
          <a:xfrm>
            <a:off x="4486275" y="5429250"/>
            <a:ext cx="1171575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f</a:t>
            </a:r>
            <a:pPr/>
            <a:r>
              <a:rPr sz="27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uit</a:t>
            </a:r>
          </a:p>
        </p:txBody>
      </p:sp>
      <p:sp>
        <p:nvSpPr>
          <p:cNvPr id="47" name=""/>
          <p:cNvSpPr txBox="1"/>
          <p:nvPr/>
        </p:nvSpPr>
        <p:spPr>
          <a:xfrm>
            <a:off x="4486275" y="5838825"/>
            <a:ext cx="7143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果物</a:t>
            </a:r>
          </a:p>
        </p:txBody>
      </p:sp>
      <p:sp>
        <p:nvSpPr>
          <p:cNvPr id="48" name=""/>
          <p:cNvSpPr/>
          <p:nvPr/>
        </p:nvSpPr>
        <p:spPr>
          <a:xfrm>
            <a:off x="6172200" y="5105400"/>
            <a:ext cx="5334000" cy="1333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pic>
        <p:nvPicPr>
          <p:cNvPr id="49" name="Image 10" descr="雲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3650" y="5334000"/>
            <a:ext cx="876300" cy="876300"/>
          </a:xfrm>
          <a:prstGeom prst="rect">
            <a:avLst/>
          </a:prstGeom>
        </p:spPr>
      </p:pic>
      <p:sp>
        <p:nvSpPr>
          <p:cNvPr id="50" name=""/>
          <p:cNvSpPr txBox="1"/>
          <p:nvPr/>
        </p:nvSpPr>
        <p:spPr>
          <a:xfrm>
            <a:off x="7353300" y="5429250"/>
            <a:ext cx="1428750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c</a:t>
            </a:r>
            <a:pPr/>
            <a:r>
              <a:rPr sz="27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oud</a:t>
            </a:r>
          </a:p>
        </p:txBody>
      </p:sp>
      <p:sp>
        <p:nvSpPr>
          <p:cNvPr id="51" name=""/>
          <p:cNvSpPr txBox="1"/>
          <p:nvPr/>
        </p:nvSpPr>
        <p:spPr>
          <a:xfrm>
            <a:off x="7353300" y="5838825"/>
            <a:ext cx="5334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雲</a:t>
            </a:r>
          </a:p>
        </p:txBody>
      </p:sp>
      <p:sp>
        <p:nvSpPr>
          <p:cNvPr id="52" name=""/>
          <p:cNvSpPr txBox="1"/>
          <p:nvPr/>
        </p:nvSpPr>
        <p:spPr>
          <a:xfrm>
            <a:off x="8601075" y="5591175"/>
            <a:ext cx="476250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250">
                <a:solidFill>
                  <a:srgbClr val="C3C8D6"/>
                </a:solidFill>
                <a:latin typeface="DM Sans"/>
                <a:ea typeface="DM Sans"/>
              </a:rPr>
              <a:t>/</a:t>
            </a:r>
          </a:p>
        </p:txBody>
      </p:sp>
      <p:pic>
        <p:nvPicPr>
          <p:cNvPr id="53" name="Image 11" descr="人ごみ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63025" y="5334000"/>
            <a:ext cx="876300" cy="876300"/>
          </a:xfrm>
          <a:prstGeom prst="rect">
            <a:avLst/>
          </a:prstGeom>
        </p:spPr>
      </p:pic>
      <p:sp>
        <p:nvSpPr>
          <p:cNvPr id="54" name=""/>
          <p:cNvSpPr txBox="1"/>
          <p:nvPr/>
        </p:nvSpPr>
        <p:spPr>
          <a:xfrm>
            <a:off x="9972675" y="5429250"/>
            <a:ext cx="1552575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c</a:t>
            </a:r>
            <a:pPr/>
            <a:r>
              <a:rPr sz="27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owd</a:t>
            </a:r>
          </a:p>
        </p:txBody>
      </p:sp>
      <p:sp>
        <p:nvSpPr>
          <p:cNvPr id="55" name=""/>
          <p:cNvSpPr txBox="1"/>
          <p:nvPr/>
        </p:nvSpPr>
        <p:spPr>
          <a:xfrm>
            <a:off x="9972675" y="5838825"/>
            <a:ext cx="9048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人ごみ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3431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発音練習 / L と R 練習編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57275"/>
            <a:ext cx="1171575" cy="409575"/>
          </a:xfrm>
          <a:prstGeom prst="roundRect">
            <a:avLst>
              <a:gd name="adj" fmla="val 50218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57250" y="1104900"/>
            <a:ext cx="1285875" cy="2952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FFFFFF"/>
                </a:solidFill>
                <a:latin typeface="DM Sans"/>
                <a:ea typeface="DM Sans"/>
              </a:rPr>
              <a:t>STEP 5</a:t>
            </a:r>
          </a:p>
        </p:txBody>
      </p:sp>
      <p:sp>
        <p:nvSpPr>
          <p:cNvPr id="6" name=""/>
          <p:cNvSpPr txBox="1"/>
          <p:nvPr/>
        </p:nvSpPr>
        <p:spPr>
          <a:xfrm>
            <a:off x="2009775" y="933450"/>
            <a:ext cx="5581650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 と </a:t>
            </a:r>
            <a:pPr/>
            <a:r>
              <a:rPr sz="33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 が両方入った単語</a:t>
            </a:r>
          </a:p>
        </p:txBody>
      </p:sp>
      <p:sp>
        <p:nvSpPr>
          <p:cNvPr id="7" name=""/>
          <p:cNvSpPr txBox="1"/>
          <p:nvPr/>
        </p:nvSpPr>
        <p:spPr>
          <a:xfrm>
            <a:off x="685800" y="1666875"/>
            <a:ext cx="80486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舌が「つける ⇄ つけない」を行ったり来たり。</a:t>
            </a:r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ゆっくり、1音ずつ</a:t>
            </a:r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から</a:t>
            </a:r>
          </a:p>
        </p:txBody>
      </p:sp>
      <p:sp>
        <p:nvSpPr>
          <p:cNvPr id="8" name=""/>
          <p:cNvSpPr/>
          <p:nvPr/>
        </p:nvSpPr>
        <p:spPr>
          <a:xfrm>
            <a:off x="685800" y="2143125"/>
            <a:ext cx="3505200" cy="206692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pic>
        <p:nvPicPr>
          <p:cNvPr id="9" name="Image 0" descr="おどろいた顔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50" y="2686050"/>
            <a:ext cx="990600" cy="990600"/>
          </a:xfrm>
          <a:prstGeom prst="rect">
            <a:avLst/>
          </a:prstGeom>
        </p:spPr>
      </p:pic>
      <p:sp>
        <p:nvSpPr>
          <p:cNvPr id="10" name=""/>
          <p:cNvSpPr txBox="1"/>
          <p:nvPr/>
        </p:nvSpPr>
        <p:spPr>
          <a:xfrm>
            <a:off x="2038350" y="2667000"/>
            <a:ext cx="1543050" cy="4953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ea</a:t>
            </a:r>
            <a:pPr/>
            <a:r>
              <a:rPr sz="3000" b="1">
                <a:solidFill>
                  <a:srgbClr val="E8461E"/>
                </a:solidFill>
                <a:latin typeface="DM Sans"/>
                <a:ea typeface="DM Sans"/>
              </a:rPr>
              <a:t>ll</a:t>
            </a:r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y</a:t>
            </a:r>
          </a:p>
        </p:txBody>
      </p:sp>
      <p:sp>
        <p:nvSpPr>
          <p:cNvPr id="11" name=""/>
          <p:cNvSpPr txBox="1"/>
          <p:nvPr/>
        </p:nvSpPr>
        <p:spPr>
          <a:xfrm>
            <a:off x="2038350" y="3133725"/>
            <a:ext cx="10858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ほんとに</a:t>
            </a:r>
          </a:p>
        </p:txBody>
      </p:sp>
      <p:sp>
        <p:nvSpPr>
          <p:cNvPr id="12" name=""/>
          <p:cNvSpPr txBox="1"/>
          <p:nvPr/>
        </p:nvSpPr>
        <p:spPr>
          <a:xfrm>
            <a:off x="2038350" y="3429000"/>
            <a:ext cx="81915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1350" b="1">
                <a:solidFill>
                  <a:srgbClr val="4A5270"/>
                </a:solidFill>
                <a:latin typeface="DM Sans"/>
                <a:ea typeface="DM Sans"/>
              </a:rPr>
              <a:t> </a:t>
            </a:r>
            <a:pPr/>
            <a:r>
              <a:rPr sz="1350" b="1">
                <a:solidFill>
                  <a:srgbClr val="4A5270"/>
                </a:solidFill>
                <a:latin typeface="Noto Sans JP"/>
                <a:ea typeface="Noto Sans JP"/>
              </a:rPr>
              <a:t>→</a:t>
            </a:r>
            <a:pPr/>
            <a:r>
              <a:rPr sz="1350" b="1">
                <a:solidFill>
                  <a:srgbClr val="4A5270"/>
                </a:solidFill>
                <a:latin typeface="DM Sans"/>
                <a:ea typeface="DM Sans"/>
              </a:rPr>
              <a:t> </a:t>
            </a:r>
            <a:pPr/>
            <a:r>
              <a:rPr sz="135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</a:p>
        </p:txBody>
      </p:sp>
      <p:sp>
        <p:nvSpPr>
          <p:cNvPr id="13" name=""/>
          <p:cNvSpPr/>
          <p:nvPr/>
        </p:nvSpPr>
        <p:spPr>
          <a:xfrm>
            <a:off x="4343400" y="2143125"/>
            <a:ext cx="3505200" cy="206692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pic>
        <p:nvPicPr>
          <p:cNvPr id="14" name="Image 1" descr="ソファ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2950" y="2686050"/>
            <a:ext cx="990600" cy="990600"/>
          </a:xfrm>
          <a:prstGeom prst="rect">
            <a:avLst/>
          </a:prstGeom>
        </p:spPr>
      </p:pic>
      <p:sp>
        <p:nvSpPr>
          <p:cNvPr id="15" name=""/>
          <p:cNvSpPr txBox="1"/>
          <p:nvPr/>
        </p:nvSpPr>
        <p:spPr>
          <a:xfrm>
            <a:off x="5695950" y="2667000"/>
            <a:ext cx="1409700" cy="4953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e</a:t>
            </a:r>
            <a:pPr/>
            <a:r>
              <a:rPr sz="30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ax</a:t>
            </a:r>
          </a:p>
        </p:txBody>
      </p:sp>
      <p:sp>
        <p:nvSpPr>
          <p:cNvPr id="16" name=""/>
          <p:cNvSpPr txBox="1"/>
          <p:nvPr/>
        </p:nvSpPr>
        <p:spPr>
          <a:xfrm>
            <a:off x="5695950" y="3133725"/>
            <a:ext cx="10858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くつろぐ</a:t>
            </a:r>
          </a:p>
        </p:txBody>
      </p:sp>
      <p:sp>
        <p:nvSpPr>
          <p:cNvPr id="17" name=""/>
          <p:cNvSpPr txBox="1"/>
          <p:nvPr/>
        </p:nvSpPr>
        <p:spPr>
          <a:xfrm>
            <a:off x="5695950" y="3429000"/>
            <a:ext cx="81915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1350" b="1">
                <a:solidFill>
                  <a:srgbClr val="4A5270"/>
                </a:solidFill>
                <a:latin typeface="DM Sans"/>
                <a:ea typeface="DM Sans"/>
              </a:rPr>
              <a:t> </a:t>
            </a:r>
            <a:pPr/>
            <a:r>
              <a:rPr sz="1350" b="1">
                <a:solidFill>
                  <a:srgbClr val="4A5270"/>
                </a:solidFill>
                <a:latin typeface="Noto Sans JP"/>
                <a:ea typeface="Noto Sans JP"/>
              </a:rPr>
              <a:t>→</a:t>
            </a:r>
            <a:pPr/>
            <a:r>
              <a:rPr sz="1350" b="1">
                <a:solidFill>
                  <a:srgbClr val="4A5270"/>
                </a:solidFill>
                <a:latin typeface="DM Sans"/>
                <a:ea typeface="DM Sans"/>
              </a:rPr>
              <a:t> </a:t>
            </a:r>
            <a:pPr/>
            <a:r>
              <a:rPr sz="135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</a:p>
        </p:txBody>
      </p:sp>
      <p:sp>
        <p:nvSpPr>
          <p:cNvPr id="18" name=""/>
          <p:cNvSpPr/>
          <p:nvPr/>
        </p:nvSpPr>
        <p:spPr>
          <a:xfrm>
            <a:off x="8001000" y="2143125"/>
            <a:ext cx="3505200" cy="206692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pic>
        <p:nvPicPr>
          <p:cNvPr id="19" name="Image 2" descr="ものさし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0550" y="2686050"/>
            <a:ext cx="990600" cy="990600"/>
          </a:xfrm>
          <a:prstGeom prst="rect">
            <a:avLst/>
          </a:prstGeom>
        </p:spPr>
      </p:pic>
      <p:sp>
        <p:nvSpPr>
          <p:cNvPr id="20" name=""/>
          <p:cNvSpPr txBox="1"/>
          <p:nvPr/>
        </p:nvSpPr>
        <p:spPr>
          <a:xfrm>
            <a:off x="9353550" y="2667000"/>
            <a:ext cx="1352550" cy="4953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u</a:t>
            </a:r>
            <a:pPr/>
            <a:r>
              <a:rPr sz="30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er</a:t>
            </a:r>
          </a:p>
        </p:txBody>
      </p:sp>
      <p:sp>
        <p:nvSpPr>
          <p:cNvPr id="21" name=""/>
          <p:cNvSpPr txBox="1"/>
          <p:nvPr/>
        </p:nvSpPr>
        <p:spPr>
          <a:xfrm>
            <a:off x="9353550" y="3133725"/>
            <a:ext cx="7143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定規</a:t>
            </a:r>
          </a:p>
        </p:txBody>
      </p:sp>
      <p:sp>
        <p:nvSpPr>
          <p:cNvPr id="22" name=""/>
          <p:cNvSpPr txBox="1"/>
          <p:nvPr/>
        </p:nvSpPr>
        <p:spPr>
          <a:xfrm>
            <a:off x="9353550" y="3429000"/>
            <a:ext cx="81915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1350" b="1">
                <a:solidFill>
                  <a:srgbClr val="4A5270"/>
                </a:solidFill>
                <a:latin typeface="DM Sans"/>
                <a:ea typeface="DM Sans"/>
              </a:rPr>
              <a:t> </a:t>
            </a:r>
            <a:pPr/>
            <a:r>
              <a:rPr sz="1350" b="1">
                <a:solidFill>
                  <a:srgbClr val="4A5270"/>
                </a:solidFill>
                <a:latin typeface="Noto Sans JP"/>
                <a:ea typeface="Noto Sans JP"/>
              </a:rPr>
              <a:t>→</a:t>
            </a:r>
            <a:pPr/>
            <a:r>
              <a:rPr sz="1350" b="1">
                <a:solidFill>
                  <a:srgbClr val="4A5270"/>
                </a:solidFill>
                <a:latin typeface="DM Sans"/>
                <a:ea typeface="DM Sans"/>
              </a:rPr>
              <a:t> </a:t>
            </a:r>
            <a:pPr/>
            <a:r>
              <a:rPr sz="135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</a:p>
        </p:txBody>
      </p:sp>
      <p:sp>
        <p:nvSpPr>
          <p:cNvPr id="23" name=""/>
          <p:cNvSpPr/>
          <p:nvPr/>
        </p:nvSpPr>
        <p:spPr>
          <a:xfrm>
            <a:off x="685800" y="4371975"/>
            <a:ext cx="3505200" cy="206692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pic>
        <p:nvPicPr>
          <p:cNvPr id="24" name="Image 3" descr="本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" y="4905375"/>
            <a:ext cx="990600" cy="990600"/>
          </a:xfrm>
          <a:prstGeom prst="rect">
            <a:avLst/>
          </a:prstGeom>
        </p:spPr>
      </p:pic>
      <p:sp>
        <p:nvSpPr>
          <p:cNvPr id="25" name=""/>
          <p:cNvSpPr txBox="1"/>
          <p:nvPr/>
        </p:nvSpPr>
        <p:spPr>
          <a:xfrm>
            <a:off x="2038350" y="4895850"/>
            <a:ext cx="1752600" cy="4953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ib</a:t>
            </a:r>
            <a:pPr/>
            <a:r>
              <a:rPr sz="30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a</a:t>
            </a:r>
            <a:pPr/>
            <a:r>
              <a:rPr sz="30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y</a:t>
            </a:r>
          </a:p>
        </p:txBody>
      </p:sp>
      <p:sp>
        <p:nvSpPr>
          <p:cNvPr id="26" name=""/>
          <p:cNvSpPr txBox="1"/>
          <p:nvPr/>
        </p:nvSpPr>
        <p:spPr>
          <a:xfrm>
            <a:off x="2038350" y="5362575"/>
            <a:ext cx="9048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図書館</a:t>
            </a:r>
          </a:p>
        </p:txBody>
      </p:sp>
      <p:sp>
        <p:nvSpPr>
          <p:cNvPr id="27" name=""/>
          <p:cNvSpPr txBox="1"/>
          <p:nvPr/>
        </p:nvSpPr>
        <p:spPr>
          <a:xfrm>
            <a:off x="2038350" y="5657850"/>
            <a:ext cx="1190625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1350" b="1">
                <a:solidFill>
                  <a:srgbClr val="4A5270"/>
                </a:solidFill>
                <a:latin typeface="DM Sans"/>
                <a:ea typeface="DM Sans"/>
              </a:rPr>
              <a:t> </a:t>
            </a:r>
            <a:pPr/>
            <a:r>
              <a:rPr sz="1350" b="1">
                <a:solidFill>
                  <a:srgbClr val="4A5270"/>
                </a:solidFill>
                <a:latin typeface="Noto Sans JP"/>
                <a:ea typeface="Noto Sans JP"/>
              </a:rPr>
              <a:t>→</a:t>
            </a:r>
            <a:pPr/>
            <a:r>
              <a:rPr sz="1350" b="1">
                <a:solidFill>
                  <a:srgbClr val="4A5270"/>
                </a:solidFill>
                <a:latin typeface="DM Sans"/>
                <a:ea typeface="DM Sans"/>
              </a:rPr>
              <a:t> </a:t>
            </a:r>
            <a:pPr/>
            <a:r>
              <a:rPr sz="135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1350" b="1">
                <a:solidFill>
                  <a:srgbClr val="4A5270"/>
                </a:solidFill>
                <a:latin typeface="DM Sans"/>
                <a:ea typeface="DM Sans"/>
              </a:rPr>
              <a:t> </a:t>
            </a:r>
            <a:pPr/>
            <a:r>
              <a:rPr sz="1350" b="1">
                <a:solidFill>
                  <a:srgbClr val="4A5270"/>
                </a:solidFill>
                <a:latin typeface="Noto Sans JP"/>
                <a:ea typeface="Noto Sans JP"/>
              </a:rPr>
              <a:t>→</a:t>
            </a:r>
            <a:pPr/>
            <a:r>
              <a:rPr sz="1350" b="1">
                <a:solidFill>
                  <a:srgbClr val="4A5270"/>
                </a:solidFill>
                <a:latin typeface="DM Sans"/>
                <a:ea typeface="DM Sans"/>
              </a:rPr>
              <a:t> </a:t>
            </a:r>
            <a:pPr/>
            <a:r>
              <a:rPr sz="135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</a:p>
        </p:txBody>
      </p:sp>
      <p:sp>
        <p:nvSpPr>
          <p:cNvPr id="28" name=""/>
          <p:cNvSpPr/>
          <p:nvPr/>
        </p:nvSpPr>
        <p:spPr>
          <a:xfrm>
            <a:off x="4343400" y="4371975"/>
            <a:ext cx="3505200" cy="206692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29" name=""/>
          <p:cNvSpPr/>
          <p:nvPr/>
        </p:nvSpPr>
        <p:spPr>
          <a:xfrm>
            <a:off x="6819900" y="4486275"/>
            <a:ext cx="895350" cy="2571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30" name=""/>
          <p:cNvSpPr txBox="1"/>
          <p:nvPr/>
        </p:nvSpPr>
        <p:spPr>
          <a:xfrm>
            <a:off x="6934200" y="4514850"/>
            <a:ext cx="1104900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>
                <a:solidFill>
                  <a:srgbClr val="C8401A"/>
                </a:solidFill>
                <a:latin typeface="Noto Sans JP"/>
                <a:ea typeface="Noto Sans JP"/>
              </a:rPr>
              <a:t>チャレンジ</a:t>
            </a:r>
          </a:p>
        </p:txBody>
      </p:sp>
      <p:pic>
        <p:nvPicPr>
          <p:cNvPr id="31" name="Image 4" descr="地球儀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2950" y="4905375"/>
            <a:ext cx="990600" cy="990600"/>
          </a:xfrm>
          <a:prstGeom prst="rect">
            <a:avLst/>
          </a:prstGeom>
        </p:spPr>
      </p:pic>
      <p:sp>
        <p:nvSpPr>
          <p:cNvPr id="32" name=""/>
          <p:cNvSpPr txBox="1"/>
          <p:nvPr/>
        </p:nvSpPr>
        <p:spPr>
          <a:xfrm>
            <a:off x="5695950" y="4895850"/>
            <a:ext cx="1543050" cy="4953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wo</a:t>
            </a:r>
            <a:pPr/>
            <a:r>
              <a:rPr sz="30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30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d</a:t>
            </a:r>
          </a:p>
        </p:txBody>
      </p:sp>
      <p:sp>
        <p:nvSpPr>
          <p:cNvPr id="33" name=""/>
          <p:cNvSpPr txBox="1"/>
          <p:nvPr/>
        </p:nvSpPr>
        <p:spPr>
          <a:xfrm>
            <a:off x="5695950" y="5362575"/>
            <a:ext cx="7143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世界</a:t>
            </a:r>
          </a:p>
        </p:txBody>
      </p:sp>
      <p:sp>
        <p:nvSpPr>
          <p:cNvPr id="34" name=""/>
          <p:cNvSpPr txBox="1"/>
          <p:nvPr/>
        </p:nvSpPr>
        <p:spPr>
          <a:xfrm>
            <a:off x="5695950" y="5657850"/>
            <a:ext cx="81915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1350" b="1">
                <a:solidFill>
                  <a:srgbClr val="4A5270"/>
                </a:solidFill>
                <a:latin typeface="DM Sans"/>
                <a:ea typeface="DM Sans"/>
              </a:rPr>
              <a:t> </a:t>
            </a:r>
            <a:pPr/>
            <a:r>
              <a:rPr sz="1350" b="1">
                <a:solidFill>
                  <a:srgbClr val="4A5270"/>
                </a:solidFill>
                <a:latin typeface="Noto Sans JP"/>
                <a:ea typeface="Noto Sans JP"/>
              </a:rPr>
              <a:t>→</a:t>
            </a:r>
            <a:pPr/>
            <a:r>
              <a:rPr sz="1350" b="1">
                <a:solidFill>
                  <a:srgbClr val="4A5270"/>
                </a:solidFill>
                <a:latin typeface="DM Sans"/>
                <a:ea typeface="DM Sans"/>
              </a:rPr>
              <a:t> </a:t>
            </a:r>
            <a:pPr/>
            <a:r>
              <a:rPr sz="135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</a:p>
        </p:txBody>
      </p:sp>
      <p:sp>
        <p:nvSpPr>
          <p:cNvPr id="35" name=""/>
          <p:cNvSpPr/>
          <p:nvPr/>
        </p:nvSpPr>
        <p:spPr>
          <a:xfrm>
            <a:off x="8001000" y="4371975"/>
            <a:ext cx="3505200" cy="206692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36" name=""/>
          <p:cNvSpPr/>
          <p:nvPr/>
        </p:nvSpPr>
        <p:spPr>
          <a:xfrm>
            <a:off x="10477500" y="4486275"/>
            <a:ext cx="895350" cy="2571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37" name=""/>
          <p:cNvSpPr txBox="1"/>
          <p:nvPr/>
        </p:nvSpPr>
        <p:spPr>
          <a:xfrm>
            <a:off x="10591800" y="4514850"/>
            <a:ext cx="1104900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>
                <a:solidFill>
                  <a:srgbClr val="C8401A"/>
                </a:solidFill>
                <a:latin typeface="Noto Sans JP"/>
                <a:ea typeface="Noto Sans JP"/>
              </a:rPr>
              <a:t>チャレンジ</a:t>
            </a:r>
          </a:p>
        </p:txBody>
      </p:sp>
      <p:pic>
        <p:nvPicPr>
          <p:cNvPr id="38" name="Image 5" descr="太陽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0550" y="4905375"/>
            <a:ext cx="990600" cy="990600"/>
          </a:xfrm>
          <a:prstGeom prst="rect">
            <a:avLst/>
          </a:prstGeom>
        </p:spPr>
      </p:pic>
      <p:sp>
        <p:nvSpPr>
          <p:cNvPr id="39" name=""/>
          <p:cNvSpPr txBox="1"/>
          <p:nvPr/>
        </p:nvSpPr>
        <p:spPr>
          <a:xfrm>
            <a:off x="9353550" y="4895850"/>
            <a:ext cx="1428750" cy="4953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ea</a:t>
            </a:r>
            <a:pPr/>
            <a:r>
              <a:rPr sz="30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30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y</a:t>
            </a:r>
          </a:p>
        </p:txBody>
      </p:sp>
      <p:sp>
        <p:nvSpPr>
          <p:cNvPr id="40" name=""/>
          <p:cNvSpPr txBox="1"/>
          <p:nvPr/>
        </p:nvSpPr>
        <p:spPr>
          <a:xfrm>
            <a:off x="9353550" y="5362575"/>
            <a:ext cx="7143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早い</a:t>
            </a:r>
          </a:p>
        </p:txBody>
      </p:sp>
      <p:sp>
        <p:nvSpPr>
          <p:cNvPr id="41" name=""/>
          <p:cNvSpPr txBox="1"/>
          <p:nvPr/>
        </p:nvSpPr>
        <p:spPr>
          <a:xfrm>
            <a:off x="9353550" y="5657850"/>
            <a:ext cx="81915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1350" b="1">
                <a:solidFill>
                  <a:srgbClr val="4A5270"/>
                </a:solidFill>
                <a:latin typeface="DM Sans"/>
                <a:ea typeface="DM Sans"/>
              </a:rPr>
              <a:t> </a:t>
            </a:r>
            <a:pPr/>
            <a:r>
              <a:rPr sz="1350" b="1">
                <a:solidFill>
                  <a:srgbClr val="4A5270"/>
                </a:solidFill>
                <a:latin typeface="Noto Sans JP"/>
                <a:ea typeface="Noto Sans JP"/>
              </a:rPr>
              <a:t>→</a:t>
            </a:r>
            <a:pPr/>
            <a:r>
              <a:rPr sz="1350" b="1">
                <a:solidFill>
                  <a:srgbClr val="4A5270"/>
                </a:solidFill>
                <a:latin typeface="DM Sans"/>
                <a:ea typeface="DM Sans"/>
              </a:rPr>
              <a:t> </a:t>
            </a:r>
            <a:pPr/>
            <a:r>
              <a:rPr sz="135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3431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発音練習 / L と R 練習編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38225"/>
            <a:ext cx="1171575" cy="409575"/>
          </a:xfrm>
          <a:prstGeom prst="roundRect">
            <a:avLst>
              <a:gd name="adj" fmla="val 50218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57250" y="1085850"/>
            <a:ext cx="1295400" cy="2952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FFFFFF"/>
                </a:solidFill>
                <a:latin typeface="DM Sans"/>
                <a:ea typeface="DM Sans"/>
              </a:rPr>
              <a:t>STEP 6</a:t>
            </a:r>
          </a:p>
        </p:txBody>
      </p:sp>
      <p:sp>
        <p:nvSpPr>
          <p:cNvPr id="6" name=""/>
          <p:cNvSpPr txBox="1"/>
          <p:nvPr/>
        </p:nvSpPr>
        <p:spPr>
          <a:xfrm>
            <a:off x="2009775" y="933450"/>
            <a:ext cx="275272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文で練習①</a:t>
            </a:r>
          </a:p>
        </p:txBody>
      </p:sp>
      <p:sp>
        <p:nvSpPr>
          <p:cNvPr id="7" name=""/>
          <p:cNvSpPr txBox="1"/>
          <p:nvPr/>
        </p:nvSpPr>
        <p:spPr>
          <a:xfrm>
            <a:off x="685800" y="1628775"/>
            <a:ext cx="1007745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文になると「ら」に戻りがち。</a:t>
            </a:r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L と R の文字を見ながら</a:t>
            </a:r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、ゆっくり → ふつうのスピードで</a:t>
            </a:r>
          </a:p>
        </p:txBody>
      </p:sp>
      <p:sp>
        <p:nvSpPr>
          <p:cNvPr id="8" name=""/>
          <p:cNvSpPr/>
          <p:nvPr/>
        </p:nvSpPr>
        <p:spPr>
          <a:xfrm>
            <a:off x="685800" y="2143125"/>
            <a:ext cx="10820400" cy="1333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pic>
        <p:nvPicPr>
          <p:cNvPr id="9" name="Image 0" descr="ごはん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50" y="2286000"/>
            <a:ext cx="1047750" cy="1047750"/>
          </a:xfrm>
          <a:prstGeom prst="rect">
            <a:avLst/>
          </a:prstGeom>
        </p:spPr>
      </p:pic>
      <p:sp>
        <p:nvSpPr>
          <p:cNvPr id="10" name=""/>
          <p:cNvSpPr txBox="1"/>
          <p:nvPr/>
        </p:nvSpPr>
        <p:spPr>
          <a:xfrm>
            <a:off x="2190750" y="2390775"/>
            <a:ext cx="2466975" cy="4953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I </a:t>
            </a:r>
            <a:pPr/>
            <a:r>
              <a:rPr sz="30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ove </a:t>
            </a:r>
            <a:pPr/>
            <a:r>
              <a:rPr sz="30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ice.</a:t>
            </a:r>
          </a:p>
        </p:txBody>
      </p:sp>
      <p:sp>
        <p:nvSpPr>
          <p:cNvPr id="11" name=""/>
          <p:cNvSpPr txBox="1"/>
          <p:nvPr/>
        </p:nvSpPr>
        <p:spPr>
          <a:xfrm>
            <a:off x="2190750" y="2943225"/>
            <a:ext cx="1943100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>
                <a:solidFill>
                  <a:srgbClr val="4A5270"/>
                </a:solidFill>
                <a:latin typeface="Noto Sans JP"/>
                <a:ea typeface="Noto Sans JP"/>
              </a:rPr>
              <a:t>お米が大好き。</a:t>
            </a:r>
          </a:p>
        </p:txBody>
      </p:sp>
      <p:sp>
        <p:nvSpPr>
          <p:cNvPr id="12" name=""/>
          <p:cNvSpPr/>
          <p:nvPr/>
        </p:nvSpPr>
        <p:spPr>
          <a:xfrm>
            <a:off x="685800" y="3629025"/>
            <a:ext cx="10820400" cy="1333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pic>
        <p:nvPicPr>
          <p:cNvPr id="13" name="Image 1" descr="信号機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3771900"/>
            <a:ext cx="1047750" cy="1047750"/>
          </a:xfrm>
          <a:prstGeom prst="rect">
            <a:avLst/>
          </a:prstGeom>
        </p:spPr>
      </p:pic>
      <p:sp>
        <p:nvSpPr>
          <p:cNvPr id="14" name=""/>
          <p:cNvSpPr txBox="1"/>
          <p:nvPr/>
        </p:nvSpPr>
        <p:spPr>
          <a:xfrm>
            <a:off x="2190750" y="3876675"/>
            <a:ext cx="4933950" cy="4953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Turn </a:t>
            </a:r>
            <a:pPr/>
            <a:r>
              <a:rPr sz="30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ight at the </a:t>
            </a:r>
            <a:pPr/>
            <a:r>
              <a:rPr sz="30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ight.</a:t>
            </a:r>
          </a:p>
        </p:txBody>
      </p:sp>
      <p:sp>
        <p:nvSpPr>
          <p:cNvPr id="15" name=""/>
          <p:cNvSpPr txBox="1"/>
          <p:nvPr/>
        </p:nvSpPr>
        <p:spPr>
          <a:xfrm>
            <a:off x="2190750" y="4429125"/>
            <a:ext cx="3086100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>
                <a:solidFill>
                  <a:srgbClr val="4A5270"/>
                </a:solidFill>
                <a:latin typeface="Noto Sans JP"/>
                <a:ea typeface="Noto Sans JP"/>
              </a:rPr>
              <a:t>その信号を右に曲がって。</a:t>
            </a:r>
          </a:p>
        </p:txBody>
      </p:sp>
      <p:sp>
        <p:nvSpPr>
          <p:cNvPr id="16" name=""/>
          <p:cNvSpPr/>
          <p:nvPr/>
        </p:nvSpPr>
        <p:spPr>
          <a:xfrm>
            <a:off x="685800" y="5105400"/>
            <a:ext cx="10820400" cy="1333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pic>
        <p:nvPicPr>
          <p:cNvPr id="17" name="Image 2" descr="道路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50" y="5248275"/>
            <a:ext cx="1047750" cy="1047750"/>
          </a:xfrm>
          <a:prstGeom prst="rect">
            <a:avLst/>
          </a:prstGeom>
        </p:spPr>
      </p:pic>
      <p:sp>
        <p:nvSpPr>
          <p:cNvPr id="18" name=""/>
          <p:cNvSpPr txBox="1"/>
          <p:nvPr/>
        </p:nvSpPr>
        <p:spPr>
          <a:xfrm>
            <a:off x="2190750" y="5353050"/>
            <a:ext cx="3800475" cy="4953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The </a:t>
            </a:r>
            <a:pPr/>
            <a:r>
              <a:rPr sz="30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oad is </a:t>
            </a:r>
            <a:pPr/>
            <a:r>
              <a:rPr sz="30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ong.</a:t>
            </a:r>
          </a:p>
        </p:txBody>
      </p:sp>
      <p:sp>
        <p:nvSpPr>
          <p:cNvPr id="19" name=""/>
          <p:cNvSpPr txBox="1"/>
          <p:nvPr/>
        </p:nvSpPr>
        <p:spPr>
          <a:xfrm>
            <a:off x="2190750" y="5905500"/>
            <a:ext cx="19526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>
                <a:solidFill>
                  <a:srgbClr val="4A5270"/>
                </a:solidFill>
                <a:latin typeface="Noto Sans JP"/>
                <a:ea typeface="Noto Sans JP"/>
              </a:rPr>
              <a:t>その道は長い。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3431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発音練習 / L と R 練習編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38225"/>
            <a:ext cx="1171575" cy="409575"/>
          </a:xfrm>
          <a:prstGeom prst="roundRect">
            <a:avLst>
              <a:gd name="adj" fmla="val 50218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57250" y="1085850"/>
            <a:ext cx="1295400" cy="2952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FFFFFF"/>
                </a:solidFill>
                <a:latin typeface="DM Sans"/>
                <a:ea typeface="DM Sans"/>
              </a:rPr>
              <a:t>STEP 6</a:t>
            </a:r>
          </a:p>
        </p:txBody>
      </p:sp>
      <p:sp>
        <p:nvSpPr>
          <p:cNvPr id="6" name=""/>
          <p:cNvSpPr txBox="1"/>
          <p:nvPr/>
        </p:nvSpPr>
        <p:spPr>
          <a:xfrm>
            <a:off x="2009775" y="933450"/>
            <a:ext cx="275272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文で練習②</a:t>
            </a:r>
          </a:p>
        </p:txBody>
      </p:sp>
      <p:sp>
        <p:nvSpPr>
          <p:cNvPr id="7" name=""/>
          <p:cNvSpPr txBox="1"/>
          <p:nvPr/>
        </p:nvSpPr>
        <p:spPr>
          <a:xfrm>
            <a:off x="685800" y="1628775"/>
            <a:ext cx="1007745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文になると「ら」に戻りがち。</a:t>
            </a:r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L と R の文字を見ながら</a:t>
            </a:r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、ゆっくり → ふつうのスピードで</a:t>
            </a:r>
          </a:p>
        </p:txBody>
      </p:sp>
      <p:sp>
        <p:nvSpPr>
          <p:cNvPr id="8" name=""/>
          <p:cNvSpPr/>
          <p:nvPr/>
        </p:nvSpPr>
        <p:spPr>
          <a:xfrm>
            <a:off x="685800" y="2143125"/>
            <a:ext cx="10820400" cy="1333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pic>
        <p:nvPicPr>
          <p:cNvPr id="9" name="Image 0" descr="手紙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50" y="2286000"/>
            <a:ext cx="1047750" cy="1047750"/>
          </a:xfrm>
          <a:prstGeom prst="rect">
            <a:avLst/>
          </a:prstGeom>
        </p:spPr>
      </p:pic>
      <p:sp>
        <p:nvSpPr>
          <p:cNvPr id="10" name=""/>
          <p:cNvSpPr txBox="1"/>
          <p:nvPr/>
        </p:nvSpPr>
        <p:spPr>
          <a:xfrm>
            <a:off x="2190750" y="2390775"/>
            <a:ext cx="5019675" cy="4953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P</a:t>
            </a:r>
            <a:pPr/>
            <a:r>
              <a:rPr sz="30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ease </a:t>
            </a:r>
            <a:pPr/>
            <a:r>
              <a:rPr sz="30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ead the </a:t>
            </a:r>
            <a:pPr/>
            <a:r>
              <a:rPr sz="30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etter.</a:t>
            </a:r>
          </a:p>
        </p:txBody>
      </p:sp>
      <p:sp>
        <p:nvSpPr>
          <p:cNvPr id="11" name=""/>
          <p:cNvSpPr txBox="1"/>
          <p:nvPr/>
        </p:nvSpPr>
        <p:spPr>
          <a:xfrm>
            <a:off x="2190750" y="2943225"/>
            <a:ext cx="33242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>
                <a:solidFill>
                  <a:srgbClr val="4A5270"/>
                </a:solidFill>
                <a:latin typeface="Noto Sans JP"/>
                <a:ea typeface="Noto Sans JP"/>
              </a:rPr>
              <a:t>その手紙を読んでください。</a:t>
            </a:r>
          </a:p>
        </p:txBody>
      </p:sp>
      <p:sp>
        <p:nvSpPr>
          <p:cNvPr id="12" name=""/>
          <p:cNvSpPr/>
          <p:nvPr/>
        </p:nvSpPr>
        <p:spPr>
          <a:xfrm>
            <a:off x="685800" y="3629025"/>
            <a:ext cx="10820400" cy="1333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pic>
        <p:nvPicPr>
          <p:cNvPr id="13" name="Image 1" descr="グラスワイン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3771900"/>
            <a:ext cx="1047750" cy="1047750"/>
          </a:xfrm>
          <a:prstGeom prst="rect">
            <a:avLst/>
          </a:prstGeom>
        </p:spPr>
      </p:pic>
      <p:sp>
        <p:nvSpPr>
          <p:cNvPr id="14" name=""/>
          <p:cNvSpPr txBox="1"/>
          <p:nvPr/>
        </p:nvSpPr>
        <p:spPr>
          <a:xfrm>
            <a:off x="2190750" y="3876675"/>
            <a:ext cx="5772150" cy="4953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I'd </a:t>
            </a:r>
            <a:pPr/>
            <a:r>
              <a:rPr sz="30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ike a g</a:t>
            </a:r>
            <a:pPr/>
            <a:r>
              <a:rPr sz="30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ass of </a:t>
            </a:r>
            <a:pPr/>
            <a:r>
              <a:rPr sz="30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ed wine.</a:t>
            </a:r>
          </a:p>
        </p:txBody>
      </p:sp>
      <p:sp>
        <p:nvSpPr>
          <p:cNvPr id="15" name=""/>
          <p:cNvSpPr txBox="1"/>
          <p:nvPr/>
        </p:nvSpPr>
        <p:spPr>
          <a:xfrm>
            <a:off x="2190750" y="4429125"/>
            <a:ext cx="300037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>
                <a:solidFill>
                  <a:srgbClr val="4A5270"/>
                </a:solidFill>
                <a:latin typeface="Noto Sans JP"/>
                <a:ea typeface="Noto Sans JP"/>
              </a:rPr>
              <a:t>赤ワインを1杯ください。</a:t>
            </a:r>
          </a:p>
        </p:txBody>
      </p:sp>
      <p:sp>
        <p:nvSpPr>
          <p:cNvPr id="16" name=""/>
          <p:cNvSpPr/>
          <p:nvPr/>
        </p:nvSpPr>
        <p:spPr>
          <a:xfrm>
            <a:off x="685800" y="5105400"/>
            <a:ext cx="10820400" cy="1333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pic>
        <p:nvPicPr>
          <p:cNvPr id="17" name="Image 2" descr="ハート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50" y="5248275"/>
            <a:ext cx="1047750" cy="1047750"/>
          </a:xfrm>
          <a:prstGeom prst="rect">
            <a:avLst/>
          </a:prstGeom>
        </p:spPr>
      </p:pic>
      <p:sp>
        <p:nvSpPr>
          <p:cNvPr id="18" name=""/>
          <p:cNvSpPr txBox="1"/>
          <p:nvPr/>
        </p:nvSpPr>
        <p:spPr>
          <a:xfrm>
            <a:off x="2190750" y="5353050"/>
            <a:ext cx="3105150" cy="4953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I </a:t>
            </a:r>
            <a:pPr/>
            <a:r>
              <a:rPr sz="30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ea</a:t>
            </a:r>
            <a:pPr/>
            <a:r>
              <a:rPr sz="3000" b="1">
                <a:solidFill>
                  <a:srgbClr val="E8461E"/>
                </a:solidFill>
                <a:latin typeface="DM Sans"/>
                <a:ea typeface="DM Sans"/>
              </a:rPr>
              <a:t>ll</a:t>
            </a:r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y </a:t>
            </a:r>
            <a:pPr/>
            <a:r>
              <a:rPr sz="30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ike it.</a:t>
            </a:r>
          </a:p>
        </p:txBody>
      </p:sp>
      <p:sp>
        <p:nvSpPr>
          <p:cNvPr id="19" name=""/>
          <p:cNvSpPr txBox="1"/>
          <p:nvPr/>
        </p:nvSpPr>
        <p:spPr>
          <a:xfrm>
            <a:off x="2190750" y="5905500"/>
            <a:ext cx="2857500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>
                <a:solidFill>
                  <a:srgbClr val="4A5270"/>
                </a:solidFill>
                <a:latin typeface="Noto Sans JP"/>
                <a:ea typeface="Noto Sans JP"/>
              </a:rPr>
              <a:t>ほんとに気に入ってる。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3431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発音練習 / L と R 練習編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809625"/>
            <a:ext cx="1314450" cy="409575"/>
          </a:xfrm>
          <a:prstGeom prst="roundRect">
            <a:avLst>
              <a:gd name="adj" fmla="val 50218"/>
            </a:avLst>
          </a:prstGeom>
          <a:solidFill>
            <a:srgbClr val="1C2340"/>
          </a:solidFill>
          <a:ln/>
        </p:spPr>
      </p:sp>
      <p:sp>
        <p:nvSpPr>
          <p:cNvPr id="5" name=""/>
          <p:cNvSpPr txBox="1"/>
          <p:nvPr/>
        </p:nvSpPr>
        <p:spPr>
          <a:xfrm>
            <a:off x="857250" y="857250"/>
            <a:ext cx="1457325" cy="2952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FFFFFF"/>
                </a:solidFill>
                <a:latin typeface="Noto Sans JP"/>
                <a:ea typeface="Noto Sans JP"/>
              </a:rPr>
              <a:t>さいごに</a:t>
            </a:r>
          </a:p>
        </p:txBody>
      </p:sp>
      <p:sp>
        <p:nvSpPr>
          <p:cNvPr id="6" name=""/>
          <p:cNvSpPr txBox="1"/>
          <p:nvPr/>
        </p:nvSpPr>
        <p:spPr>
          <a:xfrm>
            <a:off x="2152650" y="704850"/>
            <a:ext cx="467677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聞き分けチャレンジ</a:t>
            </a:r>
          </a:p>
        </p:txBody>
      </p:sp>
      <p:sp>
        <p:nvSpPr>
          <p:cNvPr id="7" name=""/>
          <p:cNvSpPr/>
          <p:nvPr/>
        </p:nvSpPr>
        <p:spPr>
          <a:xfrm>
            <a:off x="9639300" y="790575"/>
            <a:ext cx="1866900" cy="400050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8" name=""/>
          <p:cNvSpPr txBox="1"/>
          <p:nvPr/>
        </p:nvSpPr>
        <p:spPr>
          <a:xfrm>
            <a:off x="9810750" y="847725"/>
            <a:ext cx="209550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C8401A"/>
                </a:solidFill>
                <a:latin typeface="Noto Sans JP"/>
                <a:ea typeface="Noto Sans JP"/>
              </a:rPr>
              <a:t>どっちを言った？</a:t>
            </a:r>
          </a:p>
        </p:txBody>
      </p:sp>
      <p:sp>
        <p:nvSpPr>
          <p:cNvPr id="9" name=""/>
          <p:cNvSpPr txBox="1"/>
          <p:nvPr/>
        </p:nvSpPr>
        <p:spPr>
          <a:xfrm>
            <a:off x="685800" y="1400175"/>
            <a:ext cx="720090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私がどちらか1つを言います。</a:t>
            </a:r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聞こえたほうを指さしてみよう！</a:t>
            </a:r>
          </a:p>
        </p:txBody>
      </p:sp>
      <p:sp>
        <p:nvSpPr>
          <p:cNvPr id="10" name=""/>
          <p:cNvSpPr/>
          <p:nvPr/>
        </p:nvSpPr>
        <p:spPr>
          <a:xfrm>
            <a:off x="685800" y="1876425"/>
            <a:ext cx="10820400" cy="4562475"/>
          </a:xfrm>
          <a:prstGeom prst="roundRect">
            <a:avLst>
              <a:gd name="adj" fmla="val 5846"/>
            </a:avLst>
          </a:prstGeom>
          <a:solidFill>
            <a:srgbClr val="FFFFFF"/>
          </a:solidFill>
          <a:ln/>
        </p:spPr>
      </p:sp>
      <p:sp>
        <p:nvSpPr>
          <p:cNvPr id="11" name=""/>
          <p:cNvSpPr txBox="1"/>
          <p:nvPr/>
        </p:nvSpPr>
        <p:spPr>
          <a:xfrm>
            <a:off x="1066800" y="2228850"/>
            <a:ext cx="647700" cy="2952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E8461E"/>
                </a:solidFill>
                <a:latin typeface="DM Sans"/>
                <a:ea typeface="DM Sans"/>
              </a:rPr>
              <a:t>Q1</a:t>
            </a:r>
          </a:p>
        </p:txBody>
      </p:sp>
      <p:sp>
        <p:nvSpPr>
          <p:cNvPr id="12" name=""/>
          <p:cNvSpPr/>
          <p:nvPr/>
        </p:nvSpPr>
        <p:spPr>
          <a:xfrm>
            <a:off x="2819400" y="2085975"/>
            <a:ext cx="2000250" cy="581025"/>
          </a:xfrm>
          <a:prstGeom prst="roundRect">
            <a:avLst>
              <a:gd name="adj" fmla="val 26230"/>
            </a:avLst>
          </a:prstGeom>
          <a:solidFill>
            <a:srgbClr val="F3F5F9"/>
          </a:solidFill>
          <a:ln/>
        </p:spPr>
      </p:sp>
      <p:sp>
        <p:nvSpPr>
          <p:cNvPr id="13" name=""/>
          <p:cNvSpPr txBox="1"/>
          <p:nvPr/>
        </p:nvSpPr>
        <p:spPr>
          <a:xfrm>
            <a:off x="3219450" y="2143125"/>
            <a:ext cx="1209675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7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 algn="ctr"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ight</a:t>
            </a:r>
          </a:p>
        </p:txBody>
      </p:sp>
      <p:sp>
        <p:nvSpPr>
          <p:cNvPr id="14" name=""/>
          <p:cNvSpPr/>
          <p:nvPr/>
        </p:nvSpPr>
        <p:spPr>
          <a:xfrm>
            <a:off x="6610350" y="2085975"/>
            <a:ext cx="2000250" cy="581025"/>
          </a:xfrm>
          <a:prstGeom prst="roundRect">
            <a:avLst>
              <a:gd name="adj" fmla="val 26230"/>
            </a:avLst>
          </a:prstGeom>
          <a:solidFill>
            <a:srgbClr val="F3F5F9"/>
          </a:solidFill>
          <a:ln/>
        </p:spPr>
      </p:sp>
      <p:sp>
        <p:nvSpPr>
          <p:cNvPr id="15" name=""/>
          <p:cNvSpPr txBox="1"/>
          <p:nvPr/>
        </p:nvSpPr>
        <p:spPr>
          <a:xfrm>
            <a:off x="6981825" y="2143125"/>
            <a:ext cx="1257300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7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 algn="ctr"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ight</a:t>
            </a:r>
          </a:p>
        </p:txBody>
      </p:sp>
      <p:sp>
        <p:nvSpPr>
          <p:cNvPr id="16" name=""/>
          <p:cNvSpPr/>
          <p:nvPr/>
        </p:nvSpPr>
        <p:spPr>
          <a:xfrm>
            <a:off x="1066800" y="2924175"/>
            <a:ext cx="10058400" cy="0"/>
          </a:xfrm>
          <a:prstGeom prst="line">
            <a:avLst/>
          </a:prstGeom>
          <a:noFill/>
          <a:ln w="19050">
            <a:solidFill>
              <a:srgbClr val="EEF2F8"/>
            </a:solidFill>
            <a:prstDash val="solid"/>
          </a:ln>
        </p:spPr>
      </p:sp>
      <p:sp>
        <p:nvSpPr>
          <p:cNvPr id="17" name=""/>
          <p:cNvSpPr txBox="1"/>
          <p:nvPr/>
        </p:nvSpPr>
        <p:spPr>
          <a:xfrm>
            <a:off x="1066800" y="3114675"/>
            <a:ext cx="704850" cy="2952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E8461E"/>
                </a:solidFill>
                <a:latin typeface="DM Sans"/>
                <a:ea typeface="DM Sans"/>
              </a:rPr>
              <a:t>Q2</a:t>
            </a:r>
          </a:p>
        </p:txBody>
      </p:sp>
      <p:sp>
        <p:nvSpPr>
          <p:cNvPr id="18" name=""/>
          <p:cNvSpPr/>
          <p:nvPr/>
        </p:nvSpPr>
        <p:spPr>
          <a:xfrm>
            <a:off x="2819400" y="2971800"/>
            <a:ext cx="2000250" cy="581025"/>
          </a:xfrm>
          <a:prstGeom prst="roundRect">
            <a:avLst>
              <a:gd name="adj" fmla="val 26230"/>
            </a:avLst>
          </a:prstGeom>
          <a:solidFill>
            <a:srgbClr val="F3F5F9"/>
          </a:solidFill>
          <a:ln/>
        </p:spPr>
      </p:sp>
      <p:sp>
        <p:nvSpPr>
          <p:cNvPr id="19" name=""/>
          <p:cNvSpPr txBox="1"/>
          <p:nvPr/>
        </p:nvSpPr>
        <p:spPr>
          <a:xfrm>
            <a:off x="3305175" y="3028950"/>
            <a:ext cx="1038225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7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 algn="ctr"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ice</a:t>
            </a:r>
          </a:p>
        </p:txBody>
      </p:sp>
      <p:sp>
        <p:nvSpPr>
          <p:cNvPr id="20" name=""/>
          <p:cNvSpPr/>
          <p:nvPr/>
        </p:nvSpPr>
        <p:spPr>
          <a:xfrm>
            <a:off x="6610350" y="2971800"/>
            <a:ext cx="2000250" cy="581025"/>
          </a:xfrm>
          <a:prstGeom prst="roundRect">
            <a:avLst>
              <a:gd name="adj" fmla="val 26230"/>
            </a:avLst>
          </a:prstGeom>
          <a:solidFill>
            <a:srgbClr val="F3F5F9"/>
          </a:solidFill>
          <a:ln/>
        </p:spPr>
      </p:sp>
      <p:sp>
        <p:nvSpPr>
          <p:cNvPr id="21" name=""/>
          <p:cNvSpPr txBox="1"/>
          <p:nvPr/>
        </p:nvSpPr>
        <p:spPr>
          <a:xfrm>
            <a:off x="7067550" y="3028950"/>
            <a:ext cx="1085850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7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 algn="ctr"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ice</a:t>
            </a:r>
          </a:p>
        </p:txBody>
      </p:sp>
      <p:sp>
        <p:nvSpPr>
          <p:cNvPr id="22" name=""/>
          <p:cNvSpPr/>
          <p:nvPr/>
        </p:nvSpPr>
        <p:spPr>
          <a:xfrm>
            <a:off x="1066800" y="3819525"/>
            <a:ext cx="10058400" cy="0"/>
          </a:xfrm>
          <a:prstGeom prst="line">
            <a:avLst/>
          </a:prstGeom>
          <a:noFill/>
          <a:ln w="19050">
            <a:solidFill>
              <a:srgbClr val="EEF2F8"/>
            </a:solidFill>
            <a:prstDash val="solid"/>
          </a:ln>
        </p:spPr>
      </p:sp>
      <p:sp>
        <p:nvSpPr>
          <p:cNvPr id="23" name=""/>
          <p:cNvSpPr txBox="1"/>
          <p:nvPr/>
        </p:nvSpPr>
        <p:spPr>
          <a:xfrm>
            <a:off x="1066800" y="4010025"/>
            <a:ext cx="704850" cy="2952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E8461E"/>
                </a:solidFill>
                <a:latin typeface="DM Sans"/>
                <a:ea typeface="DM Sans"/>
              </a:rPr>
              <a:t>Q3</a:t>
            </a:r>
          </a:p>
        </p:txBody>
      </p:sp>
      <p:sp>
        <p:nvSpPr>
          <p:cNvPr id="24" name=""/>
          <p:cNvSpPr/>
          <p:nvPr/>
        </p:nvSpPr>
        <p:spPr>
          <a:xfrm>
            <a:off x="2819400" y="3867150"/>
            <a:ext cx="2000250" cy="581025"/>
          </a:xfrm>
          <a:prstGeom prst="roundRect">
            <a:avLst>
              <a:gd name="adj" fmla="val 26230"/>
            </a:avLst>
          </a:prstGeom>
          <a:solidFill>
            <a:srgbClr val="F3F5F9"/>
          </a:solidFill>
          <a:ln/>
        </p:spPr>
      </p:sp>
      <p:sp>
        <p:nvSpPr>
          <p:cNvPr id="25" name=""/>
          <p:cNvSpPr txBox="1"/>
          <p:nvPr/>
        </p:nvSpPr>
        <p:spPr>
          <a:xfrm>
            <a:off x="3152775" y="3924300"/>
            <a:ext cx="1333500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g</a:t>
            </a:r>
            <a:pPr algn="ctr"/>
            <a:r>
              <a:rPr sz="27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 algn="ctr"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ass</a:t>
            </a:r>
          </a:p>
        </p:txBody>
      </p:sp>
      <p:sp>
        <p:nvSpPr>
          <p:cNvPr id="26" name=""/>
          <p:cNvSpPr/>
          <p:nvPr/>
        </p:nvSpPr>
        <p:spPr>
          <a:xfrm>
            <a:off x="6610350" y="3867150"/>
            <a:ext cx="2000250" cy="581025"/>
          </a:xfrm>
          <a:prstGeom prst="roundRect">
            <a:avLst>
              <a:gd name="adj" fmla="val 26230"/>
            </a:avLst>
          </a:prstGeom>
          <a:solidFill>
            <a:srgbClr val="F3F5F9"/>
          </a:solidFill>
          <a:ln/>
        </p:spPr>
      </p:sp>
      <p:sp>
        <p:nvSpPr>
          <p:cNvPr id="27" name=""/>
          <p:cNvSpPr txBox="1"/>
          <p:nvPr/>
        </p:nvSpPr>
        <p:spPr>
          <a:xfrm>
            <a:off x="6915150" y="3924300"/>
            <a:ext cx="1390650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g</a:t>
            </a:r>
            <a:pPr algn="ctr"/>
            <a:r>
              <a:rPr sz="27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 algn="ctr"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ass</a:t>
            </a:r>
          </a:p>
        </p:txBody>
      </p:sp>
      <p:sp>
        <p:nvSpPr>
          <p:cNvPr id="28" name=""/>
          <p:cNvSpPr/>
          <p:nvPr/>
        </p:nvSpPr>
        <p:spPr>
          <a:xfrm>
            <a:off x="1066800" y="4714875"/>
            <a:ext cx="10058400" cy="0"/>
          </a:xfrm>
          <a:prstGeom prst="line">
            <a:avLst/>
          </a:prstGeom>
          <a:noFill/>
          <a:ln w="19050">
            <a:solidFill>
              <a:srgbClr val="EEF2F8"/>
            </a:solidFill>
            <a:prstDash val="solid"/>
          </a:ln>
        </p:spPr>
      </p:sp>
      <p:sp>
        <p:nvSpPr>
          <p:cNvPr id="29" name=""/>
          <p:cNvSpPr txBox="1"/>
          <p:nvPr/>
        </p:nvSpPr>
        <p:spPr>
          <a:xfrm>
            <a:off x="1066800" y="4905375"/>
            <a:ext cx="723900" cy="2952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E8461E"/>
                </a:solidFill>
                <a:latin typeface="DM Sans"/>
                <a:ea typeface="DM Sans"/>
              </a:rPr>
              <a:t>Q4</a:t>
            </a:r>
          </a:p>
        </p:txBody>
      </p:sp>
      <p:sp>
        <p:nvSpPr>
          <p:cNvPr id="30" name=""/>
          <p:cNvSpPr/>
          <p:nvPr/>
        </p:nvSpPr>
        <p:spPr>
          <a:xfrm>
            <a:off x="2819400" y="4762500"/>
            <a:ext cx="2000250" cy="581025"/>
          </a:xfrm>
          <a:prstGeom prst="roundRect">
            <a:avLst>
              <a:gd name="adj" fmla="val 26230"/>
            </a:avLst>
          </a:prstGeom>
          <a:solidFill>
            <a:srgbClr val="F3F5F9"/>
          </a:solidFill>
          <a:ln/>
        </p:spPr>
      </p:sp>
      <p:sp>
        <p:nvSpPr>
          <p:cNvPr id="31" name=""/>
          <p:cNvSpPr txBox="1"/>
          <p:nvPr/>
        </p:nvSpPr>
        <p:spPr>
          <a:xfrm>
            <a:off x="3238500" y="4819650"/>
            <a:ext cx="1162050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7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 algn="ctr"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ock</a:t>
            </a:r>
          </a:p>
        </p:txBody>
      </p:sp>
      <p:sp>
        <p:nvSpPr>
          <p:cNvPr id="32" name=""/>
          <p:cNvSpPr/>
          <p:nvPr/>
        </p:nvSpPr>
        <p:spPr>
          <a:xfrm>
            <a:off x="6610350" y="4762500"/>
            <a:ext cx="2000250" cy="581025"/>
          </a:xfrm>
          <a:prstGeom prst="roundRect">
            <a:avLst>
              <a:gd name="adj" fmla="val 26230"/>
            </a:avLst>
          </a:prstGeom>
          <a:solidFill>
            <a:srgbClr val="F3F5F9"/>
          </a:solidFill>
          <a:ln/>
        </p:spPr>
      </p:sp>
      <p:sp>
        <p:nvSpPr>
          <p:cNvPr id="33" name=""/>
          <p:cNvSpPr txBox="1"/>
          <p:nvPr/>
        </p:nvSpPr>
        <p:spPr>
          <a:xfrm>
            <a:off x="7000875" y="4819650"/>
            <a:ext cx="1209675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7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 algn="ctr"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ock</a:t>
            </a:r>
          </a:p>
        </p:txBody>
      </p:sp>
      <p:sp>
        <p:nvSpPr>
          <p:cNvPr id="34" name=""/>
          <p:cNvSpPr/>
          <p:nvPr/>
        </p:nvSpPr>
        <p:spPr>
          <a:xfrm>
            <a:off x="1066800" y="5610225"/>
            <a:ext cx="10058400" cy="0"/>
          </a:xfrm>
          <a:prstGeom prst="line">
            <a:avLst/>
          </a:prstGeom>
          <a:noFill/>
          <a:ln w="19050">
            <a:solidFill>
              <a:srgbClr val="EEF2F8"/>
            </a:solidFill>
            <a:prstDash val="solid"/>
          </a:ln>
        </p:spPr>
      </p:sp>
      <p:sp>
        <p:nvSpPr>
          <p:cNvPr id="35" name=""/>
          <p:cNvSpPr txBox="1"/>
          <p:nvPr/>
        </p:nvSpPr>
        <p:spPr>
          <a:xfrm>
            <a:off x="1066800" y="5800725"/>
            <a:ext cx="714375" cy="2952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E8461E"/>
                </a:solidFill>
                <a:latin typeface="DM Sans"/>
                <a:ea typeface="DM Sans"/>
              </a:rPr>
              <a:t>Q5</a:t>
            </a:r>
          </a:p>
        </p:txBody>
      </p:sp>
      <p:sp>
        <p:nvSpPr>
          <p:cNvPr id="36" name=""/>
          <p:cNvSpPr/>
          <p:nvPr/>
        </p:nvSpPr>
        <p:spPr>
          <a:xfrm>
            <a:off x="2819400" y="5657850"/>
            <a:ext cx="2000250" cy="581025"/>
          </a:xfrm>
          <a:prstGeom prst="roundRect">
            <a:avLst>
              <a:gd name="adj" fmla="val 26230"/>
            </a:avLst>
          </a:prstGeom>
          <a:solidFill>
            <a:srgbClr val="F3F5F9"/>
          </a:solidFill>
          <a:ln/>
        </p:spPr>
      </p:sp>
      <p:sp>
        <p:nvSpPr>
          <p:cNvPr id="37" name=""/>
          <p:cNvSpPr txBox="1"/>
          <p:nvPr/>
        </p:nvSpPr>
        <p:spPr>
          <a:xfrm>
            <a:off x="3400425" y="5715000"/>
            <a:ext cx="828675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f</a:t>
            </a:r>
            <a:pPr algn="ctr"/>
            <a:r>
              <a:rPr sz="27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 algn="ctr"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y</a:t>
            </a:r>
          </a:p>
        </p:txBody>
      </p:sp>
      <p:sp>
        <p:nvSpPr>
          <p:cNvPr id="38" name=""/>
          <p:cNvSpPr/>
          <p:nvPr/>
        </p:nvSpPr>
        <p:spPr>
          <a:xfrm>
            <a:off x="6610350" y="5657850"/>
            <a:ext cx="2000250" cy="581025"/>
          </a:xfrm>
          <a:prstGeom prst="roundRect">
            <a:avLst>
              <a:gd name="adj" fmla="val 26230"/>
            </a:avLst>
          </a:prstGeom>
          <a:solidFill>
            <a:srgbClr val="F3F5F9"/>
          </a:solidFill>
          <a:ln/>
        </p:spPr>
      </p:sp>
      <p:sp>
        <p:nvSpPr>
          <p:cNvPr id="39" name=""/>
          <p:cNvSpPr txBox="1"/>
          <p:nvPr/>
        </p:nvSpPr>
        <p:spPr>
          <a:xfrm>
            <a:off x="7162800" y="5715000"/>
            <a:ext cx="885825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f</a:t>
            </a:r>
            <a:pPr algn="ctr"/>
            <a:r>
              <a:rPr sz="27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 algn="ctr"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3431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発音練習 / L と R 練習編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809625"/>
            <a:ext cx="1314450" cy="409575"/>
          </a:xfrm>
          <a:prstGeom prst="roundRect">
            <a:avLst>
              <a:gd name="adj" fmla="val 50218"/>
            </a:avLst>
          </a:prstGeom>
          <a:solidFill>
            <a:srgbClr val="1C2340"/>
          </a:solidFill>
          <a:ln/>
        </p:spPr>
      </p:sp>
      <p:sp>
        <p:nvSpPr>
          <p:cNvPr id="5" name=""/>
          <p:cNvSpPr txBox="1"/>
          <p:nvPr/>
        </p:nvSpPr>
        <p:spPr>
          <a:xfrm>
            <a:off x="857250" y="857250"/>
            <a:ext cx="1457325" cy="2952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FFFFFF"/>
                </a:solidFill>
                <a:latin typeface="Noto Sans JP"/>
                <a:ea typeface="Noto Sans JP"/>
              </a:rPr>
              <a:t>さいごに</a:t>
            </a:r>
          </a:p>
        </p:txBody>
      </p:sp>
      <p:sp>
        <p:nvSpPr>
          <p:cNvPr id="6" name=""/>
          <p:cNvSpPr txBox="1"/>
          <p:nvPr/>
        </p:nvSpPr>
        <p:spPr>
          <a:xfrm>
            <a:off x="2152650" y="704850"/>
            <a:ext cx="612457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聞き分けチャレンジ 答え</a:t>
            </a:r>
          </a:p>
        </p:txBody>
      </p:sp>
      <p:sp>
        <p:nvSpPr>
          <p:cNvPr id="7" name=""/>
          <p:cNvSpPr/>
          <p:nvPr/>
        </p:nvSpPr>
        <p:spPr>
          <a:xfrm>
            <a:off x="10020300" y="790575"/>
            <a:ext cx="1485900" cy="400050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8" name=""/>
          <p:cNvSpPr txBox="1"/>
          <p:nvPr/>
        </p:nvSpPr>
        <p:spPr>
          <a:xfrm>
            <a:off x="10191750" y="847725"/>
            <a:ext cx="165735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C8401A"/>
                </a:solidFill>
                <a:latin typeface="Noto Sans JP"/>
                <a:ea typeface="Noto Sans JP"/>
              </a:rPr>
              <a:t>何問できた？</a:t>
            </a:r>
          </a:p>
        </p:txBody>
      </p:sp>
      <p:sp>
        <p:nvSpPr>
          <p:cNvPr id="9" name=""/>
          <p:cNvSpPr txBox="1"/>
          <p:nvPr/>
        </p:nvSpPr>
        <p:spPr>
          <a:xfrm>
            <a:off x="685800" y="1400175"/>
            <a:ext cx="481965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答えを見たら、</a:t>
            </a:r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2つとも言い分けて</a:t>
            </a:r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みよう</a:t>
            </a:r>
          </a:p>
        </p:txBody>
      </p:sp>
      <p:sp>
        <p:nvSpPr>
          <p:cNvPr id="10" name=""/>
          <p:cNvSpPr/>
          <p:nvPr/>
        </p:nvSpPr>
        <p:spPr>
          <a:xfrm>
            <a:off x="685800" y="1876425"/>
            <a:ext cx="10820400" cy="4562475"/>
          </a:xfrm>
          <a:prstGeom prst="roundRect">
            <a:avLst>
              <a:gd name="adj" fmla="val 5846"/>
            </a:avLst>
          </a:prstGeom>
          <a:solidFill>
            <a:srgbClr val="FFFFFF"/>
          </a:solidFill>
          <a:ln/>
        </p:spPr>
      </p:sp>
      <p:sp>
        <p:nvSpPr>
          <p:cNvPr id="11" name=""/>
          <p:cNvSpPr txBox="1"/>
          <p:nvPr/>
        </p:nvSpPr>
        <p:spPr>
          <a:xfrm>
            <a:off x="1066800" y="2228850"/>
            <a:ext cx="647700" cy="2952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E8461E"/>
                </a:solidFill>
                <a:latin typeface="DM Sans"/>
                <a:ea typeface="DM Sans"/>
              </a:rPr>
              <a:t>Q1</a:t>
            </a:r>
          </a:p>
        </p:txBody>
      </p:sp>
      <p:sp>
        <p:nvSpPr>
          <p:cNvPr id="12" name=""/>
          <p:cNvSpPr/>
          <p:nvPr/>
        </p:nvSpPr>
        <p:spPr>
          <a:xfrm>
            <a:off x="2819400" y="2085975"/>
            <a:ext cx="2000250" cy="581025"/>
          </a:xfrm>
          <a:prstGeom prst="roundRect">
            <a:avLst>
              <a:gd name="adj" fmla="val 26230"/>
            </a:avLst>
          </a:prstGeom>
          <a:solidFill>
            <a:srgbClr val="F3F5F9"/>
          </a:solidFill>
          <a:ln/>
        </p:spPr>
      </p:sp>
      <p:sp>
        <p:nvSpPr>
          <p:cNvPr id="13" name=""/>
          <p:cNvSpPr txBox="1"/>
          <p:nvPr/>
        </p:nvSpPr>
        <p:spPr>
          <a:xfrm>
            <a:off x="3219450" y="2143125"/>
            <a:ext cx="1209675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700" b="1">
                <a:solidFill>
                  <a:srgbClr val="C3C8D6"/>
                </a:solidFill>
                <a:latin typeface="DM Sans"/>
                <a:ea typeface="DM Sans"/>
              </a:rPr>
              <a:t>light</a:t>
            </a:r>
          </a:p>
        </p:txBody>
      </p:sp>
      <p:sp>
        <p:nvSpPr>
          <p:cNvPr id="14" name=""/>
          <p:cNvSpPr/>
          <p:nvPr/>
        </p:nvSpPr>
        <p:spPr>
          <a:xfrm>
            <a:off x="6610350" y="2085975"/>
            <a:ext cx="2000250" cy="581025"/>
          </a:xfrm>
          <a:prstGeom prst="roundRect">
            <a:avLst>
              <a:gd name="adj" fmla="val 26230"/>
            </a:avLst>
          </a:prstGeom>
          <a:solidFill>
            <a:srgbClr val="2F86CF"/>
          </a:solidFill>
          <a:ln/>
        </p:spPr>
      </p:sp>
      <p:sp>
        <p:nvSpPr>
          <p:cNvPr id="15" name=""/>
          <p:cNvSpPr txBox="1"/>
          <p:nvPr/>
        </p:nvSpPr>
        <p:spPr>
          <a:xfrm>
            <a:off x="6981825" y="2143125"/>
            <a:ext cx="1257300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700" b="1">
                <a:solidFill>
                  <a:srgbClr val="FFFFFF"/>
                </a:solidFill>
                <a:latin typeface="DM Sans"/>
                <a:ea typeface="DM Sans"/>
              </a:rPr>
              <a:t>right</a:t>
            </a:r>
          </a:p>
        </p:txBody>
      </p:sp>
      <p:sp>
        <p:nvSpPr>
          <p:cNvPr id="16" name=""/>
          <p:cNvSpPr txBox="1"/>
          <p:nvPr/>
        </p:nvSpPr>
        <p:spPr>
          <a:xfrm>
            <a:off x="9601200" y="2238375"/>
            <a:ext cx="5619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4A5270"/>
                </a:solidFill>
                <a:latin typeface="Noto Sans JP"/>
                <a:ea typeface="Noto Sans JP"/>
              </a:rPr>
              <a:t>右</a:t>
            </a:r>
          </a:p>
        </p:txBody>
      </p:sp>
      <p:sp>
        <p:nvSpPr>
          <p:cNvPr id="17" name=""/>
          <p:cNvSpPr/>
          <p:nvPr/>
        </p:nvSpPr>
        <p:spPr>
          <a:xfrm>
            <a:off x="1066800" y="2924175"/>
            <a:ext cx="10058400" cy="0"/>
          </a:xfrm>
          <a:prstGeom prst="line">
            <a:avLst/>
          </a:prstGeom>
          <a:noFill/>
          <a:ln w="19050">
            <a:solidFill>
              <a:srgbClr val="EEF2F8"/>
            </a:solidFill>
            <a:prstDash val="solid"/>
          </a:ln>
        </p:spPr>
      </p:sp>
      <p:sp>
        <p:nvSpPr>
          <p:cNvPr id="18" name=""/>
          <p:cNvSpPr txBox="1"/>
          <p:nvPr/>
        </p:nvSpPr>
        <p:spPr>
          <a:xfrm>
            <a:off x="1066800" y="3114675"/>
            <a:ext cx="704850" cy="2952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E8461E"/>
                </a:solidFill>
                <a:latin typeface="DM Sans"/>
                <a:ea typeface="DM Sans"/>
              </a:rPr>
              <a:t>Q2</a:t>
            </a:r>
          </a:p>
        </p:txBody>
      </p:sp>
      <p:sp>
        <p:nvSpPr>
          <p:cNvPr id="19" name=""/>
          <p:cNvSpPr/>
          <p:nvPr/>
        </p:nvSpPr>
        <p:spPr>
          <a:xfrm>
            <a:off x="2819400" y="2971800"/>
            <a:ext cx="2000250" cy="581025"/>
          </a:xfrm>
          <a:prstGeom prst="roundRect">
            <a:avLst>
              <a:gd name="adj" fmla="val 26230"/>
            </a:avLst>
          </a:prstGeom>
          <a:solidFill>
            <a:srgbClr val="F3F5F9"/>
          </a:solidFill>
          <a:ln/>
        </p:spPr>
      </p:sp>
      <p:sp>
        <p:nvSpPr>
          <p:cNvPr id="20" name=""/>
          <p:cNvSpPr txBox="1"/>
          <p:nvPr/>
        </p:nvSpPr>
        <p:spPr>
          <a:xfrm>
            <a:off x="3305175" y="3028950"/>
            <a:ext cx="1038225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700" b="1">
                <a:solidFill>
                  <a:srgbClr val="C3C8D6"/>
                </a:solidFill>
                <a:latin typeface="DM Sans"/>
                <a:ea typeface="DM Sans"/>
              </a:rPr>
              <a:t>lice</a:t>
            </a:r>
          </a:p>
        </p:txBody>
      </p:sp>
      <p:sp>
        <p:nvSpPr>
          <p:cNvPr id="21" name=""/>
          <p:cNvSpPr/>
          <p:nvPr/>
        </p:nvSpPr>
        <p:spPr>
          <a:xfrm>
            <a:off x="6610350" y="2971800"/>
            <a:ext cx="2000250" cy="581025"/>
          </a:xfrm>
          <a:prstGeom prst="roundRect">
            <a:avLst>
              <a:gd name="adj" fmla="val 26230"/>
            </a:avLst>
          </a:prstGeom>
          <a:solidFill>
            <a:srgbClr val="2F86CF"/>
          </a:solidFill>
          <a:ln/>
        </p:spPr>
      </p:sp>
      <p:sp>
        <p:nvSpPr>
          <p:cNvPr id="22" name=""/>
          <p:cNvSpPr txBox="1"/>
          <p:nvPr/>
        </p:nvSpPr>
        <p:spPr>
          <a:xfrm>
            <a:off x="7067550" y="3028950"/>
            <a:ext cx="1085850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700" b="1">
                <a:solidFill>
                  <a:srgbClr val="FFFFFF"/>
                </a:solidFill>
                <a:latin typeface="DM Sans"/>
                <a:ea typeface="DM Sans"/>
              </a:rPr>
              <a:t>rice</a:t>
            </a:r>
          </a:p>
        </p:txBody>
      </p:sp>
      <p:sp>
        <p:nvSpPr>
          <p:cNvPr id="23" name=""/>
          <p:cNvSpPr txBox="1"/>
          <p:nvPr/>
        </p:nvSpPr>
        <p:spPr>
          <a:xfrm>
            <a:off x="9601200" y="3124200"/>
            <a:ext cx="78105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4A5270"/>
                </a:solidFill>
                <a:latin typeface="Noto Sans JP"/>
                <a:ea typeface="Noto Sans JP"/>
              </a:rPr>
              <a:t>お米</a:t>
            </a:r>
          </a:p>
        </p:txBody>
      </p:sp>
      <p:sp>
        <p:nvSpPr>
          <p:cNvPr id="24" name=""/>
          <p:cNvSpPr/>
          <p:nvPr/>
        </p:nvSpPr>
        <p:spPr>
          <a:xfrm>
            <a:off x="1066800" y="3819525"/>
            <a:ext cx="10058400" cy="0"/>
          </a:xfrm>
          <a:prstGeom prst="line">
            <a:avLst/>
          </a:prstGeom>
          <a:noFill/>
          <a:ln w="19050">
            <a:solidFill>
              <a:srgbClr val="EEF2F8"/>
            </a:solidFill>
            <a:prstDash val="solid"/>
          </a:ln>
        </p:spPr>
      </p:sp>
      <p:sp>
        <p:nvSpPr>
          <p:cNvPr id="25" name=""/>
          <p:cNvSpPr txBox="1"/>
          <p:nvPr/>
        </p:nvSpPr>
        <p:spPr>
          <a:xfrm>
            <a:off x="1066800" y="4010025"/>
            <a:ext cx="704850" cy="2952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E8461E"/>
                </a:solidFill>
                <a:latin typeface="DM Sans"/>
                <a:ea typeface="DM Sans"/>
              </a:rPr>
              <a:t>Q3</a:t>
            </a:r>
          </a:p>
        </p:txBody>
      </p:sp>
      <p:sp>
        <p:nvSpPr>
          <p:cNvPr id="26" name=""/>
          <p:cNvSpPr/>
          <p:nvPr/>
        </p:nvSpPr>
        <p:spPr>
          <a:xfrm>
            <a:off x="2819400" y="3867150"/>
            <a:ext cx="2000250" cy="581025"/>
          </a:xfrm>
          <a:prstGeom prst="roundRect">
            <a:avLst>
              <a:gd name="adj" fmla="val 26230"/>
            </a:avLst>
          </a:prstGeom>
          <a:solidFill>
            <a:srgbClr val="E8461E"/>
          </a:solidFill>
          <a:ln/>
        </p:spPr>
      </p:sp>
      <p:sp>
        <p:nvSpPr>
          <p:cNvPr id="27" name=""/>
          <p:cNvSpPr txBox="1"/>
          <p:nvPr/>
        </p:nvSpPr>
        <p:spPr>
          <a:xfrm>
            <a:off x="3152775" y="3924300"/>
            <a:ext cx="1333500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700" b="1">
                <a:solidFill>
                  <a:srgbClr val="FFFFFF"/>
                </a:solidFill>
                <a:latin typeface="DM Sans"/>
                <a:ea typeface="DM Sans"/>
              </a:rPr>
              <a:t>glass</a:t>
            </a:r>
          </a:p>
        </p:txBody>
      </p:sp>
      <p:sp>
        <p:nvSpPr>
          <p:cNvPr id="28" name=""/>
          <p:cNvSpPr/>
          <p:nvPr/>
        </p:nvSpPr>
        <p:spPr>
          <a:xfrm>
            <a:off x="6610350" y="3867150"/>
            <a:ext cx="2000250" cy="581025"/>
          </a:xfrm>
          <a:prstGeom prst="roundRect">
            <a:avLst>
              <a:gd name="adj" fmla="val 26230"/>
            </a:avLst>
          </a:prstGeom>
          <a:solidFill>
            <a:srgbClr val="F3F5F9"/>
          </a:solidFill>
          <a:ln/>
        </p:spPr>
      </p:sp>
      <p:sp>
        <p:nvSpPr>
          <p:cNvPr id="29" name=""/>
          <p:cNvSpPr txBox="1"/>
          <p:nvPr/>
        </p:nvSpPr>
        <p:spPr>
          <a:xfrm>
            <a:off x="6915150" y="3924300"/>
            <a:ext cx="1390650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700" b="1">
                <a:solidFill>
                  <a:srgbClr val="C3C8D6"/>
                </a:solidFill>
                <a:latin typeface="DM Sans"/>
                <a:ea typeface="DM Sans"/>
              </a:rPr>
              <a:t>grass</a:t>
            </a:r>
          </a:p>
        </p:txBody>
      </p:sp>
      <p:sp>
        <p:nvSpPr>
          <p:cNvPr id="30" name=""/>
          <p:cNvSpPr txBox="1"/>
          <p:nvPr/>
        </p:nvSpPr>
        <p:spPr>
          <a:xfrm>
            <a:off x="9601200" y="4019550"/>
            <a:ext cx="10001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4A5270"/>
                </a:solidFill>
                <a:latin typeface="Noto Sans JP"/>
                <a:ea typeface="Noto Sans JP"/>
              </a:rPr>
              <a:t>グラス</a:t>
            </a:r>
          </a:p>
        </p:txBody>
      </p:sp>
      <p:sp>
        <p:nvSpPr>
          <p:cNvPr id="31" name=""/>
          <p:cNvSpPr/>
          <p:nvPr/>
        </p:nvSpPr>
        <p:spPr>
          <a:xfrm>
            <a:off x="1066800" y="4714875"/>
            <a:ext cx="10058400" cy="0"/>
          </a:xfrm>
          <a:prstGeom prst="line">
            <a:avLst/>
          </a:prstGeom>
          <a:noFill/>
          <a:ln w="19050">
            <a:solidFill>
              <a:srgbClr val="EEF2F8"/>
            </a:solidFill>
            <a:prstDash val="solid"/>
          </a:ln>
        </p:spPr>
      </p:sp>
      <p:sp>
        <p:nvSpPr>
          <p:cNvPr id="32" name=""/>
          <p:cNvSpPr txBox="1"/>
          <p:nvPr/>
        </p:nvSpPr>
        <p:spPr>
          <a:xfrm>
            <a:off x="1066800" y="4905375"/>
            <a:ext cx="723900" cy="2952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E8461E"/>
                </a:solidFill>
                <a:latin typeface="DM Sans"/>
                <a:ea typeface="DM Sans"/>
              </a:rPr>
              <a:t>Q4</a:t>
            </a:r>
          </a:p>
        </p:txBody>
      </p:sp>
      <p:sp>
        <p:nvSpPr>
          <p:cNvPr id="33" name=""/>
          <p:cNvSpPr/>
          <p:nvPr/>
        </p:nvSpPr>
        <p:spPr>
          <a:xfrm>
            <a:off x="2819400" y="4762500"/>
            <a:ext cx="2000250" cy="581025"/>
          </a:xfrm>
          <a:prstGeom prst="roundRect">
            <a:avLst>
              <a:gd name="adj" fmla="val 26230"/>
            </a:avLst>
          </a:prstGeom>
          <a:solidFill>
            <a:srgbClr val="E8461E"/>
          </a:solidFill>
          <a:ln/>
        </p:spPr>
      </p:sp>
      <p:sp>
        <p:nvSpPr>
          <p:cNvPr id="34" name=""/>
          <p:cNvSpPr txBox="1"/>
          <p:nvPr/>
        </p:nvSpPr>
        <p:spPr>
          <a:xfrm>
            <a:off x="3238500" y="4819650"/>
            <a:ext cx="1162050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700" b="1">
                <a:solidFill>
                  <a:srgbClr val="FFFFFF"/>
                </a:solidFill>
                <a:latin typeface="DM Sans"/>
                <a:ea typeface="DM Sans"/>
              </a:rPr>
              <a:t>lock</a:t>
            </a:r>
          </a:p>
        </p:txBody>
      </p:sp>
      <p:sp>
        <p:nvSpPr>
          <p:cNvPr id="35" name=""/>
          <p:cNvSpPr/>
          <p:nvPr/>
        </p:nvSpPr>
        <p:spPr>
          <a:xfrm>
            <a:off x="6610350" y="4762500"/>
            <a:ext cx="2000250" cy="581025"/>
          </a:xfrm>
          <a:prstGeom prst="roundRect">
            <a:avLst>
              <a:gd name="adj" fmla="val 26230"/>
            </a:avLst>
          </a:prstGeom>
          <a:solidFill>
            <a:srgbClr val="F3F5F9"/>
          </a:solidFill>
          <a:ln/>
        </p:spPr>
      </p:sp>
      <p:sp>
        <p:nvSpPr>
          <p:cNvPr id="36" name=""/>
          <p:cNvSpPr txBox="1"/>
          <p:nvPr/>
        </p:nvSpPr>
        <p:spPr>
          <a:xfrm>
            <a:off x="7000875" y="4819650"/>
            <a:ext cx="1209675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700" b="1">
                <a:solidFill>
                  <a:srgbClr val="C3C8D6"/>
                </a:solidFill>
                <a:latin typeface="DM Sans"/>
                <a:ea typeface="DM Sans"/>
              </a:rPr>
              <a:t>rock</a:t>
            </a:r>
          </a:p>
        </p:txBody>
      </p:sp>
      <p:sp>
        <p:nvSpPr>
          <p:cNvPr id="37" name=""/>
          <p:cNvSpPr txBox="1"/>
          <p:nvPr/>
        </p:nvSpPr>
        <p:spPr>
          <a:xfrm>
            <a:off x="9601200" y="4914900"/>
            <a:ext cx="14382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4A5270"/>
                </a:solidFill>
                <a:latin typeface="Noto Sans JP"/>
                <a:ea typeface="Noto Sans JP"/>
              </a:rPr>
              <a:t>鍵をかける</a:t>
            </a:r>
          </a:p>
        </p:txBody>
      </p:sp>
      <p:sp>
        <p:nvSpPr>
          <p:cNvPr id="38" name=""/>
          <p:cNvSpPr/>
          <p:nvPr/>
        </p:nvSpPr>
        <p:spPr>
          <a:xfrm>
            <a:off x="1066800" y="5610225"/>
            <a:ext cx="10058400" cy="0"/>
          </a:xfrm>
          <a:prstGeom prst="line">
            <a:avLst/>
          </a:prstGeom>
          <a:noFill/>
          <a:ln w="19050">
            <a:solidFill>
              <a:srgbClr val="EEF2F8"/>
            </a:solidFill>
            <a:prstDash val="solid"/>
          </a:ln>
        </p:spPr>
      </p:sp>
      <p:sp>
        <p:nvSpPr>
          <p:cNvPr id="39" name=""/>
          <p:cNvSpPr txBox="1"/>
          <p:nvPr/>
        </p:nvSpPr>
        <p:spPr>
          <a:xfrm>
            <a:off x="1066800" y="5800725"/>
            <a:ext cx="714375" cy="2952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E8461E"/>
                </a:solidFill>
                <a:latin typeface="DM Sans"/>
                <a:ea typeface="DM Sans"/>
              </a:rPr>
              <a:t>Q5</a:t>
            </a:r>
          </a:p>
        </p:txBody>
      </p:sp>
      <p:sp>
        <p:nvSpPr>
          <p:cNvPr id="40" name=""/>
          <p:cNvSpPr/>
          <p:nvPr/>
        </p:nvSpPr>
        <p:spPr>
          <a:xfrm>
            <a:off x="2819400" y="5657850"/>
            <a:ext cx="2000250" cy="581025"/>
          </a:xfrm>
          <a:prstGeom prst="roundRect">
            <a:avLst>
              <a:gd name="adj" fmla="val 26230"/>
            </a:avLst>
          </a:prstGeom>
          <a:solidFill>
            <a:srgbClr val="F3F5F9"/>
          </a:solidFill>
          <a:ln/>
        </p:spPr>
      </p:sp>
      <p:sp>
        <p:nvSpPr>
          <p:cNvPr id="41" name=""/>
          <p:cNvSpPr txBox="1"/>
          <p:nvPr/>
        </p:nvSpPr>
        <p:spPr>
          <a:xfrm>
            <a:off x="3400425" y="5715000"/>
            <a:ext cx="828675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700" b="1">
                <a:solidFill>
                  <a:srgbClr val="C3C8D6"/>
                </a:solidFill>
                <a:latin typeface="DM Sans"/>
                <a:ea typeface="DM Sans"/>
              </a:rPr>
              <a:t>fly</a:t>
            </a:r>
          </a:p>
        </p:txBody>
      </p:sp>
      <p:sp>
        <p:nvSpPr>
          <p:cNvPr id="42" name=""/>
          <p:cNvSpPr/>
          <p:nvPr/>
        </p:nvSpPr>
        <p:spPr>
          <a:xfrm>
            <a:off x="6610350" y="5657850"/>
            <a:ext cx="2000250" cy="581025"/>
          </a:xfrm>
          <a:prstGeom prst="roundRect">
            <a:avLst>
              <a:gd name="adj" fmla="val 26230"/>
            </a:avLst>
          </a:prstGeom>
          <a:solidFill>
            <a:srgbClr val="2F86CF"/>
          </a:solidFill>
          <a:ln/>
        </p:spPr>
      </p:sp>
      <p:sp>
        <p:nvSpPr>
          <p:cNvPr id="43" name=""/>
          <p:cNvSpPr txBox="1"/>
          <p:nvPr/>
        </p:nvSpPr>
        <p:spPr>
          <a:xfrm>
            <a:off x="7162800" y="5715000"/>
            <a:ext cx="885825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700" b="1">
                <a:solidFill>
                  <a:srgbClr val="FFFFFF"/>
                </a:solidFill>
                <a:latin typeface="DM Sans"/>
                <a:ea typeface="DM Sans"/>
              </a:rPr>
              <a:t>fry</a:t>
            </a:r>
          </a:p>
        </p:txBody>
      </p:sp>
      <p:sp>
        <p:nvSpPr>
          <p:cNvPr id="44" name=""/>
          <p:cNvSpPr txBox="1"/>
          <p:nvPr/>
        </p:nvSpPr>
        <p:spPr>
          <a:xfrm>
            <a:off x="9601200" y="5810250"/>
            <a:ext cx="10001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4A5270"/>
                </a:solidFill>
                <a:latin typeface="Noto Sans JP"/>
                <a:ea typeface="Noto Sans JP"/>
              </a:rPr>
              <a:t>揚げる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3431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発音練習 / L と R 練習編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809625"/>
            <a:ext cx="1314450" cy="409575"/>
          </a:xfrm>
          <a:prstGeom prst="roundRect">
            <a:avLst>
              <a:gd name="adj" fmla="val 50218"/>
            </a:avLst>
          </a:prstGeom>
          <a:solidFill>
            <a:srgbClr val="1C2340"/>
          </a:solidFill>
          <a:ln/>
        </p:spPr>
      </p:sp>
      <p:sp>
        <p:nvSpPr>
          <p:cNvPr id="5" name=""/>
          <p:cNvSpPr txBox="1"/>
          <p:nvPr/>
        </p:nvSpPr>
        <p:spPr>
          <a:xfrm>
            <a:off x="857250" y="857250"/>
            <a:ext cx="1457325" cy="2952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FFFFFF"/>
                </a:solidFill>
                <a:latin typeface="Noto Sans JP"/>
                <a:ea typeface="Noto Sans JP"/>
              </a:rPr>
              <a:t>さいごに</a:t>
            </a:r>
          </a:p>
        </p:txBody>
      </p:sp>
      <p:sp>
        <p:nvSpPr>
          <p:cNvPr id="6" name=""/>
          <p:cNvSpPr txBox="1"/>
          <p:nvPr/>
        </p:nvSpPr>
        <p:spPr>
          <a:xfrm>
            <a:off x="2152650" y="704850"/>
            <a:ext cx="59245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毎日5分の筋トレメニュー</a:t>
            </a:r>
          </a:p>
        </p:txBody>
      </p:sp>
      <p:sp>
        <p:nvSpPr>
          <p:cNvPr id="7" name=""/>
          <p:cNvSpPr/>
          <p:nvPr/>
        </p:nvSpPr>
        <p:spPr>
          <a:xfrm>
            <a:off x="9648825" y="790575"/>
            <a:ext cx="1857375" cy="400050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8" name=""/>
          <p:cNvSpPr txBox="1"/>
          <p:nvPr/>
        </p:nvSpPr>
        <p:spPr>
          <a:xfrm>
            <a:off x="9820275" y="847725"/>
            <a:ext cx="20859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C8401A"/>
                </a:solidFill>
                <a:latin typeface="Noto Sans JP"/>
                <a:ea typeface="Noto Sans JP"/>
              </a:rPr>
              <a:t>スクショしてね！</a:t>
            </a:r>
          </a:p>
        </p:txBody>
      </p:sp>
      <p:sp>
        <p:nvSpPr>
          <p:cNvPr id="9" name=""/>
          <p:cNvSpPr/>
          <p:nvPr/>
        </p:nvSpPr>
        <p:spPr>
          <a:xfrm>
            <a:off x="685800" y="1457325"/>
            <a:ext cx="10820400" cy="4981575"/>
          </a:xfrm>
          <a:prstGeom prst="roundRect">
            <a:avLst>
              <a:gd name="adj" fmla="val 5354"/>
            </a:avLst>
          </a:prstGeom>
          <a:solidFill>
            <a:srgbClr val="FFFFFF"/>
          </a:solidFill>
          <a:ln/>
        </p:spPr>
      </p:sp>
      <p:sp>
        <p:nvSpPr>
          <p:cNvPr id="10" name=""/>
          <p:cNvSpPr/>
          <p:nvPr/>
        </p:nvSpPr>
        <p:spPr>
          <a:xfrm>
            <a:off x="1009650" y="1781175"/>
            <a:ext cx="419100" cy="419100"/>
          </a:xfrm>
          <a:prstGeom prst="ellipse">
            <a:avLst/>
          </a:prstGeom>
          <a:solidFill>
            <a:srgbClr val="E8461E"/>
          </a:solidFill>
          <a:ln/>
        </p:spPr>
      </p:sp>
      <p:sp>
        <p:nvSpPr>
          <p:cNvPr id="11" name=""/>
          <p:cNvSpPr txBox="1"/>
          <p:nvPr/>
        </p:nvSpPr>
        <p:spPr>
          <a:xfrm>
            <a:off x="1009650" y="1857375"/>
            <a:ext cx="428625" cy="266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12" name=""/>
          <p:cNvSpPr txBox="1"/>
          <p:nvPr/>
        </p:nvSpPr>
        <p:spPr>
          <a:xfrm>
            <a:off x="1600200" y="1809750"/>
            <a:ext cx="1228725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050" b="1">
                <a:solidFill>
                  <a:srgbClr val="1C2340"/>
                </a:solidFill>
                <a:latin typeface="Noto Sans JP"/>
                <a:ea typeface="Noto Sans JP"/>
              </a:rPr>
              <a:t>伸ばす</a:t>
            </a:r>
          </a:p>
        </p:txBody>
      </p:sp>
      <p:sp>
        <p:nvSpPr>
          <p:cNvPr id="13" name=""/>
          <p:cNvSpPr txBox="1"/>
          <p:nvPr/>
        </p:nvSpPr>
        <p:spPr>
          <a:xfrm>
            <a:off x="3867150" y="1838325"/>
            <a:ext cx="4038600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L</a:t>
            </a:r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 を5秒、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R</a:t>
            </a:r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 を5秒。交互に3セット</a:t>
            </a:r>
          </a:p>
        </p:txBody>
      </p:sp>
      <p:sp>
        <p:nvSpPr>
          <p:cNvPr id="14" name=""/>
          <p:cNvSpPr/>
          <p:nvPr/>
        </p:nvSpPr>
        <p:spPr>
          <a:xfrm>
            <a:off x="10534650" y="1790700"/>
            <a:ext cx="647700" cy="400050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15" name=""/>
          <p:cNvSpPr txBox="1"/>
          <p:nvPr/>
        </p:nvSpPr>
        <p:spPr>
          <a:xfrm>
            <a:off x="10706100" y="1847850"/>
            <a:ext cx="6953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C8401A"/>
                </a:solidFill>
                <a:latin typeface="Noto Sans JP"/>
                <a:ea typeface="Noto Sans JP"/>
              </a:rPr>
              <a:t>1分</a:t>
            </a:r>
          </a:p>
        </p:txBody>
      </p:sp>
      <p:sp>
        <p:nvSpPr>
          <p:cNvPr id="16" name=""/>
          <p:cNvSpPr/>
          <p:nvPr/>
        </p:nvSpPr>
        <p:spPr>
          <a:xfrm>
            <a:off x="1009650" y="2657475"/>
            <a:ext cx="10172700" cy="0"/>
          </a:xfrm>
          <a:prstGeom prst="line">
            <a:avLst/>
          </a:prstGeom>
          <a:noFill/>
          <a:ln w="19050">
            <a:solidFill>
              <a:srgbClr val="EEF2F8"/>
            </a:solidFill>
            <a:prstDash val="solid"/>
          </a:ln>
        </p:spPr>
      </p:sp>
      <p:sp>
        <p:nvSpPr>
          <p:cNvPr id="17" name=""/>
          <p:cNvSpPr/>
          <p:nvPr/>
        </p:nvSpPr>
        <p:spPr>
          <a:xfrm>
            <a:off x="1009650" y="2762250"/>
            <a:ext cx="419100" cy="419100"/>
          </a:xfrm>
          <a:prstGeom prst="ellipse">
            <a:avLst/>
          </a:prstGeom>
          <a:solidFill>
            <a:srgbClr val="E8461E"/>
          </a:solidFill>
          <a:ln/>
        </p:spPr>
      </p:sp>
      <p:sp>
        <p:nvSpPr>
          <p:cNvPr id="18" name=""/>
          <p:cNvSpPr txBox="1"/>
          <p:nvPr/>
        </p:nvSpPr>
        <p:spPr>
          <a:xfrm>
            <a:off x="981075" y="2838450"/>
            <a:ext cx="476250" cy="266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19" name=""/>
          <p:cNvSpPr txBox="1"/>
          <p:nvPr/>
        </p:nvSpPr>
        <p:spPr>
          <a:xfrm>
            <a:off x="1600200" y="2790825"/>
            <a:ext cx="2400300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050" b="1">
                <a:solidFill>
                  <a:srgbClr val="1C2340"/>
                </a:solidFill>
                <a:latin typeface="Noto Sans JP"/>
                <a:ea typeface="Noto Sans JP"/>
              </a:rPr>
              <a:t>母音とつなげる</a:t>
            </a:r>
          </a:p>
        </p:txBody>
      </p:sp>
      <p:sp>
        <p:nvSpPr>
          <p:cNvPr id="20" name=""/>
          <p:cNvSpPr txBox="1"/>
          <p:nvPr/>
        </p:nvSpPr>
        <p:spPr>
          <a:xfrm>
            <a:off x="3867150" y="2857500"/>
            <a:ext cx="52482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E8461E"/>
                </a:solidFill>
                <a:latin typeface="DM Sans"/>
                <a:ea typeface="DM Sans"/>
              </a:rPr>
              <a:t>la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</a:t>
            </a:r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–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</a:t>
            </a:r>
            <a:pPr/>
            <a:r>
              <a:rPr sz="1650" b="1">
                <a:solidFill>
                  <a:srgbClr val="2F86CF"/>
                </a:solidFill>
                <a:latin typeface="DM Sans"/>
                <a:ea typeface="DM Sans"/>
              </a:rPr>
              <a:t>ra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</a:t>
            </a:r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／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</a:t>
            </a:r>
            <a:pPr/>
            <a:r>
              <a:rPr sz="1650" b="1">
                <a:solidFill>
                  <a:srgbClr val="E8461E"/>
                </a:solidFill>
                <a:latin typeface="DM Sans"/>
                <a:ea typeface="DM Sans"/>
              </a:rPr>
              <a:t>li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</a:t>
            </a:r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–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</a:t>
            </a:r>
            <a:pPr/>
            <a:r>
              <a:rPr sz="1650" b="1">
                <a:solidFill>
                  <a:srgbClr val="2F86CF"/>
                </a:solidFill>
                <a:latin typeface="DM Sans"/>
                <a:ea typeface="DM Sans"/>
              </a:rPr>
              <a:t>ri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</a:t>
            </a:r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／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</a:t>
            </a:r>
            <a:pPr/>
            <a:r>
              <a:rPr sz="1650" b="1">
                <a:solidFill>
                  <a:srgbClr val="E8461E"/>
                </a:solidFill>
                <a:latin typeface="DM Sans"/>
                <a:ea typeface="DM Sans"/>
              </a:rPr>
              <a:t>lu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</a:t>
            </a:r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–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</a:t>
            </a:r>
            <a:pPr/>
            <a:r>
              <a:rPr sz="1650" b="1">
                <a:solidFill>
                  <a:srgbClr val="2F86CF"/>
                </a:solidFill>
                <a:latin typeface="DM Sans"/>
                <a:ea typeface="DM Sans"/>
              </a:rPr>
              <a:t>ru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</a:t>
            </a:r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／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</a:t>
            </a:r>
            <a:pPr/>
            <a:r>
              <a:rPr sz="1650" b="1">
                <a:solidFill>
                  <a:srgbClr val="E8461E"/>
                </a:solidFill>
                <a:latin typeface="DM Sans"/>
                <a:ea typeface="DM Sans"/>
              </a:rPr>
              <a:t>le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</a:t>
            </a:r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–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</a:t>
            </a:r>
            <a:pPr/>
            <a:r>
              <a:rPr sz="1650" b="1">
                <a:solidFill>
                  <a:srgbClr val="2F86CF"/>
                </a:solidFill>
                <a:latin typeface="DM Sans"/>
                <a:ea typeface="DM Sans"/>
              </a:rPr>
              <a:t>re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</a:t>
            </a:r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／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</a:t>
            </a:r>
            <a:pPr/>
            <a:r>
              <a:rPr sz="1650" b="1">
                <a:solidFill>
                  <a:srgbClr val="E8461E"/>
                </a:solidFill>
                <a:latin typeface="DM Sans"/>
                <a:ea typeface="DM Sans"/>
              </a:rPr>
              <a:t>lo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</a:t>
            </a:r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–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</a:t>
            </a:r>
            <a:pPr/>
            <a:r>
              <a:rPr sz="1650" b="1">
                <a:solidFill>
                  <a:srgbClr val="2F86CF"/>
                </a:solidFill>
                <a:latin typeface="DM Sans"/>
                <a:ea typeface="DM Sans"/>
              </a:rPr>
              <a:t>ro</a:t>
            </a:r>
          </a:p>
        </p:txBody>
      </p:sp>
      <p:sp>
        <p:nvSpPr>
          <p:cNvPr id="21" name=""/>
          <p:cNvSpPr/>
          <p:nvPr/>
        </p:nvSpPr>
        <p:spPr>
          <a:xfrm>
            <a:off x="10534650" y="2771775"/>
            <a:ext cx="647700" cy="400050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22" name=""/>
          <p:cNvSpPr txBox="1"/>
          <p:nvPr/>
        </p:nvSpPr>
        <p:spPr>
          <a:xfrm>
            <a:off x="10706100" y="2828925"/>
            <a:ext cx="6953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C8401A"/>
                </a:solidFill>
                <a:latin typeface="Noto Sans JP"/>
                <a:ea typeface="Noto Sans JP"/>
              </a:rPr>
              <a:t>1分</a:t>
            </a:r>
          </a:p>
        </p:txBody>
      </p:sp>
      <p:sp>
        <p:nvSpPr>
          <p:cNvPr id="23" name=""/>
          <p:cNvSpPr/>
          <p:nvPr/>
        </p:nvSpPr>
        <p:spPr>
          <a:xfrm>
            <a:off x="1009650" y="3638550"/>
            <a:ext cx="10172700" cy="0"/>
          </a:xfrm>
          <a:prstGeom prst="line">
            <a:avLst/>
          </a:prstGeom>
          <a:noFill/>
          <a:ln w="19050">
            <a:solidFill>
              <a:srgbClr val="EEF2F8"/>
            </a:solidFill>
            <a:prstDash val="solid"/>
          </a:ln>
        </p:spPr>
      </p:sp>
      <p:sp>
        <p:nvSpPr>
          <p:cNvPr id="24" name=""/>
          <p:cNvSpPr/>
          <p:nvPr/>
        </p:nvSpPr>
        <p:spPr>
          <a:xfrm>
            <a:off x="1009650" y="3743325"/>
            <a:ext cx="419100" cy="419100"/>
          </a:xfrm>
          <a:prstGeom prst="ellipse">
            <a:avLst/>
          </a:prstGeom>
          <a:solidFill>
            <a:srgbClr val="E8461E"/>
          </a:solidFill>
          <a:ln/>
        </p:spPr>
      </p:sp>
      <p:sp>
        <p:nvSpPr>
          <p:cNvPr id="25" name=""/>
          <p:cNvSpPr txBox="1"/>
          <p:nvPr/>
        </p:nvSpPr>
        <p:spPr>
          <a:xfrm>
            <a:off x="981075" y="3819525"/>
            <a:ext cx="476250" cy="266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DM Sans"/>
                <a:ea typeface="DM Sans"/>
              </a:rPr>
              <a:t>3</a:t>
            </a:r>
          </a:p>
        </p:txBody>
      </p:sp>
      <p:sp>
        <p:nvSpPr>
          <p:cNvPr id="26" name=""/>
          <p:cNvSpPr txBox="1"/>
          <p:nvPr/>
        </p:nvSpPr>
        <p:spPr>
          <a:xfrm>
            <a:off x="1600200" y="3762375"/>
            <a:ext cx="1524000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050" b="1">
                <a:solidFill>
                  <a:srgbClr val="1C2340"/>
                </a:solidFill>
                <a:latin typeface="Noto Sans JP"/>
                <a:ea typeface="Noto Sans JP"/>
              </a:rPr>
              <a:t>ペア単語</a:t>
            </a:r>
          </a:p>
        </p:txBody>
      </p:sp>
      <p:sp>
        <p:nvSpPr>
          <p:cNvPr id="27" name=""/>
          <p:cNvSpPr txBox="1"/>
          <p:nvPr/>
        </p:nvSpPr>
        <p:spPr>
          <a:xfrm>
            <a:off x="3867150" y="3800475"/>
            <a:ext cx="64103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今日の12組から6組を、ゆっくり → ふつうのスピードで</a:t>
            </a:r>
          </a:p>
        </p:txBody>
      </p:sp>
      <p:sp>
        <p:nvSpPr>
          <p:cNvPr id="28" name=""/>
          <p:cNvSpPr/>
          <p:nvPr/>
        </p:nvSpPr>
        <p:spPr>
          <a:xfrm>
            <a:off x="10344150" y="3752850"/>
            <a:ext cx="838200" cy="400050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29" name=""/>
          <p:cNvSpPr txBox="1"/>
          <p:nvPr/>
        </p:nvSpPr>
        <p:spPr>
          <a:xfrm>
            <a:off x="10515600" y="3810000"/>
            <a:ext cx="91440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C8401A"/>
                </a:solidFill>
                <a:latin typeface="Noto Sans JP"/>
                <a:ea typeface="Noto Sans JP"/>
              </a:rPr>
              <a:t>1分半</a:t>
            </a:r>
          </a:p>
        </p:txBody>
      </p:sp>
      <p:sp>
        <p:nvSpPr>
          <p:cNvPr id="30" name=""/>
          <p:cNvSpPr/>
          <p:nvPr/>
        </p:nvSpPr>
        <p:spPr>
          <a:xfrm>
            <a:off x="1009650" y="4610100"/>
            <a:ext cx="10172700" cy="0"/>
          </a:xfrm>
          <a:prstGeom prst="line">
            <a:avLst/>
          </a:prstGeom>
          <a:noFill/>
          <a:ln w="19050">
            <a:solidFill>
              <a:srgbClr val="EEF2F8"/>
            </a:solidFill>
            <a:prstDash val="solid"/>
          </a:ln>
        </p:spPr>
      </p:sp>
      <p:sp>
        <p:nvSpPr>
          <p:cNvPr id="31" name=""/>
          <p:cNvSpPr/>
          <p:nvPr/>
        </p:nvSpPr>
        <p:spPr>
          <a:xfrm>
            <a:off x="1009650" y="4714875"/>
            <a:ext cx="419100" cy="419100"/>
          </a:xfrm>
          <a:prstGeom prst="ellipse">
            <a:avLst/>
          </a:prstGeom>
          <a:solidFill>
            <a:srgbClr val="E8461E"/>
          </a:solidFill>
          <a:ln/>
        </p:spPr>
      </p:sp>
      <p:sp>
        <p:nvSpPr>
          <p:cNvPr id="32" name=""/>
          <p:cNvSpPr txBox="1"/>
          <p:nvPr/>
        </p:nvSpPr>
        <p:spPr>
          <a:xfrm>
            <a:off x="971550" y="4791075"/>
            <a:ext cx="495300" cy="266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DM Sans"/>
                <a:ea typeface="DM Sans"/>
              </a:rPr>
              <a:t>4</a:t>
            </a:r>
          </a:p>
        </p:txBody>
      </p:sp>
      <p:sp>
        <p:nvSpPr>
          <p:cNvPr id="33" name=""/>
          <p:cNvSpPr txBox="1"/>
          <p:nvPr/>
        </p:nvSpPr>
        <p:spPr>
          <a:xfrm>
            <a:off x="1600200" y="4743450"/>
            <a:ext cx="2409825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050" b="1">
                <a:solidFill>
                  <a:srgbClr val="1C2340"/>
                </a:solidFill>
                <a:latin typeface="Noto Sans JP"/>
                <a:ea typeface="Noto Sans JP"/>
              </a:rPr>
              <a:t>チャレンジ単語</a:t>
            </a:r>
          </a:p>
        </p:txBody>
      </p:sp>
      <p:sp>
        <p:nvSpPr>
          <p:cNvPr id="34" name=""/>
          <p:cNvSpPr txBox="1"/>
          <p:nvPr/>
        </p:nvSpPr>
        <p:spPr>
          <a:xfrm>
            <a:off x="3867150" y="4772025"/>
            <a:ext cx="5019675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ea</a:t>
            </a:r>
            <a:pPr/>
            <a:r>
              <a:rPr sz="1650" b="1">
                <a:solidFill>
                  <a:srgbClr val="E8461E"/>
                </a:solidFill>
                <a:latin typeface="DM Sans"/>
                <a:ea typeface="DM Sans"/>
              </a:rPr>
              <a:t>ll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y</a:t>
            </a:r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 を、ゆっくり → ふつうのスピードで</a:t>
            </a:r>
          </a:p>
        </p:txBody>
      </p:sp>
      <p:sp>
        <p:nvSpPr>
          <p:cNvPr id="35" name=""/>
          <p:cNvSpPr/>
          <p:nvPr/>
        </p:nvSpPr>
        <p:spPr>
          <a:xfrm>
            <a:off x="10534650" y="4724400"/>
            <a:ext cx="647700" cy="400050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36" name=""/>
          <p:cNvSpPr txBox="1"/>
          <p:nvPr/>
        </p:nvSpPr>
        <p:spPr>
          <a:xfrm>
            <a:off x="10706100" y="4781550"/>
            <a:ext cx="6953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C8401A"/>
                </a:solidFill>
                <a:latin typeface="Noto Sans JP"/>
                <a:ea typeface="Noto Sans JP"/>
              </a:rPr>
              <a:t>1分</a:t>
            </a:r>
          </a:p>
        </p:txBody>
      </p:sp>
      <p:sp>
        <p:nvSpPr>
          <p:cNvPr id="37" name=""/>
          <p:cNvSpPr/>
          <p:nvPr/>
        </p:nvSpPr>
        <p:spPr>
          <a:xfrm>
            <a:off x="1009650" y="5591175"/>
            <a:ext cx="10172700" cy="0"/>
          </a:xfrm>
          <a:prstGeom prst="line">
            <a:avLst/>
          </a:prstGeom>
          <a:noFill/>
          <a:ln w="19050">
            <a:solidFill>
              <a:srgbClr val="EEF2F8"/>
            </a:solidFill>
            <a:prstDash val="solid"/>
          </a:ln>
        </p:spPr>
      </p:sp>
      <p:sp>
        <p:nvSpPr>
          <p:cNvPr id="38" name=""/>
          <p:cNvSpPr/>
          <p:nvPr/>
        </p:nvSpPr>
        <p:spPr>
          <a:xfrm>
            <a:off x="1009650" y="5695950"/>
            <a:ext cx="419100" cy="419100"/>
          </a:xfrm>
          <a:prstGeom prst="ellipse">
            <a:avLst/>
          </a:prstGeom>
          <a:solidFill>
            <a:srgbClr val="E8461E"/>
          </a:solidFill>
          <a:ln/>
        </p:spPr>
      </p:sp>
      <p:sp>
        <p:nvSpPr>
          <p:cNvPr id="39" name=""/>
          <p:cNvSpPr txBox="1"/>
          <p:nvPr/>
        </p:nvSpPr>
        <p:spPr>
          <a:xfrm>
            <a:off x="971550" y="5772150"/>
            <a:ext cx="485775" cy="266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DM Sans"/>
                <a:ea typeface="DM Sans"/>
              </a:rPr>
              <a:t>5</a:t>
            </a:r>
          </a:p>
        </p:txBody>
      </p:sp>
      <p:sp>
        <p:nvSpPr>
          <p:cNvPr id="40" name=""/>
          <p:cNvSpPr txBox="1"/>
          <p:nvPr/>
        </p:nvSpPr>
        <p:spPr>
          <a:xfrm>
            <a:off x="1600200" y="5715000"/>
            <a:ext cx="2114550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050" b="1">
                <a:solidFill>
                  <a:srgbClr val="1C2340"/>
                </a:solidFill>
                <a:latin typeface="Noto Sans JP"/>
                <a:ea typeface="Noto Sans JP"/>
              </a:rPr>
              <a:t>録音チェック</a:t>
            </a:r>
          </a:p>
        </p:txBody>
      </p:sp>
      <p:sp>
        <p:nvSpPr>
          <p:cNvPr id="41" name=""/>
          <p:cNvSpPr txBox="1"/>
          <p:nvPr/>
        </p:nvSpPr>
        <p:spPr>
          <a:xfrm>
            <a:off x="3867150" y="5753100"/>
            <a:ext cx="551497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1文だけスマホで録音して、お手本と聞き比べる</a:t>
            </a:r>
          </a:p>
        </p:txBody>
      </p:sp>
      <p:sp>
        <p:nvSpPr>
          <p:cNvPr id="42" name=""/>
          <p:cNvSpPr/>
          <p:nvPr/>
        </p:nvSpPr>
        <p:spPr>
          <a:xfrm>
            <a:off x="10420350" y="5705475"/>
            <a:ext cx="762000" cy="400050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43" name=""/>
          <p:cNvSpPr txBox="1"/>
          <p:nvPr/>
        </p:nvSpPr>
        <p:spPr>
          <a:xfrm>
            <a:off x="10591800" y="5762625"/>
            <a:ext cx="81915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C8401A"/>
                </a:solidFill>
                <a:latin typeface="Noto Sans JP"/>
                <a:ea typeface="Noto Sans JP"/>
              </a:rPr>
              <a:t>30秒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