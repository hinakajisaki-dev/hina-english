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
		
		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presProps" Target="presProps.xml"/><Relationship Id="rId16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1143000" y="2019300"/>
            <a:ext cx="6267450" cy="14382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7800" b="1">
                <a:solidFill>
                  <a:srgbClr val="1A2238"/>
                </a:solidFill>
                <a:latin typeface="Noto Sans JP"/>
                <a:ea typeface="Noto Sans JP"/>
              </a:rPr>
              <a:t>文章の構成</a:t>
            </a:r>
          </a:p>
        </p:txBody>
      </p:sp>
      <p:sp>
        <p:nvSpPr>
          <p:cNvPr id="3" name=""/>
          <p:cNvSpPr/>
          <p:nvPr/>
        </p:nvSpPr>
        <p:spPr>
          <a:xfrm>
            <a:off x="1143000" y="365760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4" name=""/>
          <p:cNvSpPr/>
          <p:nvPr/>
        </p:nvSpPr>
        <p:spPr>
          <a:xfrm>
            <a:off x="1143000" y="4152900"/>
            <a:ext cx="1333500" cy="514350"/>
          </a:xfrm>
          <a:prstGeom prst="roundRect">
            <a:avLst>
              <a:gd name="adj" fmla="val 50000"/>
            </a:avLst>
          </a:prstGeom>
          <a:solidFill>
            <a:srgbClr val="D6E9FA"/>
          </a:solidFill>
          <a:ln/>
        </p:spPr>
      </p:sp>
      <p:sp>
        <p:nvSpPr>
          <p:cNvPr id="5" name=""/>
          <p:cNvSpPr txBox="1"/>
          <p:nvPr/>
        </p:nvSpPr>
        <p:spPr>
          <a:xfrm>
            <a:off x="1400175" y="4257675"/>
            <a:ext cx="8286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1F5F96"/>
                </a:solidFill>
                <a:latin typeface="Noto Sans JP"/>
                <a:ea typeface="Noto Sans JP"/>
              </a:rPr>
              <a:t>主語</a:t>
            </a:r>
          </a:p>
        </p:txBody>
      </p:sp>
      <p:sp>
        <p:nvSpPr>
          <p:cNvPr id="6" name=""/>
          <p:cNvSpPr/>
          <p:nvPr/>
        </p:nvSpPr>
        <p:spPr>
          <a:xfrm>
            <a:off x="2609850" y="4152900"/>
            <a:ext cx="1333500" cy="51435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7" name=""/>
          <p:cNvSpPr txBox="1"/>
          <p:nvPr/>
        </p:nvSpPr>
        <p:spPr>
          <a:xfrm>
            <a:off x="2743200" y="4257675"/>
            <a:ext cx="10668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FFFFFF"/>
                </a:solidFill>
                <a:latin typeface="Noto Sans JP"/>
                <a:ea typeface="Noto Sans JP"/>
              </a:rPr>
              <a:t>助動詞</a:t>
            </a:r>
          </a:p>
        </p:txBody>
      </p:sp>
      <p:sp>
        <p:nvSpPr>
          <p:cNvPr id="8" name=""/>
          <p:cNvSpPr/>
          <p:nvPr/>
        </p:nvSpPr>
        <p:spPr>
          <a:xfrm>
            <a:off x="4076700" y="4152900"/>
            <a:ext cx="1333500" cy="514350"/>
          </a:xfrm>
          <a:prstGeom prst="roundRect">
            <a:avLst>
              <a:gd name="adj" fmla="val 50000"/>
            </a:avLst>
          </a:prstGeom>
          <a:solidFill>
            <a:srgbClr val="FFD9E2"/>
          </a:solidFill>
          <a:ln/>
        </p:spPr>
      </p:sp>
      <p:sp>
        <p:nvSpPr>
          <p:cNvPr id="9" name=""/>
          <p:cNvSpPr txBox="1"/>
          <p:nvPr/>
        </p:nvSpPr>
        <p:spPr>
          <a:xfrm>
            <a:off x="4333875" y="4257675"/>
            <a:ext cx="828675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B3304F"/>
                </a:solidFill>
                <a:latin typeface="Noto Sans JP"/>
                <a:ea typeface="Noto Sans JP"/>
              </a:rPr>
              <a:t>動詞</a:t>
            </a:r>
          </a:p>
        </p:txBody>
      </p:sp>
      <p:sp>
        <p:nvSpPr>
          <p:cNvPr id="10" name=""/>
          <p:cNvSpPr/>
          <p:nvPr/>
        </p:nvSpPr>
        <p:spPr>
          <a:xfrm>
            <a:off x="5543550" y="4152900"/>
            <a:ext cx="1333500" cy="514350"/>
          </a:xfrm>
          <a:prstGeom prst="roundRect">
            <a:avLst>
              <a:gd name="adj" fmla="val 50000"/>
            </a:avLst>
          </a:prstGeom>
          <a:solidFill>
            <a:srgbClr val="FFEDB8"/>
          </a:solidFill>
          <a:ln/>
        </p:spPr>
      </p:sp>
      <p:sp>
        <p:nvSpPr>
          <p:cNvPr id="11" name=""/>
          <p:cNvSpPr txBox="1"/>
          <p:nvPr/>
        </p:nvSpPr>
        <p:spPr>
          <a:xfrm>
            <a:off x="5676900" y="4257675"/>
            <a:ext cx="1066800" cy="304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650" b="1">
                <a:solidFill>
                  <a:srgbClr val="8A5A00"/>
                </a:solidFill>
                <a:latin typeface="Noto Sans JP"/>
                <a:ea typeface="Noto Sans JP"/>
              </a:rPr>
              <a:t>目的語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62000" y="561975"/>
            <a:ext cx="95250" cy="4191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28700" y="495300"/>
            <a:ext cx="21336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A2238"/>
                </a:solidFill>
                <a:latin typeface="Noto Sans JP"/>
                <a:ea typeface="Noto Sans JP"/>
              </a:rPr>
              <a:t>基本の形</a:t>
            </a:r>
          </a:p>
        </p:txBody>
      </p:sp>
      <p:sp>
        <p:nvSpPr>
          <p:cNvPr id="4" name=""/>
          <p:cNvSpPr/>
          <p:nvPr/>
        </p:nvSpPr>
        <p:spPr>
          <a:xfrm>
            <a:off x="1752600" y="2181225"/>
            <a:ext cx="2667000" cy="1428750"/>
          </a:xfrm>
          <a:prstGeom prst="roundRect">
            <a:avLst>
              <a:gd name="adj" fmla="val 21333"/>
            </a:avLst>
          </a:prstGeom>
          <a:solidFill>
            <a:srgbClr val="D6E9FA"/>
          </a:solidFill>
          <a:ln/>
        </p:spPr>
      </p:sp>
      <p:sp>
        <p:nvSpPr>
          <p:cNvPr id="5" name=""/>
          <p:cNvSpPr txBox="1"/>
          <p:nvPr/>
        </p:nvSpPr>
        <p:spPr>
          <a:xfrm>
            <a:off x="2409825" y="2590800"/>
            <a:ext cx="134302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300" b="1">
                <a:solidFill>
                  <a:srgbClr val="1F5F96"/>
                </a:solidFill>
                <a:latin typeface="Noto Sans JP"/>
                <a:ea typeface="Noto Sans JP"/>
              </a:rPr>
              <a:t>主語</a:t>
            </a:r>
          </a:p>
        </p:txBody>
      </p:sp>
      <p:sp>
        <p:nvSpPr>
          <p:cNvPr id="6" name=""/>
          <p:cNvSpPr/>
          <p:nvPr/>
        </p:nvSpPr>
        <p:spPr>
          <a:xfrm>
            <a:off x="4762500" y="2181225"/>
            <a:ext cx="2667000" cy="1428750"/>
          </a:xfrm>
          <a:prstGeom prst="roundRect">
            <a:avLst>
              <a:gd name="adj" fmla="val 21333"/>
            </a:avLst>
          </a:prstGeom>
          <a:solidFill>
            <a:srgbClr val="FFD9E2"/>
          </a:solidFill>
          <a:ln/>
        </p:spPr>
      </p:sp>
      <p:sp>
        <p:nvSpPr>
          <p:cNvPr id="7" name=""/>
          <p:cNvSpPr txBox="1"/>
          <p:nvPr/>
        </p:nvSpPr>
        <p:spPr>
          <a:xfrm>
            <a:off x="5419725" y="2590800"/>
            <a:ext cx="1343025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300" b="1">
                <a:solidFill>
                  <a:srgbClr val="B3304F"/>
                </a:solidFill>
                <a:latin typeface="Noto Sans JP"/>
                <a:ea typeface="Noto Sans JP"/>
              </a:rPr>
              <a:t>動詞</a:t>
            </a:r>
          </a:p>
        </p:txBody>
      </p:sp>
      <p:sp>
        <p:nvSpPr>
          <p:cNvPr id="8" name=""/>
          <p:cNvSpPr/>
          <p:nvPr/>
        </p:nvSpPr>
        <p:spPr>
          <a:xfrm>
            <a:off x="7772400" y="2181225"/>
            <a:ext cx="2667000" cy="1428750"/>
          </a:xfrm>
          <a:prstGeom prst="roundRect">
            <a:avLst>
              <a:gd name="adj" fmla="val 21333"/>
            </a:avLst>
          </a:prstGeom>
          <a:solidFill>
            <a:srgbClr val="FFEDB8"/>
          </a:solidFill>
          <a:ln/>
        </p:spPr>
      </p:sp>
      <p:sp>
        <p:nvSpPr>
          <p:cNvPr id="9" name=""/>
          <p:cNvSpPr txBox="1"/>
          <p:nvPr/>
        </p:nvSpPr>
        <p:spPr>
          <a:xfrm>
            <a:off x="8181975" y="2590800"/>
            <a:ext cx="1847850" cy="609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300" b="1">
                <a:solidFill>
                  <a:srgbClr val="8A5A00"/>
                </a:solidFill>
                <a:latin typeface="Noto Sans JP"/>
                <a:ea typeface="Noto Sans JP"/>
              </a:rPr>
              <a:t>目的語</a:t>
            </a:r>
          </a:p>
        </p:txBody>
      </p:sp>
      <p:sp>
        <p:nvSpPr>
          <p:cNvPr id="10" name=""/>
          <p:cNvSpPr txBox="1"/>
          <p:nvPr/>
        </p:nvSpPr>
        <p:spPr>
          <a:xfrm>
            <a:off x="2847975" y="3829050"/>
            <a:ext cx="48577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450" b="1">
                <a:solidFill>
                  <a:srgbClr val="1A2238"/>
                </a:solidFill>
                <a:latin typeface="Arial"/>
                <a:ea typeface="Arial"/>
              </a:rPr>
              <a:t>I</a:t>
            </a:r>
          </a:p>
        </p:txBody>
      </p:sp>
      <p:sp>
        <p:nvSpPr>
          <p:cNvPr id="11" name=""/>
          <p:cNvSpPr txBox="1"/>
          <p:nvPr/>
        </p:nvSpPr>
        <p:spPr>
          <a:xfrm>
            <a:off x="5562600" y="3829050"/>
            <a:ext cx="1066800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450" b="1">
                <a:solidFill>
                  <a:srgbClr val="1A2238"/>
                </a:solidFill>
                <a:latin typeface="Arial"/>
                <a:ea typeface="Arial"/>
              </a:rPr>
              <a:t>eat</a:t>
            </a:r>
          </a:p>
        </p:txBody>
      </p:sp>
      <p:sp>
        <p:nvSpPr>
          <p:cNvPr id="12" name=""/>
          <p:cNvSpPr txBox="1"/>
          <p:nvPr/>
        </p:nvSpPr>
        <p:spPr>
          <a:xfrm>
            <a:off x="8210550" y="3829050"/>
            <a:ext cx="1800225" cy="4953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450" b="1">
                <a:solidFill>
                  <a:srgbClr val="1A2238"/>
                </a:solidFill>
                <a:latin typeface="Arial"/>
                <a:ea typeface="Arial"/>
              </a:rPr>
              <a:t>sushi.</a:t>
            </a:r>
          </a:p>
        </p:txBody>
      </p:sp>
      <p:sp>
        <p:nvSpPr>
          <p:cNvPr id="13" name=""/>
          <p:cNvSpPr txBox="1"/>
          <p:nvPr/>
        </p:nvSpPr>
        <p:spPr>
          <a:xfrm>
            <a:off x="4733925" y="4657725"/>
            <a:ext cx="3476625" cy="3524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950" b="1">
                <a:solidFill>
                  <a:srgbClr val="4B5569"/>
                </a:solidFill>
                <a:latin typeface="Noto Sans JP"/>
                <a:ea typeface="Noto Sans JP"/>
              </a:rPr>
              <a:t>私は すしを 食べる。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62000" y="561975"/>
            <a:ext cx="95250" cy="4191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28700" y="495300"/>
            <a:ext cx="196215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A2238"/>
                </a:solidFill>
                <a:latin typeface="Noto Sans JP"/>
                <a:ea typeface="Noto Sans JP"/>
              </a:rPr>
              <a:t>4つの形</a:t>
            </a:r>
          </a:p>
        </p:txBody>
      </p:sp>
      <p:sp>
        <p:nvSpPr>
          <p:cNvPr id="4" name=""/>
          <p:cNvSpPr txBox="1"/>
          <p:nvPr/>
        </p:nvSpPr>
        <p:spPr>
          <a:xfrm>
            <a:off x="762000" y="1466850"/>
            <a:ext cx="102870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B5569"/>
                </a:solidFill>
                <a:latin typeface="Noto Sans JP"/>
                <a:ea typeface="Noto Sans JP"/>
              </a:rPr>
              <a:t>肯定文</a:t>
            </a:r>
          </a:p>
        </p:txBody>
      </p:sp>
      <p:sp>
        <p:nvSpPr>
          <p:cNvPr id="5" name=""/>
          <p:cNvSpPr/>
          <p:nvPr/>
        </p:nvSpPr>
        <p:spPr>
          <a:xfrm>
            <a:off x="2686050" y="1333500"/>
            <a:ext cx="1428750" cy="552450"/>
          </a:xfrm>
          <a:prstGeom prst="roundRect">
            <a:avLst>
              <a:gd name="adj" fmla="val 50000"/>
            </a:avLst>
          </a:prstGeom>
          <a:solidFill>
            <a:srgbClr val="D6E9FA"/>
          </a:solidFill>
          <a:ln/>
        </p:spPr>
      </p:sp>
      <p:sp>
        <p:nvSpPr>
          <p:cNvPr id="6" name=""/>
          <p:cNvSpPr txBox="1"/>
          <p:nvPr/>
        </p:nvSpPr>
        <p:spPr>
          <a:xfrm>
            <a:off x="2962275" y="1447800"/>
            <a:ext cx="8667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1F5F96"/>
                </a:solidFill>
                <a:latin typeface="Noto Sans JP"/>
                <a:ea typeface="Noto Sans JP"/>
              </a:rPr>
              <a:t>主語</a:t>
            </a:r>
          </a:p>
        </p:txBody>
      </p:sp>
      <p:sp>
        <p:nvSpPr>
          <p:cNvPr id="7" name=""/>
          <p:cNvSpPr/>
          <p:nvPr/>
        </p:nvSpPr>
        <p:spPr>
          <a:xfrm>
            <a:off x="4229100" y="1333500"/>
            <a:ext cx="1428750" cy="55245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8" name=""/>
          <p:cNvSpPr txBox="1"/>
          <p:nvPr/>
        </p:nvSpPr>
        <p:spPr>
          <a:xfrm>
            <a:off x="4381500" y="1447800"/>
            <a:ext cx="11334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</a:rPr>
              <a:t>助動詞</a:t>
            </a:r>
          </a:p>
        </p:txBody>
      </p:sp>
      <p:sp>
        <p:nvSpPr>
          <p:cNvPr id="9" name=""/>
          <p:cNvSpPr/>
          <p:nvPr/>
        </p:nvSpPr>
        <p:spPr>
          <a:xfrm>
            <a:off x="5772150" y="1333500"/>
            <a:ext cx="1428750" cy="552450"/>
          </a:xfrm>
          <a:prstGeom prst="roundRect">
            <a:avLst>
              <a:gd name="adj" fmla="val 50000"/>
            </a:avLst>
          </a:prstGeom>
          <a:solidFill>
            <a:srgbClr val="FFD9E2"/>
          </a:solidFill>
          <a:ln/>
        </p:spPr>
      </p:sp>
      <p:sp>
        <p:nvSpPr>
          <p:cNvPr id="10" name=""/>
          <p:cNvSpPr txBox="1"/>
          <p:nvPr/>
        </p:nvSpPr>
        <p:spPr>
          <a:xfrm>
            <a:off x="6048375" y="1447800"/>
            <a:ext cx="8667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3304F"/>
                </a:solidFill>
                <a:latin typeface="Noto Sans JP"/>
                <a:ea typeface="Noto Sans JP"/>
              </a:rPr>
              <a:t>動詞</a:t>
            </a:r>
          </a:p>
        </p:txBody>
      </p:sp>
      <p:sp>
        <p:nvSpPr>
          <p:cNvPr id="11" name=""/>
          <p:cNvSpPr/>
          <p:nvPr/>
        </p:nvSpPr>
        <p:spPr>
          <a:xfrm>
            <a:off x="7315200" y="1333500"/>
            <a:ext cx="1428750" cy="552450"/>
          </a:xfrm>
          <a:prstGeom prst="roundRect">
            <a:avLst>
              <a:gd name="adj" fmla="val 50000"/>
            </a:avLst>
          </a:prstGeom>
          <a:solidFill>
            <a:srgbClr val="FFEDB8"/>
          </a:solidFill>
          <a:ln/>
        </p:spPr>
      </p:sp>
      <p:sp>
        <p:nvSpPr>
          <p:cNvPr id="12" name=""/>
          <p:cNvSpPr txBox="1"/>
          <p:nvPr/>
        </p:nvSpPr>
        <p:spPr>
          <a:xfrm>
            <a:off x="7467600" y="1447800"/>
            <a:ext cx="11334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8A5A00"/>
                </a:solidFill>
                <a:latin typeface="Noto Sans JP"/>
                <a:ea typeface="Noto Sans JP"/>
              </a:rPr>
              <a:t>目的語</a:t>
            </a:r>
          </a:p>
        </p:txBody>
      </p:sp>
      <p:sp>
        <p:nvSpPr>
          <p:cNvPr id="13" name=""/>
          <p:cNvSpPr txBox="1"/>
          <p:nvPr/>
        </p:nvSpPr>
        <p:spPr>
          <a:xfrm>
            <a:off x="762000" y="2152650"/>
            <a:ext cx="102870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B5569"/>
                </a:solidFill>
                <a:latin typeface="Noto Sans JP"/>
                <a:ea typeface="Noto Sans JP"/>
              </a:rPr>
              <a:t>疑問文</a:t>
            </a:r>
          </a:p>
        </p:txBody>
      </p:sp>
      <p:sp>
        <p:nvSpPr>
          <p:cNvPr id="14" name=""/>
          <p:cNvSpPr/>
          <p:nvPr/>
        </p:nvSpPr>
        <p:spPr>
          <a:xfrm>
            <a:off x="2686050" y="2019300"/>
            <a:ext cx="1428750" cy="55245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15" name=""/>
          <p:cNvSpPr txBox="1"/>
          <p:nvPr/>
        </p:nvSpPr>
        <p:spPr>
          <a:xfrm>
            <a:off x="2838450" y="2133600"/>
            <a:ext cx="11334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</a:rPr>
              <a:t>助動詞</a:t>
            </a:r>
          </a:p>
        </p:txBody>
      </p:sp>
      <p:sp>
        <p:nvSpPr>
          <p:cNvPr id="16" name=""/>
          <p:cNvSpPr/>
          <p:nvPr/>
        </p:nvSpPr>
        <p:spPr>
          <a:xfrm>
            <a:off x="4229100" y="2019300"/>
            <a:ext cx="1428750" cy="552450"/>
          </a:xfrm>
          <a:prstGeom prst="roundRect">
            <a:avLst>
              <a:gd name="adj" fmla="val 50000"/>
            </a:avLst>
          </a:prstGeom>
          <a:solidFill>
            <a:srgbClr val="D6E9FA"/>
          </a:solidFill>
          <a:ln/>
        </p:spPr>
      </p:sp>
      <p:sp>
        <p:nvSpPr>
          <p:cNvPr id="17" name=""/>
          <p:cNvSpPr txBox="1"/>
          <p:nvPr/>
        </p:nvSpPr>
        <p:spPr>
          <a:xfrm>
            <a:off x="4505325" y="2133600"/>
            <a:ext cx="8667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1F5F96"/>
                </a:solidFill>
                <a:latin typeface="Noto Sans JP"/>
                <a:ea typeface="Noto Sans JP"/>
              </a:rPr>
              <a:t>主語</a:t>
            </a:r>
          </a:p>
        </p:txBody>
      </p:sp>
      <p:sp>
        <p:nvSpPr>
          <p:cNvPr id="18" name=""/>
          <p:cNvSpPr/>
          <p:nvPr/>
        </p:nvSpPr>
        <p:spPr>
          <a:xfrm>
            <a:off x="5772150" y="2019300"/>
            <a:ext cx="1428750" cy="552450"/>
          </a:xfrm>
          <a:prstGeom prst="roundRect">
            <a:avLst>
              <a:gd name="adj" fmla="val 50000"/>
            </a:avLst>
          </a:prstGeom>
          <a:solidFill>
            <a:srgbClr val="FFD9E2"/>
          </a:solidFill>
          <a:ln/>
        </p:spPr>
      </p:sp>
      <p:sp>
        <p:nvSpPr>
          <p:cNvPr id="19" name=""/>
          <p:cNvSpPr txBox="1"/>
          <p:nvPr/>
        </p:nvSpPr>
        <p:spPr>
          <a:xfrm>
            <a:off x="6048375" y="2133600"/>
            <a:ext cx="8667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3304F"/>
                </a:solidFill>
                <a:latin typeface="Noto Sans JP"/>
                <a:ea typeface="Noto Sans JP"/>
              </a:rPr>
              <a:t>動詞</a:t>
            </a:r>
          </a:p>
        </p:txBody>
      </p:sp>
      <p:sp>
        <p:nvSpPr>
          <p:cNvPr id="20" name=""/>
          <p:cNvSpPr/>
          <p:nvPr/>
        </p:nvSpPr>
        <p:spPr>
          <a:xfrm>
            <a:off x="7315200" y="2019300"/>
            <a:ext cx="1428750" cy="552450"/>
          </a:xfrm>
          <a:prstGeom prst="roundRect">
            <a:avLst>
              <a:gd name="adj" fmla="val 50000"/>
            </a:avLst>
          </a:prstGeom>
          <a:solidFill>
            <a:srgbClr val="FFEDB8"/>
          </a:solidFill>
          <a:ln/>
        </p:spPr>
      </p:sp>
      <p:sp>
        <p:nvSpPr>
          <p:cNvPr id="21" name=""/>
          <p:cNvSpPr txBox="1"/>
          <p:nvPr/>
        </p:nvSpPr>
        <p:spPr>
          <a:xfrm>
            <a:off x="7467600" y="2133600"/>
            <a:ext cx="11334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8A5A00"/>
                </a:solidFill>
                <a:latin typeface="Noto Sans JP"/>
                <a:ea typeface="Noto Sans JP"/>
              </a:rPr>
              <a:t>目的語</a:t>
            </a:r>
          </a:p>
        </p:txBody>
      </p:sp>
      <p:sp>
        <p:nvSpPr>
          <p:cNvPr id="22" name=""/>
          <p:cNvSpPr txBox="1"/>
          <p:nvPr/>
        </p:nvSpPr>
        <p:spPr>
          <a:xfrm>
            <a:off x="8886825" y="2057400"/>
            <a:ext cx="63817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F0521E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23" name=""/>
          <p:cNvSpPr txBox="1"/>
          <p:nvPr/>
        </p:nvSpPr>
        <p:spPr>
          <a:xfrm>
            <a:off x="762000" y="2838450"/>
            <a:ext cx="1952625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B5569"/>
                </a:solidFill>
                <a:latin typeface="Noto Sans JP"/>
                <a:ea typeface="Noto Sans JP"/>
              </a:rPr>
              <a:t>疑問詞の疑問文</a:t>
            </a:r>
          </a:p>
        </p:txBody>
      </p:sp>
      <p:sp>
        <p:nvSpPr>
          <p:cNvPr id="24" name=""/>
          <p:cNvSpPr/>
          <p:nvPr/>
        </p:nvSpPr>
        <p:spPr>
          <a:xfrm>
            <a:off x="2686050" y="2705100"/>
            <a:ext cx="1428750" cy="552450"/>
          </a:xfrm>
          <a:prstGeom prst="roundRect">
            <a:avLst>
              <a:gd name="adj" fmla="val 50000"/>
            </a:avLst>
          </a:prstGeom>
          <a:solidFill>
            <a:srgbClr val="D3F0E2"/>
          </a:solidFill>
          <a:ln/>
        </p:spPr>
      </p:sp>
      <p:sp>
        <p:nvSpPr>
          <p:cNvPr id="25" name=""/>
          <p:cNvSpPr txBox="1"/>
          <p:nvPr/>
        </p:nvSpPr>
        <p:spPr>
          <a:xfrm>
            <a:off x="3095625" y="2847975"/>
            <a:ext cx="6000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1F7A52"/>
                </a:solidFill>
                <a:latin typeface="Arial"/>
                <a:ea typeface="Arial"/>
              </a:rPr>
              <a:t>W</a:t>
            </a:r>
          </a:p>
        </p:txBody>
      </p:sp>
      <p:sp>
        <p:nvSpPr>
          <p:cNvPr id="26" name=""/>
          <p:cNvSpPr/>
          <p:nvPr/>
        </p:nvSpPr>
        <p:spPr>
          <a:xfrm>
            <a:off x="4229100" y="2705100"/>
            <a:ext cx="1428750" cy="55245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27" name=""/>
          <p:cNvSpPr txBox="1"/>
          <p:nvPr/>
        </p:nvSpPr>
        <p:spPr>
          <a:xfrm>
            <a:off x="4381500" y="2819400"/>
            <a:ext cx="11334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</a:rPr>
              <a:t>助動詞</a:t>
            </a:r>
          </a:p>
        </p:txBody>
      </p:sp>
      <p:sp>
        <p:nvSpPr>
          <p:cNvPr id="28" name=""/>
          <p:cNvSpPr/>
          <p:nvPr/>
        </p:nvSpPr>
        <p:spPr>
          <a:xfrm>
            <a:off x="5772150" y="2705100"/>
            <a:ext cx="1428750" cy="552450"/>
          </a:xfrm>
          <a:prstGeom prst="roundRect">
            <a:avLst>
              <a:gd name="adj" fmla="val 50000"/>
            </a:avLst>
          </a:prstGeom>
          <a:solidFill>
            <a:srgbClr val="D6E9FA"/>
          </a:solidFill>
          <a:ln/>
        </p:spPr>
      </p:sp>
      <p:sp>
        <p:nvSpPr>
          <p:cNvPr id="29" name=""/>
          <p:cNvSpPr txBox="1"/>
          <p:nvPr/>
        </p:nvSpPr>
        <p:spPr>
          <a:xfrm>
            <a:off x="6048375" y="2819400"/>
            <a:ext cx="8667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1F5F96"/>
                </a:solidFill>
                <a:latin typeface="Noto Sans JP"/>
                <a:ea typeface="Noto Sans JP"/>
              </a:rPr>
              <a:t>主語</a:t>
            </a:r>
          </a:p>
        </p:txBody>
      </p:sp>
      <p:sp>
        <p:nvSpPr>
          <p:cNvPr id="30" name=""/>
          <p:cNvSpPr/>
          <p:nvPr/>
        </p:nvSpPr>
        <p:spPr>
          <a:xfrm>
            <a:off x="7315200" y="2705100"/>
            <a:ext cx="1428750" cy="552450"/>
          </a:xfrm>
          <a:prstGeom prst="roundRect">
            <a:avLst>
              <a:gd name="adj" fmla="val 50000"/>
            </a:avLst>
          </a:prstGeom>
          <a:solidFill>
            <a:srgbClr val="FFD9E2"/>
          </a:solidFill>
          <a:ln/>
        </p:spPr>
      </p:sp>
      <p:sp>
        <p:nvSpPr>
          <p:cNvPr id="31" name=""/>
          <p:cNvSpPr txBox="1"/>
          <p:nvPr/>
        </p:nvSpPr>
        <p:spPr>
          <a:xfrm>
            <a:off x="7591425" y="2819400"/>
            <a:ext cx="8667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3304F"/>
                </a:solidFill>
                <a:latin typeface="Noto Sans JP"/>
                <a:ea typeface="Noto Sans JP"/>
              </a:rPr>
              <a:t>動詞</a:t>
            </a:r>
          </a:p>
        </p:txBody>
      </p:sp>
      <p:sp>
        <p:nvSpPr>
          <p:cNvPr id="32" name=""/>
          <p:cNvSpPr/>
          <p:nvPr/>
        </p:nvSpPr>
        <p:spPr>
          <a:xfrm>
            <a:off x="8858250" y="2705100"/>
            <a:ext cx="1428750" cy="552450"/>
          </a:xfrm>
          <a:prstGeom prst="roundRect">
            <a:avLst>
              <a:gd name="adj" fmla="val 50000"/>
            </a:avLst>
          </a:prstGeom>
          <a:solidFill>
            <a:srgbClr val="FFEDB8"/>
          </a:solidFill>
          <a:ln/>
        </p:spPr>
      </p:sp>
      <p:sp>
        <p:nvSpPr>
          <p:cNvPr id="33" name=""/>
          <p:cNvSpPr txBox="1"/>
          <p:nvPr/>
        </p:nvSpPr>
        <p:spPr>
          <a:xfrm>
            <a:off x="9010650" y="2819400"/>
            <a:ext cx="11334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8A5A00"/>
                </a:solidFill>
                <a:latin typeface="Noto Sans JP"/>
                <a:ea typeface="Noto Sans JP"/>
              </a:rPr>
              <a:t>目的語</a:t>
            </a:r>
          </a:p>
        </p:txBody>
      </p:sp>
      <p:sp>
        <p:nvSpPr>
          <p:cNvPr id="34" name=""/>
          <p:cNvSpPr txBox="1"/>
          <p:nvPr/>
        </p:nvSpPr>
        <p:spPr>
          <a:xfrm>
            <a:off x="10429875" y="2743200"/>
            <a:ext cx="638175" cy="4667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300" b="1">
                <a:solidFill>
                  <a:srgbClr val="F0521E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35" name=""/>
          <p:cNvSpPr txBox="1"/>
          <p:nvPr/>
        </p:nvSpPr>
        <p:spPr>
          <a:xfrm>
            <a:off x="762000" y="3524250"/>
            <a:ext cx="1028700" cy="2857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600" b="1">
                <a:solidFill>
                  <a:srgbClr val="4B5569"/>
                </a:solidFill>
                <a:latin typeface="Noto Sans JP"/>
                <a:ea typeface="Noto Sans JP"/>
              </a:rPr>
              <a:t>否定文</a:t>
            </a:r>
          </a:p>
        </p:txBody>
      </p:sp>
      <p:sp>
        <p:nvSpPr>
          <p:cNvPr id="36" name=""/>
          <p:cNvSpPr/>
          <p:nvPr/>
        </p:nvSpPr>
        <p:spPr>
          <a:xfrm>
            <a:off x="2686050" y="3390900"/>
            <a:ext cx="1428750" cy="552450"/>
          </a:xfrm>
          <a:prstGeom prst="roundRect">
            <a:avLst>
              <a:gd name="adj" fmla="val 50000"/>
            </a:avLst>
          </a:prstGeom>
          <a:solidFill>
            <a:srgbClr val="D6E9FA"/>
          </a:solidFill>
          <a:ln/>
        </p:spPr>
      </p:sp>
      <p:sp>
        <p:nvSpPr>
          <p:cNvPr id="37" name=""/>
          <p:cNvSpPr txBox="1"/>
          <p:nvPr/>
        </p:nvSpPr>
        <p:spPr>
          <a:xfrm>
            <a:off x="2962275" y="3505200"/>
            <a:ext cx="8667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1F5F96"/>
                </a:solidFill>
                <a:latin typeface="Noto Sans JP"/>
                <a:ea typeface="Noto Sans JP"/>
              </a:rPr>
              <a:t>主語</a:t>
            </a:r>
          </a:p>
        </p:txBody>
      </p:sp>
      <p:sp>
        <p:nvSpPr>
          <p:cNvPr id="38" name=""/>
          <p:cNvSpPr/>
          <p:nvPr/>
        </p:nvSpPr>
        <p:spPr>
          <a:xfrm>
            <a:off x="4229100" y="3390900"/>
            <a:ext cx="1428750" cy="55245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39" name=""/>
          <p:cNvSpPr txBox="1"/>
          <p:nvPr/>
        </p:nvSpPr>
        <p:spPr>
          <a:xfrm>
            <a:off x="4381500" y="3505200"/>
            <a:ext cx="11334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</a:rPr>
              <a:t>助動詞</a:t>
            </a:r>
          </a:p>
        </p:txBody>
      </p:sp>
      <p:sp>
        <p:nvSpPr>
          <p:cNvPr id="40" name=""/>
          <p:cNvSpPr/>
          <p:nvPr/>
        </p:nvSpPr>
        <p:spPr>
          <a:xfrm>
            <a:off x="5772150" y="3390900"/>
            <a:ext cx="1428750" cy="552450"/>
          </a:xfrm>
          <a:prstGeom prst="roundRect">
            <a:avLst>
              <a:gd name="adj" fmla="val 50000"/>
            </a:avLst>
          </a:prstGeom>
          <a:solidFill>
            <a:srgbClr val="1A2238"/>
          </a:solidFill>
          <a:ln/>
        </p:spPr>
      </p:sp>
      <p:sp>
        <p:nvSpPr>
          <p:cNvPr id="41" name=""/>
          <p:cNvSpPr txBox="1"/>
          <p:nvPr/>
        </p:nvSpPr>
        <p:spPr>
          <a:xfrm>
            <a:off x="6019800" y="3533775"/>
            <a:ext cx="93345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NOT</a:t>
            </a:r>
          </a:p>
        </p:txBody>
      </p:sp>
      <p:sp>
        <p:nvSpPr>
          <p:cNvPr id="42" name=""/>
          <p:cNvSpPr/>
          <p:nvPr/>
        </p:nvSpPr>
        <p:spPr>
          <a:xfrm>
            <a:off x="7315200" y="3390900"/>
            <a:ext cx="1428750" cy="552450"/>
          </a:xfrm>
          <a:prstGeom prst="roundRect">
            <a:avLst>
              <a:gd name="adj" fmla="val 50000"/>
            </a:avLst>
          </a:prstGeom>
          <a:solidFill>
            <a:srgbClr val="FFD9E2"/>
          </a:solidFill>
          <a:ln/>
        </p:spPr>
      </p:sp>
      <p:sp>
        <p:nvSpPr>
          <p:cNvPr id="43" name=""/>
          <p:cNvSpPr txBox="1"/>
          <p:nvPr/>
        </p:nvSpPr>
        <p:spPr>
          <a:xfrm>
            <a:off x="7591425" y="3505200"/>
            <a:ext cx="8667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3304F"/>
                </a:solidFill>
                <a:latin typeface="Noto Sans JP"/>
                <a:ea typeface="Noto Sans JP"/>
              </a:rPr>
              <a:t>動詞</a:t>
            </a:r>
          </a:p>
        </p:txBody>
      </p:sp>
      <p:sp>
        <p:nvSpPr>
          <p:cNvPr id="44" name=""/>
          <p:cNvSpPr/>
          <p:nvPr/>
        </p:nvSpPr>
        <p:spPr>
          <a:xfrm>
            <a:off x="8858250" y="3390900"/>
            <a:ext cx="1428750" cy="552450"/>
          </a:xfrm>
          <a:prstGeom prst="roundRect">
            <a:avLst>
              <a:gd name="adj" fmla="val 50000"/>
            </a:avLst>
          </a:prstGeom>
          <a:solidFill>
            <a:srgbClr val="FFEDB8"/>
          </a:solidFill>
          <a:ln/>
        </p:spPr>
      </p:sp>
      <p:sp>
        <p:nvSpPr>
          <p:cNvPr id="45" name=""/>
          <p:cNvSpPr txBox="1"/>
          <p:nvPr/>
        </p:nvSpPr>
        <p:spPr>
          <a:xfrm>
            <a:off x="9010650" y="3505200"/>
            <a:ext cx="11334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8A5A00"/>
                </a:solidFill>
                <a:latin typeface="Noto Sans JP"/>
                <a:ea typeface="Noto Sans JP"/>
              </a:rPr>
              <a:t>目的語</a:t>
            </a:r>
          </a:p>
        </p:txBody>
      </p:sp>
      <p:sp>
        <p:nvSpPr>
          <p:cNvPr id="46" name=""/>
          <p:cNvSpPr/>
          <p:nvPr/>
        </p:nvSpPr>
        <p:spPr>
          <a:xfrm>
            <a:off x="762000" y="4210050"/>
            <a:ext cx="10668000" cy="2114550"/>
          </a:xfrm>
          <a:prstGeom prst="roundRect">
            <a:avLst>
              <a:gd name="adj" fmla="val 12613"/>
            </a:avLst>
          </a:prstGeom>
          <a:solidFill>
            <a:srgbClr val="EAF2FB"/>
          </a:solidFill>
          <a:ln/>
        </p:spPr>
      </p:sp>
      <p:sp>
        <p:nvSpPr>
          <p:cNvPr id="47" name=""/>
          <p:cNvSpPr txBox="1"/>
          <p:nvPr/>
        </p:nvSpPr>
        <p:spPr>
          <a:xfrm>
            <a:off x="3257550" y="4495800"/>
            <a:ext cx="1219200" cy="714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>
                <a:solidFill>
                  <a:srgbClr val="1A2238"/>
                </a:solidFill>
                <a:latin typeface="Noto Sans JP"/>
                <a:ea typeface="Noto Sans JP"/>
              </a:rPr>
              <a:t>🙋</a:t>
            </a:r>
          </a:p>
        </p:txBody>
      </p:sp>
      <p:sp>
        <p:nvSpPr>
          <p:cNvPr id="48" name=""/>
          <p:cNvSpPr txBox="1"/>
          <p:nvPr/>
        </p:nvSpPr>
        <p:spPr>
          <a:xfrm>
            <a:off x="3600450" y="5267325"/>
            <a:ext cx="43815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Arial"/>
                <a:ea typeface="Arial"/>
              </a:rPr>
              <a:t>I</a:t>
            </a:r>
          </a:p>
        </p:txBody>
      </p:sp>
      <p:sp>
        <p:nvSpPr>
          <p:cNvPr id="49" name=""/>
          <p:cNvSpPr/>
          <p:nvPr/>
        </p:nvSpPr>
        <p:spPr>
          <a:xfrm>
            <a:off x="3028950" y="5648325"/>
            <a:ext cx="1219200" cy="381000"/>
          </a:xfrm>
          <a:prstGeom prst="roundRect">
            <a:avLst>
              <a:gd name="adj" fmla="val 50000"/>
            </a:avLst>
          </a:prstGeom>
          <a:solidFill>
            <a:srgbClr val="D6E9FA"/>
          </a:solidFill>
          <a:ln/>
        </p:spPr>
      </p:sp>
      <p:sp>
        <p:nvSpPr>
          <p:cNvPr id="50" name=""/>
          <p:cNvSpPr txBox="1"/>
          <p:nvPr/>
        </p:nvSpPr>
        <p:spPr>
          <a:xfrm>
            <a:off x="3267075" y="571500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1F5F96"/>
                </a:solidFill>
                <a:latin typeface="Noto Sans JP"/>
                <a:ea typeface="Noto Sans JP"/>
              </a:rPr>
              <a:t>主語</a:t>
            </a:r>
          </a:p>
        </p:txBody>
      </p:sp>
      <p:sp>
        <p:nvSpPr>
          <p:cNvPr id="51" name=""/>
          <p:cNvSpPr txBox="1"/>
          <p:nvPr/>
        </p:nvSpPr>
        <p:spPr>
          <a:xfrm>
            <a:off x="4895850" y="4495800"/>
            <a:ext cx="1219200" cy="714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>
                <a:solidFill>
                  <a:srgbClr val="1A2238"/>
                </a:solidFill>
                <a:latin typeface="Noto Sans JP"/>
                <a:ea typeface="Noto Sans JP"/>
              </a:rPr>
              <a:t>💪</a:t>
            </a:r>
          </a:p>
        </p:txBody>
      </p:sp>
      <p:sp>
        <p:nvSpPr>
          <p:cNvPr id="52" name=""/>
          <p:cNvSpPr txBox="1"/>
          <p:nvPr/>
        </p:nvSpPr>
        <p:spPr>
          <a:xfrm>
            <a:off x="5029200" y="5267325"/>
            <a:ext cx="904875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Arial"/>
                <a:ea typeface="Arial"/>
              </a:rPr>
              <a:t>can</a:t>
            </a:r>
          </a:p>
        </p:txBody>
      </p:sp>
      <p:sp>
        <p:nvSpPr>
          <p:cNvPr id="53" name=""/>
          <p:cNvSpPr/>
          <p:nvPr/>
        </p:nvSpPr>
        <p:spPr>
          <a:xfrm>
            <a:off x="4667250" y="5648325"/>
            <a:ext cx="1219200" cy="3810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54" name=""/>
          <p:cNvSpPr txBox="1"/>
          <p:nvPr/>
        </p:nvSpPr>
        <p:spPr>
          <a:xfrm>
            <a:off x="4810125" y="571500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Noto Sans JP"/>
                <a:ea typeface="Noto Sans JP"/>
              </a:rPr>
              <a:t>助動詞</a:t>
            </a:r>
          </a:p>
        </p:txBody>
      </p:sp>
      <p:sp>
        <p:nvSpPr>
          <p:cNvPr id="55" name=""/>
          <p:cNvSpPr txBox="1"/>
          <p:nvPr/>
        </p:nvSpPr>
        <p:spPr>
          <a:xfrm>
            <a:off x="6534150" y="4495800"/>
            <a:ext cx="1219200" cy="714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>
                <a:solidFill>
                  <a:srgbClr val="1A2238"/>
                </a:solidFill>
                <a:latin typeface="Noto Sans JP"/>
                <a:ea typeface="Noto Sans JP"/>
              </a:rPr>
              <a:t>😋</a:t>
            </a:r>
          </a:p>
        </p:txBody>
      </p:sp>
      <p:sp>
        <p:nvSpPr>
          <p:cNvPr id="56" name=""/>
          <p:cNvSpPr txBox="1"/>
          <p:nvPr/>
        </p:nvSpPr>
        <p:spPr>
          <a:xfrm>
            <a:off x="6705600" y="5267325"/>
            <a:ext cx="81915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Arial"/>
                <a:ea typeface="Arial"/>
              </a:rPr>
              <a:t>eat</a:t>
            </a:r>
          </a:p>
        </p:txBody>
      </p:sp>
      <p:sp>
        <p:nvSpPr>
          <p:cNvPr id="57" name=""/>
          <p:cNvSpPr/>
          <p:nvPr/>
        </p:nvSpPr>
        <p:spPr>
          <a:xfrm>
            <a:off x="6305550" y="5648325"/>
            <a:ext cx="1219200" cy="381000"/>
          </a:xfrm>
          <a:prstGeom prst="roundRect">
            <a:avLst>
              <a:gd name="adj" fmla="val 50000"/>
            </a:avLst>
          </a:prstGeom>
          <a:solidFill>
            <a:srgbClr val="FFD9E2"/>
          </a:solidFill>
          <a:ln/>
        </p:spPr>
      </p:sp>
      <p:sp>
        <p:nvSpPr>
          <p:cNvPr id="58" name=""/>
          <p:cNvSpPr txBox="1"/>
          <p:nvPr/>
        </p:nvSpPr>
        <p:spPr>
          <a:xfrm>
            <a:off x="6543675" y="571500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B3304F"/>
                </a:solidFill>
                <a:latin typeface="Noto Sans JP"/>
                <a:ea typeface="Noto Sans JP"/>
              </a:rPr>
              <a:t>動詞</a:t>
            </a:r>
          </a:p>
        </p:txBody>
      </p:sp>
      <p:sp>
        <p:nvSpPr>
          <p:cNvPr id="59" name=""/>
          <p:cNvSpPr txBox="1"/>
          <p:nvPr/>
        </p:nvSpPr>
        <p:spPr>
          <a:xfrm>
            <a:off x="8172450" y="4495800"/>
            <a:ext cx="1219200" cy="714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>
                <a:solidFill>
                  <a:srgbClr val="1A2238"/>
                </a:solidFill>
                <a:latin typeface="Noto Sans JP"/>
                <a:ea typeface="Noto Sans JP"/>
              </a:rPr>
              <a:t>🍣</a:t>
            </a:r>
          </a:p>
        </p:txBody>
      </p:sp>
      <p:sp>
        <p:nvSpPr>
          <p:cNvPr id="60" name=""/>
          <p:cNvSpPr txBox="1"/>
          <p:nvPr/>
        </p:nvSpPr>
        <p:spPr>
          <a:xfrm>
            <a:off x="8143875" y="5267325"/>
            <a:ext cx="1295400" cy="31432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2250" b="1">
                <a:solidFill>
                  <a:srgbClr val="1A2238"/>
                </a:solidFill>
                <a:latin typeface="Arial"/>
                <a:ea typeface="Arial"/>
              </a:rPr>
              <a:t>sushi.</a:t>
            </a:r>
          </a:p>
        </p:txBody>
      </p:sp>
      <p:sp>
        <p:nvSpPr>
          <p:cNvPr id="61" name=""/>
          <p:cNvSpPr/>
          <p:nvPr/>
        </p:nvSpPr>
        <p:spPr>
          <a:xfrm>
            <a:off x="7943850" y="5648325"/>
            <a:ext cx="1219200" cy="381000"/>
          </a:xfrm>
          <a:prstGeom prst="roundRect">
            <a:avLst>
              <a:gd name="adj" fmla="val 50000"/>
            </a:avLst>
          </a:prstGeom>
          <a:solidFill>
            <a:srgbClr val="FFEDB8"/>
          </a:solidFill>
          <a:ln/>
        </p:spPr>
      </p:sp>
      <p:sp>
        <p:nvSpPr>
          <p:cNvPr id="62" name=""/>
          <p:cNvSpPr txBox="1"/>
          <p:nvPr/>
        </p:nvSpPr>
        <p:spPr>
          <a:xfrm>
            <a:off x="8086725" y="5715000"/>
            <a:ext cx="933450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350" b="1">
                <a:solidFill>
                  <a:srgbClr val="8A5A00"/>
                </a:solidFill>
                <a:latin typeface="Noto Sans JP"/>
                <a:ea typeface="Noto Sans JP"/>
              </a:rPr>
              <a:t>目的語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62000" y="561975"/>
            <a:ext cx="95250" cy="4191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28700" y="495300"/>
            <a:ext cx="1685925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A2238"/>
                </a:solidFill>
                <a:latin typeface="Noto Sans JP"/>
                <a:ea typeface="Noto Sans JP"/>
              </a:rPr>
              <a:t>肯定文</a:t>
            </a:r>
          </a:p>
        </p:txBody>
      </p:sp>
      <p:sp>
        <p:nvSpPr>
          <p:cNvPr id="4" name=""/>
          <p:cNvSpPr/>
          <p:nvPr/>
        </p:nvSpPr>
        <p:spPr>
          <a:xfrm>
            <a:off x="762000" y="1333500"/>
            <a:ext cx="1714500" cy="762000"/>
          </a:xfrm>
          <a:prstGeom prst="roundRect">
            <a:avLst>
              <a:gd name="adj" fmla="val 50000"/>
            </a:avLst>
          </a:prstGeom>
          <a:solidFill>
            <a:srgbClr val="D6E9FA"/>
          </a:solidFill>
          <a:ln/>
        </p:spPr>
      </p:sp>
      <p:sp>
        <p:nvSpPr>
          <p:cNvPr id="5" name=""/>
          <p:cNvSpPr txBox="1"/>
          <p:nvPr/>
        </p:nvSpPr>
        <p:spPr>
          <a:xfrm>
            <a:off x="1095375" y="1495425"/>
            <a:ext cx="10477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1F5F96"/>
                </a:solidFill>
                <a:latin typeface="Noto Sans JP"/>
                <a:ea typeface="Noto Sans JP"/>
              </a:rPr>
              <a:t>主語</a:t>
            </a:r>
          </a:p>
        </p:txBody>
      </p:sp>
      <p:sp>
        <p:nvSpPr>
          <p:cNvPr id="6" name=""/>
          <p:cNvSpPr/>
          <p:nvPr/>
        </p:nvSpPr>
        <p:spPr>
          <a:xfrm>
            <a:off x="2609850" y="1333500"/>
            <a:ext cx="1714500" cy="7620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7" name=""/>
          <p:cNvSpPr txBox="1"/>
          <p:nvPr/>
        </p:nvSpPr>
        <p:spPr>
          <a:xfrm>
            <a:off x="2771775" y="1495425"/>
            <a:ext cx="13906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JP"/>
                <a:ea typeface="Noto Sans JP"/>
              </a:rPr>
              <a:t>助動詞</a:t>
            </a:r>
          </a:p>
        </p:txBody>
      </p:sp>
      <p:sp>
        <p:nvSpPr>
          <p:cNvPr id="8" name=""/>
          <p:cNvSpPr/>
          <p:nvPr/>
        </p:nvSpPr>
        <p:spPr>
          <a:xfrm>
            <a:off x="4457700" y="1333500"/>
            <a:ext cx="1714500" cy="762000"/>
          </a:xfrm>
          <a:prstGeom prst="roundRect">
            <a:avLst>
              <a:gd name="adj" fmla="val 50000"/>
            </a:avLst>
          </a:prstGeom>
          <a:solidFill>
            <a:srgbClr val="FFD9E2"/>
          </a:solidFill>
          <a:ln/>
        </p:spPr>
      </p:sp>
      <p:sp>
        <p:nvSpPr>
          <p:cNvPr id="9" name=""/>
          <p:cNvSpPr txBox="1"/>
          <p:nvPr/>
        </p:nvSpPr>
        <p:spPr>
          <a:xfrm>
            <a:off x="4791075" y="1495425"/>
            <a:ext cx="10477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B3304F"/>
                </a:solidFill>
                <a:latin typeface="Noto Sans JP"/>
                <a:ea typeface="Noto Sans JP"/>
              </a:rPr>
              <a:t>動詞</a:t>
            </a:r>
          </a:p>
        </p:txBody>
      </p:sp>
      <p:sp>
        <p:nvSpPr>
          <p:cNvPr id="10" name=""/>
          <p:cNvSpPr/>
          <p:nvPr/>
        </p:nvSpPr>
        <p:spPr>
          <a:xfrm>
            <a:off x="6305550" y="1333500"/>
            <a:ext cx="1714500" cy="762000"/>
          </a:xfrm>
          <a:prstGeom prst="roundRect">
            <a:avLst>
              <a:gd name="adj" fmla="val 50000"/>
            </a:avLst>
          </a:prstGeom>
          <a:solidFill>
            <a:srgbClr val="FFEDB8"/>
          </a:solidFill>
          <a:ln/>
        </p:spPr>
      </p:sp>
      <p:sp>
        <p:nvSpPr>
          <p:cNvPr id="11" name=""/>
          <p:cNvSpPr txBox="1"/>
          <p:nvPr/>
        </p:nvSpPr>
        <p:spPr>
          <a:xfrm>
            <a:off x="6467475" y="1495425"/>
            <a:ext cx="13906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8A5A00"/>
                </a:solidFill>
                <a:latin typeface="Noto Sans JP"/>
                <a:ea typeface="Noto Sans JP"/>
              </a:rPr>
              <a:t>目的語</a:t>
            </a:r>
          </a:p>
        </p:txBody>
      </p:sp>
      <p:sp>
        <p:nvSpPr>
          <p:cNvPr id="12" name="記入欄"/>
          <p:cNvSpPr/>
          <p:nvPr/>
        </p:nvSpPr>
        <p:spPr>
          <a:xfrm>
            <a:off x="762000" y="2400300"/>
            <a:ext cx="10668000" cy="3924300"/>
          </a:xfrm>
          <a:prstGeom prst="roundRect">
            <a:avLst>
              <a:gd name="adj" fmla="val 6796"/>
            </a:avLst>
          </a:prstGeom>
          <a:solidFill>
            <a:srgbClr val="EEF4FB"/>
          </a:solidFill>
          <a:ln/>
        </p:spPr>
        <p:txBody>
          <a:bodyPr wrap="square" lIns="203200" tIns="203200" rIns="203200" bIns="203200" anchor="t"/>
          <a:lstStyle/>
          <a:p>
            <a:pPr/>
            <a:endParaRPr lang="ja-JP" sz="20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62000" y="561975"/>
            <a:ext cx="95250" cy="4191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28700" y="495300"/>
            <a:ext cx="1685925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A2238"/>
                </a:solidFill>
                <a:latin typeface="Noto Sans JP"/>
                <a:ea typeface="Noto Sans JP"/>
              </a:rPr>
              <a:t>疑問文</a:t>
            </a:r>
          </a:p>
        </p:txBody>
      </p:sp>
      <p:sp>
        <p:nvSpPr>
          <p:cNvPr id="4" name=""/>
          <p:cNvSpPr/>
          <p:nvPr/>
        </p:nvSpPr>
        <p:spPr>
          <a:xfrm>
            <a:off x="762000" y="1333500"/>
            <a:ext cx="1714500" cy="7620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5" name=""/>
          <p:cNvSpPr txBox="1"/>
          <p:nvPr/>
        </p:nvSpPr>
        <p:spPr>
          <a:xfrm>
            <a:off x="923925" y="1495425"/>
            <a:ext cx="13906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JP"/>
                <a:ea typeface="Noto Sans JP"/>
              </a:rPr>
              <a:t>助動詞</a:t>
            </a:r>
          </a:p>
        </p:txBody>
      </p:sp>
      <p:sp>
        <p:nvSpPr>
          <p:cNvPr id="6" name=""/>
          <p:cNvSpPr/>
          <p:nvPr/>
        </p:nvSpPr>
        <p:spPr>
          <a:xfrm>
            <a:off x="2609850" y="1333500"/>
            <a:ext cx="1714500" cy="762000"/>
          </a:xfrm>
          <a:prstGeom prst="roundRect">
            <a:avLst>
              <a:gd name="adj" fmla="val 50000"/>
            </a:avLst>
          </a:prstGeom>
          <a:solidFill>
            <a:srgbClr val="D6E9FA"/>
          </a:solidFill>
          <a:ln/>
        </p:spPr>
      </p:sp>
      <p:sp>
        <p:nvSpPr>
          <p:cNvPr id="7" name=""/>
          <p:cNvSpPr txBox="1"/>
          <p:nvPr/>
        </p:nvSpPr>
        <p:spPr>
          <a:xfrm>
            <a:off x="2943225" y="1495425"/>
            <a:ext cx="10477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1F5F96"/>
                </a:solidFill>
                <a:latin typeface="Noto Sans JP"/>
                <a:ea typeface="Noto Sans JP"/>
              </a:rPr>
              <a:t>主語</a:t>
            </a:r>
          </a:p>
        </p:txBody>
      </p:sp>
      <p:sp>
        <p:nvSpPr>
          <p:cNvPr id="8" name=""/>
          <p:cNvSpPr/>
          <p:nvPr/>
        </p:nvSpPr>
        <p:spPr>
          <a:xfrm>
            <a:off x="4457700" y="1333500"/>
            <a:ext cx="1714500" cy="762000"/>
          </a:xfrm>
          <a:prstGeom prst="roundRect">
            <a:avLst>
              <a:gd name="adj" fmla="val 50000"/>
            </a:avLst>
          </a:prstGeom>
          <a:solidFill>
            <a:srgbClr val="FFD9E2"/>
          </a:solidFill>
          <a:ln/>
        </p:spPr>
      </p:sp>
      <p:sp>
        <p:nvSpPr>
          <p:cNvPr id="9" name=""/>
          <p:cNvSpPr txBox="1"/>
          <p:nvPr/>
        </p:nvSpPr>
        <p:spPr>
          <a:xfrm>
            <a:off x="4791075" y="1495425"/>
            <a:ext cx="10477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B3304F"/>
                </a:solidFill>
                <a:latin typeface="Noto Sans JP"/>
                <a:ea typeface="Noto Sans JP"/>
              </a:rPr>
              <a:t>動詞</a:t>
            </a:r>
          </a:p>
        </p:txBody>
      </p:sp>
      <p:sp>
        <p:nvSpPr>
          <p:cNvPr id="10" name=""/>
          <p:cNvSpPr/>
          <p:nvPr/>
        </p:nvSpPr>
        <p:spPr>
          <a:xfrm>
            <a:off x="6305550" y="1333500"/>
            <a:ext cx="1714500" cy="762000"/>
          </a:xfrm>
          <a:prstGeom prst="roundRect">
            <a:avLst>
              <a:gd name="adj" fmla="val 50000"/>
            </a:avLst>
          </a:prstGeom>
          <a:solidFill>
            <a:srgbClr val="FFEDB8"/>
          </a:solidFill>
          <a:ln/>
        </p:spPr>
      </p:sp>
      <p:sp>
        <p:nvSpPr>
          <p:cNvPr id="11" name=""/>
          <p:cNvSpPr txBox="1"/>
          <p:nvPr/>
        </p:nvSpPr>
        <p:spPr>
          <a:xfrm>
            <a:off x="6467475" y="1495425"/>
            <a:ext cx="13906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8A5A00"/>
                </a:solidFill>
                <a:latin typeface="Noto Sans JP"/>
                <a:ea typeface="Noto Sans JP"/>
              </a:rPr>
              <a:t>目的語</a:t>
            </a:r>
          </a:p>
        </p:txBody>
      </p:sp>
      <p:sp>
        <p:nvSpPr>
          <p:cNvPr id="12" name=""/>
          <p:cNvSpPr txBox="1"/>
          <p:nvPr/>
        </p:nvSpPr>
        <p:spPr>
          <a:xfrm>
            <a:off x="8172450" y="1371600"/>
            <a:ext cx="771525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>
                <a:solidFill>
                  <a:srgbClr val="F0521E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13" name="記入欄"/>
          <p:cNvSpPr/>
          <p:nvPr/>
        </p:nvSpPr>
        <p:spPr>
          <a:xfrm>
            <a:off x="762000" y="2400300"/>
            <a:ext cx="10668000" cy="3924300"/>
          </a:xfrm>
          <a:prstGeom prst="roundRect">
            <a:avLst>
              <a:gd name="adj" fmla="val 6796"/>
            </a:avLst>
          </a:prstGeom>
          <a:solidFill>
            <a:srgbClr val="EEF4FB"/>
          </a:solidFill>
          <a:ln/>
        </p:spPr>
        <p:txBody>
          <a:bodyPr wrap="square" lIns="203200" tIns="203200" rIns="203200" bIns="203200" anchor="t"/>
          <a:lstStyle/>
          <a:p>
            <a:pPr/>
            <a:endParaRPr lang="ja-JP" sz="20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62000" y="561975"/>
            <a:ext cx="95250" cy="4191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28700" y="495300"/>
            <a:ext cx="3467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A2238"/>
                </a:solidFill>
                <a:latin typeface="Noto Sans JP"/>
                <a:ea typeface="Noto Sans JP"/>
              </a:rPr>
              <a:t>疑問詞の疑問文</a:t>
            </a:r>
          </a:p>
        </p:txBody>
      </p:sp>
      <p:sp>
        <p:nvSpPr>
          <p:cNvPr id="4" name=""/>
          <p:cNvSpPr/>
          <p:nvPr/>
        </p:nvSpPr>
        <p:spPr>
          <a:xfrm>
            <a:off x="762000" y="1333500"/>
            <a:ext cx="1714500" cy="762000"/>
          </a:xfrm>
          <a:prstGeom prst="roundRect">
            <a:avLst>
              <a:gd name="adj" fmla="val 50000"/>
            </a:avLst>
          </a:prstGeom>
          <a:solidFill>
            <a:srgbClr val="D3F0E2"/>
          </a:solidFill>
          <a:ln/>
        </p:spPr>
      </p:sp>
      <p:sp>
        <p:nvSpPr>
          <p:cNvPr id="5" name=""/>
          <p:cNvSpPr txBox="1"/>
          <p:nvPr/>
        </p:nvSpPr>
        <p:spPr>
          <a:xfrm>
            <a:off x="1276350" y="1543050"/>
            <a:ext cx="685800" cy="342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1F7A52"/>
                </a:solidFill>
                <a:latin typeface="Arial"/>
                <a:ea typeface="Arial"/>
              </a:rPr>
              <a:t>W</a:t>
            </a:r>
          </a:p>
        </p:txBody>
      </p:sp>
      <p:sp>
        <p:nvSpPr>
          <p:cNvPr id="6" name=""/>
          <p:cNvSpPr/>
          <p:nvPr/>
        </p:nvSpPr>
        <p:spPr>
          <a:xfrm>
            <a:off x="2609850" y="1333500"/>
            <a:ext cx="1714500" cy="7620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7" name=""/>
          <p:cNvSpPr txBox="1"/>
          <p:nvPr/>
        </p:nvSpPr>
        <p:spPr>
          <a:xfrm>
            <a:off x="2771775" y="1495425"/>
            <a:ext cx="13906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JP"/>
                <a:ea typeface="Noto Sans JP"/>
              </a:rPr>
              <a:t>助動詞</a:t>
            </a:r>
          </a:p>
        </p:txBody>
      </p:sp>
      <p:sp>
        <p:nvSpPr>
          <p:cNvPr id="8" name=""/>
          <p:cNvSpPr/>
          <p:nvPr/>
        </p:nvSpPr>
        <p:spPr>
          <a:xfrm>
            <a:off x="4457700" y="1333500"/>
            <a:ext cx="1714500" cy="762000"/>
          </a:xfrm>
          <a:prstGeom prst="roundRect">
            <a:avLst>
              <a:gd name="adj" fmla="val 50000"/>
            </a:avLst>
          </a:prstGeom>
          <a:solidFill>
            <a:srgbClr val="D6E9FA"/>
          </a:solidFill>
          <a:ln/>
        </p:spPr>
      </p:sp>
      <p:sp>
        <p:nvSpPr>
          <p:cNvPr id="9" name=""/>
          <p:cNvSpPr txBox="1"/>
          <p:nvPr/>
        </p:nvSpPr>
        <p:spPr>
          <a:xfrm>
            <a:off x="4791075" y="1495425"/>
            <a:ext cx="10477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1F5F96"/>
                </a:solidFill>
                <a:latin typeface="Noto Sans JP"/>
                <a:ea typeface="Noto Sans JP"/>
              </a:rPr>
              <a:t>主語</a:t>
            </a:r>
          </a:p>
        </p:txBody>
      </p:sp>
      <p:sp>
        <p:nvSpPr>
          <p:cNvPr id="10" name=""/>
          <p:cNvSpPr/>
          <p:nvPr/>
        </p:nvSpPr>
        <p:spPr>
          <a:xfrm>
            <a:off x="6305550" y="1333500"/>
            <a:ext cx="1714500" cy="762000"/>
          </a:xfrm>
          <a:prstGeom prst="roundRect">
            <a:avLst>
              <a:gd name="adj" fmla="val 50000"/>
            </a:avLst>
          </a:prstGeom>
          <a:solidFill>
            <a:srgbClr val="FFD9E2"/>
          </a:solidFill>
          <a:ln/>
        </p:spPr>
      </p:sp>
      <p:sp>
        <p:nvSpPr>
          <p:cNvPr id="11" name=""/>
          <p:cNvSpPr txBox="1"/>
          <p:nvPr/>
        </p:nvSpPr>
        <p:spPr>
          <a:xfrm>
            <a:off x="6638925" y="1495425"/>
            <a:ext cx="10477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B3304F"/>
                </a:solidFill>
                <a:latin typeface="Noto Sans JP"/>
                <a:ea typeface="Noto Sans JP"/>
              </a:rPr>
              <a:t>動詞</a:t>
            </a:r>
          </a:p>
        </p:txBody>
      </p:sp>
      <p:sp>
        <p:nvSpPr>
          <p:cNvPr id="12" name=""/>
          <p:cNvSpPr/>
          <p:nvPr/>
        </p:nvSpPr>
        <p:spPr>
          <a:xfrm>
            <a:off x="8153400" y="1333500"/>
            <a:ext cx="1714500" cy="762000"/>
          </a:xfrm>
          <a:prstGeom prst="roundRect">
            <a:avLst>
              <a:gd name="adj" fmla="val 50000"/>
            </a:avLst>
          </a:prstGeom>
          <a:solidFill>
            <a:srgbClr val="FFEDB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8315325" y="1495425"/>
            <a:ext cx="13906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8A5A00"/>
                </a:solidFill>
                <a:latin typeface="Noto Sans JP"/>
                <a:ea typeface="Noto Sans JP"/>
              </a:rPr>
              <a:t>目的語</a:t>
            </a:r>
          </a:p>
        </p:txBody>
      </p:sp>
      <p:sp>
        <p:nvSpPr>
          <p:cNvPr id="14" name=""/>
          <p:cNvSpPr txBox="1"/>
          <p:nvPr/>
        </p:nvSpPr>
        <p:spPr>
          <a:xfrm>
            <a:off x="10020300" y="1371600"/>
            <a:ext cx="771525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4800" b="1">
                <a:solidFill>
                  <a:srgbClr val="F0521E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15" name="記入欄"/>
          <p:cNvSpPr/>
          <p:nvPr/>
        </p:nvSpPr>
        <p:spPr>
          <a:xfrm>
            <a:off x="762000" y="2400300"/>
            <a:ext cx="10668000" cy="3924300"/>
          </a:xfrm>
          <a:prstGeom prst="roundRect">
            <a:avLst>
              <a:gd name="adj" fmla="val 6796"/>
            </a:avLst>
          </a:prstGeom>
          <a:solidFill>
            <a:srgbClr val="EEF4FB"/>
          </a:solidFill>
          <a:ln/>
        </p:spPr>
        <p:txBody>
          <a:bodyPr wrap="square" lIns="203200" tIns="203200" rIns="203200" bIns="203200" anchor="t"/>
          <a:lstStyle/>
          <a:p>
            <a:pPr/>
            <a:endParaRPr lang="ja-JP" sz="20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62000" y="561975"/>
            <a:ext cx="95250" cy="4191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28700" y="495300"/>
            <a:ext cx="1685925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A2238"/>
                </a:solidFill>
                <a:latin typeface="Noto Sans JP"/>
                <a:ea typeface="Noto Sans JP"/>
              </a:rPr>
              <a:t>否定文</a:t>
            </a:r>
          </a:p>
        </p:txBody>
      </p:sp>
      <p:sp>
        <p:nvSpPr>
          <p:cNvPr id="4" name=""/>
          <p:cNvSpPr/>
          <p:nvPr/>
        </p:nvSpPr>
        <p:spPr>
          <a:xfrm>
            <a:off x="762000" y="1333500"/>
            <a:ext cx="1714500" cy="762000"/>
          </a:xfrm>
          <a:prstGeom prst="roundRect">
            <a:avLst>
              <a:gd name="adj" fmla="val 50000"/>
            </a:avLst>
          </a:prstGeom>
          <a:solidFill>
            <a:srgbClr val="D6E9FA"/>
          </a:solidFill>
          <a:ln/>
        </p:spPr>
      </p:sp>
      <p:sp>
        <p:nvSpPr>
          <p:cNvPr id="5" name=""/>
          <p:cNvSpPr txBox="1"/>
          <p:nvPr/>
        </p:nvSpPr>
        <p:spPr>
          <a:xfrm>
            <a:off x="1095375" y="1495425"/>
            <a:ext cx="10477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1F5F96"/>
                </a:solidFill>
                <a:latin typeface="Noto Sans JP"/>
                <a:ea typeface="Noto Sans JP"/>
              </a:rPr>
              <a:t>主語</a:t>
            </a:r>
          </a:p>
        </p:txBody>
      </p:sp>
      <p:sp>
        <p:nvSpPr>
          <p:cNvPr id="6" name=""/>
          <p:cNvSpPr/>
          <p:nvPr/>
        </p:nvSpPr>
        <p:spPr>
          <a:xfrm>
            <a:off x="2609850" y="1333500"/>
            <a:ext cx="1714500" cy="7620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7" name=""/>
          <p:cNvSpPr txBox="1"/>
          <p:nvPr/>
        </p:nvSpPr>
        <p:spPr>
          <a:xfrm>
            <a:off x="2771775" y="1495425"/>
            <a:ext cx="13906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JP"/>
                <a:ea typeface="Noto Sans JP"/>
              </a:rPr>
              <a:t>助動詞</a:t>
            </a:r>
          </a:p>
        </p:txBody>
      </p:sp>
      <p:sp>
        <p:nvSpPr>
          <p:cNvPr id="8" name=""/>
          <p:cNvSpPr/>
          <p:nvPr/>
        </p:nvSpPr>
        <p:spPr>
          <a:xfrm>
            <a:off x="4457700" y="1333500"/>
            <a:ext cx="1714500" cy="762000"/>
          </a:xfrm>
          <a:prstGeom prst="roundRect">
            <a:avLst>
              <a:gd name="adj" fmla="val 50000"/>
            </a:avLst>
          </a:prstGeom>
          <a:solidFill>
            <a:srgbClr val="1A2238"/>
          </a:solidFill>
          <a:ln/>
        </p:spPr>
      </p:sp>
      <p:sp>
        <p:nvSpPr>
          <p:cNvPr id="9" name=""/>
          <p:cNvSpPr txBox="1"/>
          <p:nvPr/>
        </p:nvSpPr>
        <p:spPr>
          <a:xfrm>
            <a:off x="4752975" y="1543050"/>
            <a:ext cx="1123950" cy="3429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  <a:ea typeface="Arial"/>
              </a:rPr>
              <a:t>NOT</a:t>
            </a:r>
          </a:p>
        </p:txBody>
      </p:sp>
      <p:sp>
        <p:nvSpPr>
          <p:cNvPr id="10" name=""/>
          <p:cNvSpPr/>
          <p:nvPr/>
        </p:nvSpPr>
        <p:spPr>
          <a:xfrm>
            <a:off x="6305550" y="1333500"/>
            <a:ext cx="1714500" cy="762000"/>
          </a:xfrm>
          <a:prstGeom prst="roundRect">
            <a:avLst>
              <a:gd name="adj" fmla="val 50000"/>
            </a:avLst>
          </a:prstGeom>
          <a:solidFill>
            <a:srgbClr val="FFD9E2"/>
          </a:solidFill>
          <a:ln/>
        </p:spPr>
      </p:sp>
      <p:sp>
        <p:nvSpPr>
          <p:cNvPr id="11" name=""/>
          <p:cNvSpPr txBox="1"/>
          <p:nvPr/>
        </p:nvSpPr>
        <p:spPr>
          <a:xfrm>
            <a:off x="6638925" y="1495425"/>
            <a:ext cx="10477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B3304F"/>
                </a:solidFill>
                <a:latin typeface="Noto Sans JP"/>
                <a:ea typeface="Noto Sans JP"/>
              </a:rPr>
              <a:t>動詞</a:t>
            </a:r>
          </a:p>
        </p:txBody>
      </p:sp>
      <p:sp>
        <p:nvSpPr>
          <p:cNvPr id="12" name=""/>
          <p:cNvSpPr/>
          <p:nvPr/>
        </p:nvSpPr>
        <p:spPr>
          <a:xfrm>
            <a:off x="8153400" y="1333500"/>
            <a:ext cx="1714500" cy="762000"/>
          </a:xfrm>
          <a:prstGeom prst="roundRect">
            <a:avLst>
              <a:gd name="adj" fmla="val 50000"/>
            </a:avLst>
          </a:prstGeom>
          <a:solidFill>
            <a:srgbClr val="FFEDB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8315325" y="1495425"/>
            <a:ext cx="1390650" cy="4381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8A5A00"/>
                </a:solidFill>
                <a:latin typeface="Noto Sans JP"/>
                <a:ea typeface="Noto Sans JP"/>
              </a:rPr>
              <a:t>目的語</a:t>
            </a:r>
          </a:p>
        </p:txBody>
      </p:sp>
      <p:sp>
        <p:nvSpPr>
          <p:cNvPr id="14" name="記入欄"/>
          <p:cNvSpPr/>
          <p:nvPr/>
        </p:nvSpPr>
        <p:spPr>
          <a:xfrm>
            <a:off x="762000" y="2400300"/>
            <a:ext cx="10668000" cy="3924300"/>
          </a:xfrm>
          <a:prstGeom prst="roundRect">
            <a:avLst>
              <a:gd name="adj" fmla="val 6796"/>
            </a:avLst>
          </a:prstGeom>
          <a:solidFill>
            <a:srgbClr val="EEF4FB"/>
          </a:solidFill>
          <a:ln/>
        </p:spPr>
        <p:txBody>
          <a:bodyPr wrap="square" lIns="203200" tIns="203200" rIns="203200" bIns="203200" anchor="t"/>
          <a:lstStyle/>
          <a:p>
            <a:pPr/>
            <a:endParaRPr lang="ja-JP" sz="20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62000" y="561975"/>
            <a:ext cx="95250" cy="4191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28700" y="495300"/>
            <a:ext cx="1685925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A2238"/>
                </a:solidFill>
                <a:latin typeface="Noto Sans JP"/>
                <a:ea typeface="Noto Sans JP"/>
              </a:rPr>
              <a:t>肯定文</a:t>
            </a:r>
          </a:p>
        </p:txBody>
      </p:sp>
      <p:sp>
        <p:nvSpPr>
          <p:cNvPr id="4" name=""/>
          <p:cNvSpPr/>
          <p:nvPr/>
        </p:nvSpPr>
        <p:spPr>
          <a:xfrm>
            <a:off x="2362200" y="600075"/>
            <a:ext cx="647700" cy="352425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5" name=""/>
          <p:cNvSpPr txBox="1"/>
          <p:nvPr/>
        </p:nvSpPr>
        <p:spPr>
          <a:xfrm>
            <a:off x="2514600" y="64770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23B12"/>
                </a:solidFill>
                <a:latin typeface="Noto Sans JP"/>
                <a:ea typeface="Noto Sans JP"/>
              </a:rPr>
              <a:t>練習</a:t>
            </a:r>
          </a:p>
        </p:txBody>
      </p:sp>
      <p:sp>
        <p:nvSpPr>
          <p:cNvPr id="6" name=""/>
          <p:cNvSpPr/>
          <p:nvPr/>
        </p:nvSpPr>
        <p:spPr>
          <a:xfrm>
            <a:off x="1295400" y="1333500"/>
            <a:ext cx="2343150" cy="571500"/>
          </a:xfrm>
          <a:prstGeom prst="roundRect">
            <a:avLst>
              <a:gd name="adj" fmla="val 50000"/>
            </a:avLst>
          </a:prstGeom>
          <a:solidFill>
            <a:srgbClr val="D6E9FA"/>
          </a:solidFill>
          <a:ln/>
        </p:spPr>
      </p:sp>
      <p:sp>
        <p:nvSpPr>
          <p:cNvPr id="7" name=""/>
          <p:cNvSpPr txBox="1"/>
          <p:nvPr/>
        </p:nvSpPr>
        <p:spPr>
          <a:xfrm>
            <a:off x="2028825" y="1457325"/>
            <a:ext cx="8667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1F5F96"/>
                </a:solidFill>
                <a:latin typeface="Noto Sans JP"/>
                <a:ea typeface="Noto Sans JP"/>
              </a:rPr>
              <a:t>主語</a:t>
            </a:r>
          </a:p>
        </p:txBody>
      </p:sp>
      <p:sp>
        <p:nvSpPr>
          <p:cNvPr id="8" name=""/>
          <p:cNvSpPr/>
          <p:nvPr/>
        </p:nvSpPr>
        <p:spPr>
          <a:xfrm>
            <a:off x="3752850" y="1333500"/>
            <a:ext cx="2343150" cy="5715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9" name=""/>
          <p:cNvSpPr txBox="1"/>
          <p:nvPr/>
        </p:nvSpPr>
        <p:spPr>
          <a:xfrm>
            <a:off x="4362450" y="1457325"/>
            <a:ext cx="11334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</a:rPr>
              <a:t>助動詞</a:t>
            </a:r>
          </a:p>
        </p:txBody>
      </p:sp>
      <p:sp>
        <p:nvSpPr>
          <p:cNvPr id="10" name=""/>
          <p:cNvSpPr/>
          <p:nvPr/>
        </p:nvSpPr>
        <p:spPr>
          <a:xfrm>
            <a:off x="6210300" y="1333500"/>
            <a:ext cx="2343150" cy="571500"/>
          </a:xfrm>
          <a:prstGeom prst="roundRect">
            <a:avLst>
              <a:gd name="adj" fmla="val 50000"/>
            </a:avLst>
          </a:prstGeom>
          <a:solidFill>
            <a:srgbClr val="FFD9E2"/>
          </a:solidFill>
          <a:ln/>
        </p:spPr>
      </p:sp>
      <p:sp>
        <p:nvSpPr>
          <p:cNvPr id="11" name=""/>
          <p:cNvSpPr txBox="1"/>
          <p:nvPr/>
        </p:nvSpPr>
        <p:spPr>
          <a:xfrm>
            <a:off x="6943725" y="1457325"/>
            <a:ext cx="8667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3304F"/>
                </a:solidFill>
                <a:latin typeface="Noto Sans JP"/>
                <a:ea typeface="Noto Sans JP"/>
              </a:rPr>
              <a:t>動詞</a:t>
            </a:r>
          </a:p>
        </p:txBody>
      </p:sp>
      <p:sp>
        <p:nvSpPr>
          <p:cNvPr id="12" name=""/>
          <p:cNvSpPr/>
          <p:nvPr/>
        </p:nvSpPr>
        <p:spPr>
          <a:xfrm>
            <a:off x="8667750" y="1333500"/>
            <a:ext cx="2343150" cy="571500"/>
          </a:xfrm>
          <a:prstGeom prst="roundRect">
            <a:avLst>
              <a:gd name="adj" fmla="val 50000"/>
            </a:avLst>
          </a:prstGeom>
          <a:solidFill>
            <a:srgbClr val="FFEDB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9277350" y="1457325"/>
            <a:ext cx="11334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8A5A00"/>
                </a:solidFill>
                <a:latin typeface="Noto Sans JP"/>
                <a:ea typeface="Noto Sans JP"/>
              </a:rPr>
              <a:t>目的語</a:t>
            </a:r>
          </a:p>
        </p:txBody>
      </p:sp>
      <p:sp>
        <p:nvSpPr>
          <p:cNvPr id="14" name=""/>
          <p:cNvSpPr/>
          <p:nvPr/>
        </p:nvSpPr>
        <p:spPr>
          <a:xfrm>
            <a:off x="762000" y="2333625"/>
            <a:ext cx="381000" cy="381000"/>
          </a:xfrm>
          <a:prstGeom prst="ellipse">
            <a:avLst/>
          </a:prstGeom>
          <a:solidFill>
            <a:srgbClr val="FFE6DC"/>
          </a:solidFill>
          <a:ln/>
        </p:spPr>
      </p:sp>
      <p:sp>
        <p:nvSpPr>
          <p:cNvPr id="15" name=""/>
          <p:cNvSpPr txBox="1"/>
          <p:nvPr/>
        </p:nvSpPr>
        <p:spPr>
          <a:xfrm>
            <a:off x="723900" y="2419350"/>
            <a:ext cx="46672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C23B12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6" name="記入欄"/>
          <p:cNvSpPr/>
          <p:nvPr/>
        </p:nvSpPr>
        <p:spPr>
          <a:xfrm>
            <a:off x="1295400" y="20383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9CC6EC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17" name="記入欄"/>
          <p:cNvSpPr/>
          <p:nvPr/>
        </p:nvSpPr>
        <p:spPr>
          <a:xfrm>
            <a:off x="3752850" y="20383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5A285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18" name="記入欄"/>
          <p:cNvSpPr/>
          <p:nvPr/>
        </p:nvSpPr>
        <p:spPr>
          <a:xfrm>
            <a:off x="6210300" y="20383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2A3B6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19" name="記入欄"/>
          <p:cNvSpPr/>
          <p:nvPr/>
        </p:nvSpPr>
        <p:spPr>
          <a:xfrm>
            <a:off x="8667750" y="20383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EBC864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0" name=""/>
          <p:cNvSpPr/>
          <p:nvPr/>
        </p:nvSpPr>
        <p:spPr>
          <a:xfrm>
            <a:off x="762000" y="3438525"/>
            <a:ext cx="381000" cy="381000"/>
          </a:xfrm>
          <a:prstGeom prst="ellipse">
            <a:avLst/>
          </a:prstGeom>
          <a:solidFill>
            <a:srgbClr val="FFE6DC"/>
          </a:solidFill>
          <a:ln/>
        </p:spPr>
      </p:sp>
      <p:sp>
        <p:nvSpPr>
          <p:cNvPr id="21" name=""/>
          <p:cNvSpPr txBox="1"/>
          <p:nvPr/>
        </p:nvSpPr>
        <p:spPr>
          <a:xfrm>
            <a:off x="723900" y="3524250"/>
            <a:ext cx="46672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C23B12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22" name="記入欄"/>
          <p:cNvSpPr/>
          <p:nvPr/>
        </p:nvSpPr>
        <p:spPr>
          <a:xfrm>
            <a:off x="1295400" y="31432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9CC6EC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3" name="記入欄"/>
          <p:cNvSpPr/>
          <p:nvPr/>
        </p:nvSpPr>
        <p:spPr>
          <a:xfrm>
            <a:off x="3752850" y="31432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5A285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4" name="記入欄"/>
          <p:cNvSpPr/>
          <p:nvPr/>
        </p:nvSpPr>
        <p:spPr>
          <a:xfrm>
            <a:off x="6210300" y="31432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2A3B6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5" name="記入欄"/>
          <p:cNvSpPr/>
          <p:nvPr/>
        </p:nvSpPr>
        <p:spPr>
          <a:xfrm>
            <a:off x="8667750" y="31432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EBC864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6" name=""/>
          <p:cNvSpPr/>
          <p:nvPr/>
        </p:nvSpPr>
        <p:spPr>
          <a:xfrm>
            <a:off x="762000" y="4543425"/>
            <a:ext cx="381000" cy="381000"/>
          </a:xfrm>
          <a:prstGeom prst="ellipse">
            <a:avLst/>
          </a:prstGeom>
          <a:solidFill>
            <a:srgbClr val="FFE6DC"/>
          </a:solidFill>
          <a:ln/>
        </p:spPr>
      </p:sp>
      <p:sp>
        <p:nvSpPr>
          <p:cNvPr id="27" name=""/>
          <p:cNvSpPr txBox="1"/>
          <p:nvPr/>
        </p:nvSpPr>
        <p:spPr>
          <a:xfrm>
            <a:off x="723900" y="4629150"/>
            <a:ext cx="46672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C23B12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28" name="記入欄"/>
          <p:cNvSpPr/>
          <p:nvPr/>
        </p:nvSpPr>
        <p:spPr>
          <a:xfrm>
            <a:off x="1295400" y="42481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9CC6EC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9" name="記入欄"/>
          <p:cNvSpPr/>
          <p:nvPr/>
        </p:nvSpPr>
        <p:spPr>
          <a:xfrm>
            <a:off x="3752850" y="42481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5A285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0" name="記入欄"/>
          <p:cNvSpPr/>
          <p:nvPr/>
        </p:nvSpPr>
        <p:spPr>
          <a:xfrm>
            <a:off x="6210300" y="42481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2A3B6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1" name="記入欄"/>
          <p:cNvSpPr/>
          <p:nvPr/>
        </p:nvSpPr>
        <p:spPr>
          <a:xfrm>
            <a:off x="8667750" y="42481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EBC864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2" name=""/>
          <p:cNvSpPr/>
          <p:nvPr/>
        </p:nvSpPr>
        <p:spPr>
          <a:xfrm>
            <a:off x="762000" y="5648325"/>
            <a:ext cx="381000" cy="381000"/>
          </a:xfrm>
          <a:prstGeom prst="ellipse">
            <a:avLst/>
          </a:prstGeom>
          <a:solidFill>
            <a:srgbClr val="FFE6DC"/>
          </a:solidFill>
          <a:ln/>
        </p:spPr>
      </p:sp>
      <p:sp>
        <p:nvSpPr>
          <p:cNvPr id="33" name=""/>
          <p:cNvSpPr txBox="1"/>
          <p:nvPr/>
        </p:nvSpPr>
        <p:spPr>
          <a:xfrm>
            <a:off x="723900" y="5734050"/>
            <a:ext cx="46672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C23B12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34" name="記入欄"/>
          <p:cNvSpPr/>
          <p:nvPr/>
        </p:nvSpPr>
        <p:spPr>
          <a:xfrm>
            <a:off x="1295400" y="53530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9CC6EC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5" name="記入欄"/>
          <p:cNvSpPr/>
          <p:nvPr/>
        </p:nvSpPr>
        <p:spPr>
          <a:xfrm>
            <a:off x="3752850" y="53530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5A285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6" name="記入欄"/>
          <p:cNvSpPr/>
          <p:nvPr/>
        </p:nvSpPr>
        <p:spPr>
          <a:xfrm>
            <a:off x="6210300" y="53530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2A3B6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7" name="記入欄"/>
          <p:cNvSpPr/>
          <p:nvPr/>
        </p:nvSpPr>
        <p:spPr>
          <a:xfrm>
            <a:off x="8667750" y="53530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EBC864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62000" y="561975"/>
            <a:ext cx="95250" cy="4191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28700" y="495300"/>
            <a:ext cx="1685925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A2238"/>
                </a:solidFill>
                <a:latin typeface="Noto Sans JP"/>
                <a:ea typeface="Noto Sans JP"/>
              </a:rPr>
              <a:t>疑問文</a:t>
            </a:r>
          </a:p>
        </p:txBody>
      </p:sp>
      <p:sp>
        <p:nvSpPr>
          <p:cNvPr id="4" name=""/>
          <p:cNvSpPr/>
          <p:nvPr/>
        </p:nvSpPr>
        <p:spPr>
          <a:xfrm>
            <a:off x="2362200" y="600075"/>
            <a:ext cx="647700" cy="352425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5" name=""/>
          <p:cNvSpPr txBox="1"/>
          <p:nvPr/>
        </p:nvSpPr>
        <p:spPr>
          <a:xfrm>
            <a:off x="2514600" y="64770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23B12"/>
                </a:solidFill>
                <a:latin typeface="Noto Sans JP"/>
                <a:ea typeface="Noto Sans JP"/>
              </a:rPr>
              <a:t>練習</a:t>
            </a:r>
          </a:p>
        </p:txBody>
      </p:sp>
      <p:sp>
        <p:nvSpPr>
          <p:cNvPr id="6" name=""/>
          <p:cNvSpPr/>
          <p:nvPr/>
        </p:nvSpPr>
        <p:spPr>
          <a:xfrm>
            <a:off x="1295400" y="1333500"/>
            <a:ext cx="2343150" cy="5715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7" name=""/>
          <p:cNvSpPr txBox="1"/>
          <p:nvPr/>
        </p:nvSpPr>
        <p:spPr>
          <a:xfrm>
            <a:off x="1905000" y="1457325"/>
            <a:ext cx="11334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</a:rPr>
              <a:t>助動詞</a:t>
            </a:r>
          </a:p>
        </p:txBody>
      </p:sp>
      <p:sp>
        <p:nvSpPr>
          <p:cNvPr id="8" name=""/>
          <p:cNvSpPr/>
          <p:nvPr/>
        </p:nvSpPr>
        <p:spPr>
          <a:xfrm>
            <a:off x="3752850" y="1333500"/>
            <a:ext cx="2343150" cy="571500"/>
          </a:xfrm>
          <a:prstGeom prst="roundRect">
            <a:avLst>
              <a:gd name="adj" fmla="val 50000"/>
            </a:avLst>
          </a:prstGeom>
          <a:solidFill>
            <a:srgbClr val="D6E9FA"/>
          </a:solidFill>
          <a:ln/>
        </p:spPr>
      </p:sp>
      <p:sp>
        <p:nvSpPr>
          <p:cNvPr id="9" name=""/>
          <p:cNvSpPr txBox="1"/>
          <p:nvPr/>
        </p:nvSpPr>
        <p:spPr>
          <a:xfrm>
            <a:off x="4486275" y="1457325"/>
            <a:ext cx="8667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1F5F96"/>
                </a:solidFill>
                <a:latin typeface="Noto Sans JP"/>
                <a:ea typeface="Noto Sans JP"/>
              </a:rPr>
              <a:t>主語</a:t>
            </a:r>
          </a:p>
        </p:txBody>
      </p:sp>
      <p:sp>
        <p:nvSpPr>
          <p:cNvPr id="10" name=""/>
          <p:cNvSpPr/>
          <p:nvPr/>
        </p:nvSpPr>
        <p:spPr>
          <a:xfrm>
            <a:off x="6210300" y="1333500"/>
            <a:ext cx="2343150" cy="571500"/>
          </a:xfrm>
          <a:prstGeom prst="roundRect">
            <a:avLst>
              <a:gd name="adj" fmla="val 50000"/>
            </a:avLst>
          </a:prstGeom>
          <a:solidFill>
            <a:srgbClr val="FFD9E2"/>
          </a:solidFill>
          <a:ln/>
        </p:spPr>
      </p:sp>
      <p:sp>
        <p:nvSpPr>
          <p:cNvPr id="11" name=""/>
          <p:cNvSpPr txBox="1"/>
          <p:nvPr/>
        </p:nvSpPr>
        <p:spPr>
          <a:xfrm>
            <a:off x="6943725" y="1457325"/>
            <a:ext cx="8667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3304F"/>
                </a:solidFill>
                <a:latin typeface="Noto Sans JP"/>
                <a:ea typeface="Noto Sans JP"/>
              </a:rPr>
              <a:t>動詞</a:t>
            </a:r>
          </a:p>
        </p:txBody>
      </p:sp>
      <p:sp>
        <p:nvSpPr>
          <p:cNvPr id="12" name=""/>
          <p:cNvSpPr/>
          <p:nvPr/>
        </p:nvSpPr>
        <p:spPr>
          <a:xfrm>
            <a:off x="8667750" y="1333500"/>
            <a:ext cx="2343150" cy="571500"/>
          </a:xfrm>
          <a:prstGeom prst="roundRect">
            <a:avLst>
              <a:gd name="adj" fmla="val 50000"/>
            </a:avLst>
          </a:prstGeom>
          <a:solidFill>
            <a:srgbClr val="FFEDB8"/>
          </a:solidFill>
          <a:ln/>
        </p:spPr>
      </p:sp>
      <p:sp>
        <p:nvSpPr>
          <p:cNvPr id="13" name=""/>
          <p:cNvSpPr txBox="1"/>
          <p:nvPr/>
        </p:nvSpPr>
        <p:spPr>
          <a:xfrm>
            <a:off x="9277350" y="1457325"/>
            <a:ext cx="11334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8A5A00"/>
                </a:solidFill>
                <a:latin typeface="Noto Sans JP"/>
                <a:ea typeface="Noto Sans JP"/>
              </a:rPr>
              <a:t>目的語</a:t>
            </a:r>
          </a:p>
        </p:txBody>
      </p:sp>
      <p:sp>
        <p:nvSpPr>
          <p:cNvPr id="14" name=""/>
          <p:cNvSpPr/>
          <p:nvPr/>
        </p:nvSpPr>
        <p:spPr>
          <a:xfrm>
            <a:off x="762000" y="2333625"/>
            <a:ext cx="381000" cy="381000"/>
          </a:xfrm>
          <a:prstGeom prst="ellipse">
            <a:avLst/>
          </a:prstGeom>
          <a:solidFill>
            <a:srgbClr val="FFE6DC"/>
          </a:solidFill>
          <a:ln/>
        </p:spPr>
      </p:sp>
      <p:sp>
        <p:nvSpPr>
          <p:cNvPr id="15" name=""/>
          <p:cNvSpPr txBox="1"/>
          <p:nvPr/>
        </p:nvSpPr>
        <p:spPr>
          <a:xfrm>
            <a:off x="723900" y="2419350"/>
            <a:ext cx="46672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C23B12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6" name="記入欄"/>
          <p:cNvSpPr/>
          <p:nvPr/>
        </p:nvSpPr>
        <p:spPr>
          <a:xfrm>
            <a:off x="1295400" y="20383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5A285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17" name="記入欄"/>
          <p:cNvSpPr/>
          <p:nvPr/>
        </p:nvSpPr>
        <p:spPr>
          <a:xfrm>
            <a:off x="3752850" y="20383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9CC6EC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18" name="記入欄"/>
          <p:cNvSpPr/>
          <p:nvPr/>
        </p:nvSpPr>
        <p:spPr>
          <a:xfrm>
            <a:off x="6210300" y="20383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2A3B6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19" name="記入欄"/>
          <p:cNvSpPr/>
          <p:nvPr/>
        </p:nvSpPr>
        <p:spPr>
          <a:xfrm>
            <a:off x="8667750" y="20383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EBC864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0972800" y="2314575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000" b="1">
                <a:solidFill>
                  <a:srgbClr val="F0521E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21" name=""/>
          <p:cNvSpPr/>
          <p:nvPr/>
        </p:nvSpPr>
        <p:spPr>
          <a:xfrm>
            <a:off x="762000" y="3438525"/>
            <a:ext cx="381000" cy="381000"/>
          </a:xfrm>
          <a:prstGeom prst="ellipse">
            <a:avLst/>
          </a:prstGeom>
          <a:solidFill>
            <a:srgbClr val="FFE6DC"/>
          </a:solidFill>
          <a:ln/>
        </p:spPr>
      </p:sp>
      <p:sp>
        <p:nvSpPr>
          <p:cNvPr id="22" name=""/>
          <p:cNvSpPr txBox="1"/>
          <p:nvPr/>
        </p:nvSpPr>
        <p:spPr>
          <a:xfrm>
            <a:off x="723900" y="3524250"/>
            <a:ext cx="46672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C23B12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23" name="記入欄"/>
          <p:cNvSpPr/>
          <p:nvPr/>
        </p:nvSpPr>
        <p:spPr>
          <a:xfrm>
            <a:off x="1295400" y="31432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5A285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4" name="記入欄"/>
          <p:cNvSpPr/>
          <p:nvPr/>
        </p:nvSpPr>
        <p:spPr>
          <a:xfrm>
            <a:off x="3752850" y="31432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9CC6EC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5" name="記入欄"/>
          <p:cNvSpPr/>
          <p:nvPr/>
        </p:nvSpPr>
        <p:spPr>
          <a:xfrm>
            <a:off x="6210300" y="31432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2A3B6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6" name="記入欄"/>
          <p:cNvSpPr/>
          <p:nvPr/>
        </p:nvSpPr>
        <p:spPr>
          <a:xfrm>
            <a:off x="8667750" y="31432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EBC864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0972800" y="3419475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000" b="1">
                <a:solidFill>
                  <a:srgbClr val="F0521E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28" name=""/>
          <p:cNvSpPr/>
          <p:nvPr/>
        </p:nvSpPr>
        <p:spPr>
          <a:xfrm>
            <a:off x="762000" y="4543425"/>
            <a:ext cx="381000" cy="381000"/>
          </a:xfrm>
          <a:prstGeom prst="ellipse">
            <a:avLst/>
          </a:prstGeom>
          <a:solidFill>
            <a:srgbClr val="FFE6DC"/>
          </a:solidFill>
          <a:ln/>
        </p:spPr>
      </p:sp>
      <p:sp>
        <p:nvSpPr>
          <p:cNvPr id="29" name=""/>
          <p:cNvSpPr txBox="1"/>
          <p:nvPr/>
        </p:nvSpPr>
        <p:spPr>
          <a:xfrm>
            <a:off x="723900" y="4629150"/>
            <a:ext cx="46672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C23B12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30" name="記入欄"/>
          <p:cNvSpPr/>
          <p:nvPr/>
        </p:nvSpPr>
        <p:spPr>
          <a:xfrm>
            <a:off x="1295400" y="42481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5A285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1" name="記入欄"/>
          <p:cNvSpPr/>
          <p:nvPr/>
        </p:nvSpPr>
        <p:spPr>
          <a:xfrm>
            <a:off x="3752850" y="42481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9CC6EC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2" name="記入欄"/>
          <p:cNvSpPr/>
          <p:nvPr/>
        </p:nvSpPr>
        <p:spPr>
          <a:xfrm>
            <a:off x="6210300" y="42481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2A3B6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3" name="記入欄"/>
          <p:cNvSpPr/>
          <p:nvPr/>
        </p:nvSpPr>
        <p:spPr>
          <a:xfrm>
            <a:off x="8667750" y="42481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EBC864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0972800" y="4524375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000" b="1">
                <a:solidFill>
                  <a:srgbClr val="F0521E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35" name=""/>
          <p:cNvSpPr/>
          <p:nvPr/>
        </p:nvSpPr>
        <p:spPr>
          <a:xfrm>
            <a:off x="762000" y="5648325"/>
            <a:ext cx="381000" cy="381000"/>
          </a:xfrm>
          <a:prstGeom prst="ellipse">
            <a:avLst/>
          </a:prstGeom>
          <a:solidFill>
            <a:srgbClr val="FFE6DC"/>
          </a:solidFill>
          <a:ln/>
        </p:spPr>
      </p:sp>
      <p:sp>
        <p:nvSpPr>
          <p:cNvPr id="36" name=""/>
          <p:cNvSpPr txBox="1"/>
          <p:nvPr/>
        </p:nvSpPr>
        <p:spPr>
          <a:xfrm>
            <a:off x="723900" y="5734050"/>
            <a:ext cx="46672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C23B12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37" name="記入欄"/>
          <p:cNvSpPr/>
          <p:nvPr/>
        </p:nvSpPr>
        <p:spPr>
          <a:xfrm>
            <a:off x="1295400" y="53530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5A285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8" name="記入欄"/>
          <p:cNvSpPr/>
          <p:nvPr/>
        </p:nvSpPr>
        <p:spPr>
          <a:xfrm>
            <a:off x="3752850" y="53530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9CC6EC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9" name="記入欄"/>
          <p:cNvSpPr/>
          <p:nvPr/>
        </p:nvSpPr>
        <p:spPr>
          <a:xfrm>
            <a:off x="6210300" y="53530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2A3B6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40" name="記入欄"/>
          <p:cNvSpPr/>
          <p:nvPr/>
        </p:nvSpPr>
        <p:spPr>
          <a:xfrm>
            <a:off x="8667750" y="5353050"/>
            <a:ext cx="23431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EBC864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0972800" y="5629275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000" b="1">
                <a:solidFill>
                  <a:srgbClr val="F0521E"/>
                </a:solidFill>
                <a:latin typeface="Arial"/>
                <a:ea typeface="Arial"/>
              </a:rPr>
              <a:t>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62000" y="561975"/>
            <a:ext cx="95250" cy="4191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28700" y="495300"/>
            <a:ext cx="3467100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A2238"/>
                </a:solidFill>
                <a:latin typeface="Noto Sans JP"/>
                <a:ea typeface="Noto Sans JP"/>
              </a:rPr>
              <a:t>疑問詞の疑問文</a:t>
            </a:r>
          </a:p>
        </p:txBody>
      </p:sp>
      <p:sp>
        <p:nvSpPr>
          <p:cNvPr id="4" name=""/>
          <p:cNvSpPr/>
          <p:nvPr/>
        </p:nvSpPr>
        <p:spPr>
          <a:xfrm>
            <a:off x="3924300" y="600075"/>
            <a:ext cx="647700" cy="352425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5" name=""/>
          <p:cNvSpPr txBox="1"/>
          <p:nvPr/>
        </p:nvSpPr>
        <p:spPr>
          <a:xfrm>
            <a:off x="4076700" y="64770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23B12"/>
                </a:solidFill>
                <a:latin typeface="Noto Sans JP"/>
                <a:ea typeface="Noto Sans JP"/>
              </a:rPr>
              <a:t>練習</a:t>
            </a:r>
          </a:p>
        </p:txBody>
      </p:sp>
      <p:sp>
        <p:nvSpPr>
          <p:cNvPr id="6" name=""/>
          <p:cNvSpPr/>
          <p:nvPr/>
        </p:nvSpPr>
        <p:spPr>
          <a:xfrm>
            <a:off x="1295400" y="1333500"/>
            <a:ext cx="1847850" cy="571500"/>
          </a:xfrm>
          <a:prstGeom prst="roundRect">
            <a:avLst>
              <a:gd name="adj" fmla="val 50000"/>
            </a:avLst>
          </a:prstGeom>
          <a:solidFill>
            <a:srgbClr val="D3F0E2"/>
          </a:solidFill>
          <a:ln/>
        </p:spPr>
      </p:sp>
      <p:sp>
        <p:nvSpPr>
          <p:cNvPr id="7" name=""/>
          <p:cNvSpPr txBox="1"/>
          <p:nvPr/>
        </p:nvSpPr>
        <p:spPr>
          <a:xfrm>
            <a:off x="1924050" y="1485900"/>
            <a:ext cx="600075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1F7A52"/>
                </a:solidFill>
                <a:latin typeface="Arial"/>
                <a:ea typeface="Arial"/>
              </a:rPr>
              <a:t>W</a:t>
            </a:r>
          </a:p>
        </p:txBody>
      </p:sp>
      <p:sp>
        <p:nvSpPr>
          <p:cNvPr id="8" name=""/>
          <p:cNvSpPr/>
          <p:nvPr/>
        </p:nvSpPr>
        <p:spPr>
          <a:xfrm>
            <a:off x="3257550" y="1333500"/>
            <a:ext cx="1847850" cy="5715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9" name=""/>
          <p:cNvSpPr txBox="1"/>
          <p:nvPr/>
        </p:nvSpPr>
        <p:spPr>
          <a:xfrm>
            <a:off x="3619500" y="1457325"/>
            <a:ext cx="11334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</a:rPr>
              <a:t>助動詞</a:t>
            </a:r>
          </a:p>
        </p:txBody>
      </p:sp>
      <p:sp>
        <p:nvSpPr>
          <p:cNvPr id="10" name=""/>
          <p:cNvSpPr/>
          <p:nvPr/>
        </p:nvSpPr>
        <p:spPr>
          <a:xfrm>
            <a:off x="5229225" y="1333500"/>
            <a:ext cx="1847850" cy="571500"/>
          </a:xfrm>
          <a:prstGeom prst="roundRect">
            <a:avLst>
              <a:gd name="adj" fmla="val 50000"/>
            </a:avLst>
          </a:prstGeom>
          <a:solidFill>
            <a:srgbClr val="D6E9FA"/>
          </a:solidFill>
          <a:ln/>
        </p:spPr>
      </p:sp>
      <p:sp>
        <p:nvSpPr>
          <p:cNvPr id="11" name=""/>
          <p:cNvSpPr txBox="1"/>
          <p:nvPr/>
        </p:nvSpPr>
        <p:spPr>
          <a:xfrm>
            <a:off x="5715000" y="1457325"/>
            <a:ext cx="8667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1F5F96"/>
                </a:solidFill>
                <a:latin typeface="Noto Sans JP"/>
                <a:ea typeface="Noto Sans JP"/>
              </a:rPr>
              <a:t>主語</a:t>
            </a:r>
          </a:p>
        </p:txBody>
      </p:sp>
      <p:sp>
        <p:nvSpPr>
          <p:cNvPr id="12" name=""/>
          <p:cNvSpPr/>
          <p:nvPr/>
        </p:nvSpPr>
        <p:spPr>
          <a:xfrm>
            <a:off x="7191375" y="1333500"/>
            <a:ext cx="1847850" cy="571500"/>
          </a:xfrm>
          <a:prstGeom prst="roundRect">
            <a:avLst>
              <a:gd name="adj" fmla="val 50000"/>
            </a:avLst>
          </a:prstGeom>
          <a:solidFill>
            <a:srgbClr val="FFD9E2"/>
          </a:solidFill>
          <a:ln/>
        </p:spPr>
      </p:sp>
      <p:sp>
        <p:nvSpPr>
          <p:cNvPr id="13" name=""/>
          <p:cNvSpPr txBox="1"/>
          <p:nvPr/>
        </p:nvSpPr>
        <p:spPr>
          <a:xfrm>
            <a:off x="7686675" y="1457325"/>
            <a:ext cx="8667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3304F"/>
                </a:solidFill>
                <a:latin typeface="Noto Sans JP"/>
                <a:ea typeface="Noto Sans JP"/>
              </a:rPr>
              <a:t>動詞</a:t>
            </a:r>
          </a:p>
        </p:txBody>
      </p:sp>
      <p:sp>
        <p:nvSpPr>
          <p:cNvPr id="14" name=""/>
          <p:cNvSpPr/>
          <p:nvPr/>
        </p:nvSpPr>
        <p:spPr>
          <a:xfrm>
            <a:off x="9163050" y="1333500"/>
            <a:ext cx="1847850" cy="571500"/>
          </a:xfrm>
          <a:prstGeom prst="roundRect">
            <a:avLst>
              <a:gd name="adj" fmla="val 50000"/>
            </a:avLst>
          </a:prstGeom>
          <a:solidFill>
            <a:srgbClr val="FFEDB8"/>
          </a:solidFill>
          <a:ln/>
        </p:spPr>
      </p:sp>
      <p:sp>
        <p:nvSpPr>
          <p:cNvPr id="15" name=""/>
          <p:cNvSpPr txBox="1"/>
          <p:nvPr/>
        </p:nvSpPr>
        <p:spPr>
          <a:xfrm>
            <a:off x="9515475" y="1457325"/>
            <a:ext cx="11334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8A5A00"/>
                </a:solidFill>
                <a:latin typeface="Noto Sans JP"/>
                <a:ea typeface="Noto Sans JP"/>
              </a:rPr>
              <a:t>目的語</a:t>
            </a:r>
          </a:p>
        </p:txBody>
      </p:sp>
      <p:sp>
        <p:nvSpPr>
          <p:cNvPr id="16" name=""/>
          <p:cNvSpPr/>
          <p:nvPr/>
        </p:nvSpPr>
        <p:spPr>
          <a:xfrm>
            <a:off x="762000" y="2333625"/>
            <a:ext cx="381000" cy="381000"/>
          </a:xfrm>
          <a:prstGeom prst="ellipse">
            <a:avLst/>
          </a:prstGeom>
          <a:solidFill>
            <a:srgbClr val="FFE6DC"/>
          </a:solidFill>
          <a:ln/>
        </p:spPr>
      </p:sp>
      <p:sp>
        <p:nvSpPr>
          <p:cNvPr id="17" name=""/>
          <p:cNvSpPr txBox="1"/>
          <p:nvPr/>
        </p:nvSpPr>
        <p:spPr>
          <a:xfrm>
            <a:off x="723900" y="2419350"/>
            <a:ext cx="46672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C23B12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8" name="記入欄"/>
          <p:cNvSpPr/>
          <p:nvPr/>
        </p:nvSpPr>
        <p:spPr>
          <a:xfrm>
            <a:off x="1295400" y="20383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8FD3B2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19" name="記入欄"/>
          <p:cNvSpPr/>
          <p:nvPr/>
        </p:nvSpPr>
        <p:spPr>
          <a:xfrm>
            <a:off x="3257550" y="20383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5A285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0" name="記入欄"/>
          <p:cNvSpPr/>
          <p:nvPr/>
        </p:nvSpPr>
        <p:spPr>
          <a:xfrm>
            <a:off x="5229225" y="20383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9CC6EC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1" name="記入欄"/>
          <p:cNvSpPr/>
          <p:nvPr/>
        </p:nvSpPr>
        <p:spPr>
          <a:xfrm>
            <a:off x="7191375" y="20383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2A3B6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2" name="記入欄"/>
          <p:cNvSpPr/>
          <p:nvPr/>
        </p:nvSpPr>
        <p:spPr>
          <a:xfrm>
            <a:off x="9163050" y="20383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EBC864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0972800" y="2314575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000" b="1">
                <a:solidFill>
                  <a:srgbClr val="F0521E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24" name=""/>
          <p:cNvSpPr/>
          <p:nvPr/>
        </p:nvSpPr>
        <p:spPr>
          <a:xfrm>
            <a:off x="762000" y="3438525"/>
            <a:ext cx="381000" cy="381000"/>
          </a:xfrm>
          <a:prstGeom prst="ellipse">
            <a:avLst/>
          </a:prstGeom>
          <a:solidFill>
            <a:srgbClr val="FFE6DC"/>
          </a:solidFill>
          <a:ln/>
        </p:spPr>
      </p:sp>
      <p:sp>
        <p:nvSpPr>
          <p:cNvPr id="25" name=""/>
          <p:cNvSpPr txBox="1"/>
          <p:nvPr/>
        </p:nvSpPr>
        <p:spPr>
          <a:xfrm>
            <a:off x="723900" y="3524250"/>
            <a:ext cx="46672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C23B12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26" name="記入欄"/>
          <p:cNvSpPr/>
          <p:nvPr/>
        </p:nvSpPr>
        <p:spPr>
          <a:xfrm>
            <a:off x="1295400" y="31432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8FD3B2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7" name="記入欄"/>
          <p:cNvSpPr/>
          <p:nvPr/>
        </p:nvSpPr>
        <p:spPr>
          <a:xfrm>
            <a:off x="3257550" y="31432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5A285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8" name="記入欄"/>
          <p:cNvSpPr/>
          <p:nvPr/>
        </p:nvSpPr>
        <p:spPr>
          <a:xfrm>
            <a:off x="5229225" y="31432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9CC6EC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9" name="記入欄"/>
          <p:cNvSpPr/>
          <p:nvPr/>
        </p:nvSpPr>
        <p:spPr>
          <a:xfrm>
            <a:off x="7191375" y="31432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2A3B6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0" name="記入欄"/>
          <p:cNvSpPr/>
          <p:nvPr/>
        </p:nvSpPr>
        <p:spPr>
          <a:xfrm>
            <a:off x="9163050" y="31432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EBC864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0972800" y="3419475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000" b="1">
                <a:solidFill>
                  <a:srgbClr val="F0521E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32" name=""/>
          <p:cNvSpPr/>
          <p:nvPr/>
        </p:nvSpPr>
        <p:spPr>
          <a:xfrm>
            <a:off x="762000" y="4543425"/>
            <a:ext cx="381000" cy="381000"/>
          </a:xfrm>
          <a:prstGeom prst="ellipse">
            <a:avLst/>
          </a:prstGeom>
          <a:solidFill>
            <a:srgbClr val="FFE6DC"/>
          </a:solidFill>
          <a:ln/>
        </p:spPr>
      </p:sp>
      <p:sp>
        <p:nvSpPr>
          <p:cNvPr id="33" name=""/>
          <p:cNvSpPr txBox="1"/>
          <p:nvPr/>
        </p:nvSpPr>
        <p:spPr>
          <a:xfrm>
            <a:off x="723900" y="4629150"/>
            <a:ext cx="46672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C23B12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34" name="記入欄"/>
          <p:cNvSpPr/>
          <p:nvPr/>
        </p:nvSpPr>
        <p:spPr>
          <a:xfrm>
            <a:off x="1295400" y="42481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8FD3B2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5" name="記入欄"/>
          <p:cNvSpPr/>
          <p:nvPr/>
        </p:nvSpPr>
        <p:spPr>
          <a:xfrm>
            <a:off x="3257550" y="42481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5A285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6" name="記入欄"/>
          <p:cNvSpPr/>
          <p:nvPr/>
        </p:nvSpPr>
        <p:spPr>
          <a:xfrm>
            <a:off x="5229225" y="42481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9CC6EC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7" name="記入欄"/>
          <p:cNvSpPr/>
          <p:nvPr/>
        </p:nvSpPr>
        <p:spPr>
          <a:xfrm>
            <a:off x="7191375" y="42481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2A3B6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8" name="記入欄"/>
          <p:cNvSpPr/>
          <p:nvPr/>
        </p:nvSpPr>
        <p:spPr>
          <a:xfrm>
            <a:off x="9163050" y="42481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EBC864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0972800" y="4524375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000" b="1">
                <a:solidFill>
                  <a:srgbClr val="F0521E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40" name=""/>
          <p:cNvSpPr/>
          <p:nvPr/>
        </p:nvSpPr>
        <p:spPr>
          <a:xfrm>
            <a:off x="762000" y="5648325"/>
            <a:ext cx="381000" cy="381000"/>
          </a:xfrm>
          <a:prstGeom prst="ellipse">
            <a:avLst/>
          </a:prstGeom>
          <a:solidFill>
            <a:srgbClr val="FFE6DC"/>
          </a:solidFill>
          <a:ln/>
        </p:spPr>
      </p:sp>
      <p:sp>
        <p:nvSpPr>
          <p:cNvPr id="41" name=""/>
          <p:cNvSpPr txBox="1"/>
          <p:nvPr/>
        </p:nvSpPr>
        <p:spPr>
          <a:xfrm>
            <a:off x="723900" y="5734050"/>
            <a:ext cx="46672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C23B12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42" name="記入欄"/>
          <p:cNvSpPr/>
          <p:nvPr/>
        </p:nvSpPr>
        <p:spPr>
          <a:xfrm>
            <a:off x="1295400" y="53530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8FD3B2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43" name="記入欄"/>
          <p:cNvSpPr/>
          <p:nvPr/>
        </p:nvSpPr>
        <p:spPr>
          <a:xfrm>
            <a:off x="3257550" y="53530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5A285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44" name="記入欄"/>
          <p:cNvSpPr/>
          <p:nvPr/>
        </p:nvSpPr>
        <p:spPr>
          <a:xfrm>
            <a:off x="5229225" y="53530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9CC6EC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45" name="記入欄"/>
          <p:cNvSpPr/>
          <p:nvPr/>
        </p:nvSpPr>
        <p:spPr>
          <a:xfrm>
            <a:off x="7191375" y="53530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2A3B6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46" name="記入欄"/>
          <p:cNvSpPr/>
          <p:nvPr/>
        </p:nvSpPr>
        <p:spPr>
          <a:xfrm>
            <a:off x="9163050" y="53530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EBC864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0972800" y="5629275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3000" b="1">
                <a:solidFill>
                  <a:srgbClr val="F0521E"/>
                </a:solidFill>
                <a:latin typeface="Arial"/>
                <a:ea typeface="Arial"/>
              </a:rPr>
              <a:t>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62000" y="561975"/>
            <a:ext cx="95250" cy="4191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3" name=""/>
          <p:cNvSpPr txBox="1"/>
          <p:nvPr/>
        </p:nvSpPr>
        <p:spPr>
          <a:xfrm>
            <a:off x="1028700" y="495300"/>
            <a:ext cx="1685925" cy="5524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3000" b="1">
                <a:solidFill>
                  <a:srgbClr val="1A2238"/>
                </a:solidFill>
                <a:latin typeface="Noto Sans JP"/>
                <a:ea typeface="Noto Sans JP"/>
              </a:rPr>
              <a:t>否定文</a:t>
            </a:r>
          </a:p>
        </p:txBody>
      </p:sp>
      <p:sp>
        <p:nvSpPr>
          <p:cNvPr id="4" name=""/>
          <p:cNvSpPr/>
          <p:nvPr/>
        </p:nvSpPr>
        <p:spPr>
          <a:xfrm>
            <a:off x="2362200" y="600075"/>
            <a:ext cx="647700" cy="352425"/>
          </a:xfrm>
          <a:prstGeom prst="roundRect">
            <a:avLst>
              <a:gd name="adj" fmla="val 50000"/>
            </a:avLst>
          </a:prstGeom>
          <a:solidFill>
            <a:srgbClr val="FFE6DC"/>
          </a:solidFill>
          <a:ln/>
        </p:spPr>
      </p:sp>
      <p:sp>
        <p:nvSpPr>
          <p:cNvPr id="5" name=""/>
          <p:cNvSpPr txBox="1"/>
          <p:nvPr/>
        </p:nvSpPr>
        <p:spPr>
          <a:xfrm>
            <a:off x="2514600" y="647700"/>
            <a:ext cx="733425" cy="247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/>
            <a:r>
              <a:rPr sz="1350" b="1">
                <a:solidFill>
                  <a:srgbClr val="C23B12"/>
                </a:solidFill>
                <a:latin typeface="Noto Sans JP"/>
                <a:ea typeface="Noto Sans JP"/>
              </a:rPr>
              <a:t>練習</a:t>
            </a:r>
          </a:p>
        </p:txBody>
      </p:sp>
      <p:sp>
        <p:nvSpPr>
          <p:cNvPr id="6" name=""/>
          <p:cNvSpPr/>
          <p:nvPr/>
        </p:nvSpPr>
        <p:spPr>
          <a:xfrm>
            <a:off x="1295400" y="1333500"/>
            <a:ext cx="1847850" cy="571500"/>
          </a:xfrm>
          <a:prstGeom prst="roundRect">
            <a:avLst>
              <a:gd name="adj" fmla="val 50000"/>
            </a:avLst>
          </a:prstGeom>
          <a:solidFill>
            <a:srgbClr val="D6E9FA"/>
          </a:solidFill>
          <a:ln/>
        </p:spPr>
      </p:sp>
      <p:sp>
        <p:nvSpPr>
          <p:cNvPr id="7" name=""/>
          <p:cNvSpPr txBox="1"/>
          <p:nvPr/>
        </p:nvSpPr>
        <p:spPr>
          <a:xfrm>
            <a:off x="1790700" y="1457325"/>
            <a:ext cx="8667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1F5F96"/>
                </a:solidFill>
                <a:latin typeface="Noto Sans JP"/>
                <a:ea typeface="Noto Sans JP"/>
              </a:rPr>
              <a:t>主語</a:t>
            </a:r>
          </a:p>
        </p:txBody>
      </p:sp>
      <p:sp>
        <p:nvSpPr>
          <p:cNvPr id="8" name=""/>
          <p:cNvSpPr/>
          <p:nvPr/>
        </p:nvSpPr>
        <p:spPr>
          <a:xfrm>
            <a:off x="3257550" y="1333500"/>
            <a:ext cx="1847850" cy="571500"/>
          </a:xfrm>
          <a:prstGeom prst="roundRect">
            <a:avLst>
              <a:gd name="adj" fmla="val 50000"/>
            </a:avLst>
          </a:prstGeom>
          <a:solidFill>
            <a:srgbClr val="F0521E"/>
          </a:solidFill>
          <a:ln/>
        </p:spPr>
      </p:sp>
      <p:sp>
        <p:nvSpPr>
          <p:cNvPr id="9" name=""/>
          <p:cNvSpPr txBox="1"/>
          <p:nvPr/>
        </p:nvSpPr>
        <p:spPr>
          <a:xfrm>
            <a:off x="3619500" y="1457325"/>
            <a:ext cx="11334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</a:rPr>
              <a:t>助動詞</a:t>
            </a:r>
          </a:p>
        </p:txBody>
      </p:sp>
      <p:sp>
        <p:nvSpPr>
          <p:cNvPr id="10" name=""/>
          <p:cNvSpPr/>
          <p:nvPr/>
        </p:nvSpPr>
        <p:spPr>
          <a:xfrm>
            <a:off x="5229225" y="1333500"/>
            <a:ext cx="1847850" cy="571500"/>
          </a:xfrm>
          <a:prstGeom prst="roundRect">
            <a:avLst>
              <a:gd name="adj" fmla="val 50000"/>
            </a:avLst>
          </a:prstGeom>
          <a:solidFill>
            <a:srgbClr val="1A2238"/>
          </a:solidFill>
          <a:ln/>
        </p:spPr>
      </p:sp>
      <p:sp>
        <p:nvSpPr>
          <p:cNvPr id="11" name=""/>
          <p:cNvSpPr txBox="1"/>
          <p:nvPr/>
        </p:nvSpPr>
        <p:spPr>
          <a:xfrm>
            <a:off x="5686425" y="1485900"/>
            <a:ext cx="933450" cy="2571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  <a:ea typeface="Arial"/>
              </a:rPr>
              <a:t>NOT</a:t>
            </a:r>
          </a:p>
        </p:txBody>
      </p:sp>
      <p:sp>
        <p:nvSpPr>
          <p:cNvPr id="12" name=""/>
          <p:cNvSpPr/>
          <p:nvPr/>
        </p:nvSpPr>
        <p:spPr>
          <a:xfrm>
            <a:off x="7191375" y="1333500"/>
            <a:ext cx="1847850" cy="571500"/>
          </a:xfrm>
          <a:prstGeom prst="roundRect">
            <a:avLst>
              <a:gd name="adj" fmla="val 50000"/>
            </a:avLst>
          </a:prstGeom>
          <a:solidFill>
            <a:srgbClr val="FFD9E2"/>
          </a:solidFill>
          <a:ln/>
        </p:spPr>
      </p:sp>
      <p:sp>
        <p:nvSpPr>
          <p:cNvPr id="13" name=""/>
          <p:cNvSpPr txBox="1"/>
          <p:nvPr/>
        </p:nvSpPr>
        <p:spPr>
          <a:xfrm>
            <a:off x="7686675" y="1457325"/>
            <a:ext cx="8667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B3304F"/>
                </a:solidFill>
                <a:latin typeface="Noto Sans JP"/>
                <a:ea typeface="Noto Sans JP"/>
              </a:rPr>
              <a:t>動詞</a:t>
            </a:r>
          </a:p>
        </p:txBody>
      </p:sp>
      <p:sp>
        <p:nvSpPr>
          <p:cNvPr id="14" name=""/>
          <p:cNvSpPr/>
          <p:nvPr/>
        </p:nvSpPr>
        <p:spPr>
          <a:xfrm>
            <a:off x="9163050" y="1333500"/>
            <a:ext cx="1847850" cy="571500"/>
          </a:xfrm>
          <a:prstGeom prst="roundRect">
            <a:avLst>
              <a:gd name="adj" fmla="val 50000"/>
            </a:avLst>
          </a:prstGeom>
          <a:solidFill>
            <a:srgbClr val="FFEDB8"/>
          </a:solidFill>
          <a:ln/>
        </p:spPr>
      </p:sp>
      <p:sp>
        <p:nvSpPr>
          <p:cNvPr id="15" name=""/>
          <p:cNvSpPr txBox="1"/>
          <p:nvPr/>
        </p:nvSpPr>
        <p:spPr>
          <a:xfrm>
            <a:off x="9515475" y="1457325"/>
            <a:ext cx="1133475" cy="33337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8A5A00"/>
                </a:solidFill>
                <a:latin typeface="Noto Sans JP"/>
                <a:ea typeface="Noto Sans JP"/>
              </a:rPr>
              <a:t>目的語</a:t>
            </a:r>
          </a:p>
        </p:txBody>
      </p:sp>
      <p:sp>
        <p:nvSpPr>
          <p:cNvPr id="16" name=""/>
          <p:cNvSpPr/>
          <p:nvPr/>
        </p:nvSpPr>
        <p:spPr>
          <a:xfrm>
            <a:off x="762000" y="2333625"/>
            <a:ext cx="381000" cy="381000"/>
          </a:xfrm>
          <a:prstGeom prst="ellipse">
            <a:avLst/>
          </a:prstGeom>
          <a:solidFill>
            <a:srgbClr val="FFE6DC"/>
          </a:solidFill>
          <a:ln/>
        </p:spPr>
      </p:sp>
      <p:sp>
        <p:nvSpPr>
          <p:cNvPr id="17" name=""/>
          <p:cNvSpPr txBox="1"/>
          <p:nvPr/>
        </p:nvSpPr>
        <p:spPr>
          <a:xfrm>
            <a:off x="723900" y="2419350"/>
            <a:ext cx="46672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C23B12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8" name="記入欄"/>
          <p:cNvSpPr/>
          <p:nvPr/>
        </p:nvSpPr>
        <p:spPr>
          <a:xfrm>
            <a:off x="1295400" y="20383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9CC6EC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19" name="記入欄"/>
          <p:cNvSpPr/>
          <p:nvPr/>
        </p:nvSpPr>
        <p:spPr>
          <a:xfrm>
            <a:off x="3257550" y="20383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5A285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0" name="記入欄"/>
          <p:cNvSpPr/>
          <p:nvPr/>
        </p:nvSpPr>
        <p:spPr>
          <a:xfrm>
            <a:off x="5229225" y="20383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8A93A8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1" name="記入欄"/>
          <p:cNvSpPr/>
          <p:nvPr/>
        </p:nvSpPr>
        <p:spPr>
          <a:xfrm>
            <a:off x="7191375" y="20383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2A3B6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2" name="記入欄"/>
          <p:cNvSpPr/>
          <p:nvPr/>
        </p:nvSpPr>
        <p:spPr>
          <a:xfrm>
            <a:off x="9163050" y="20383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EBC864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3" name=""/>
          <p:cNvSpPr/>
          <p:nvPr/>
        </p:nvSpPr>
        <p:spPr>
          <a:xfrm>
            <a:off x="762000" y="3438525"/>
            <a:ext cx="381000" cy="381000"/>
          </a:xfrm>
          <a:prstGeom prst="ellipse">
            <a:avLst/>
          </a:prstGeom>
          <a:solidFill>
            <a:srgbClr val="FFE6DC"/>
          </a:solidFill>
          <a:ln/>
        </p:spPr>
      </p:sp>
      <p:sp>
        <p:nvSpPr>
          <p:cNvPr id="24" name=""/>
          <p:cNvSpPr txBox="1"/>
          <p:nvPr/>
        </p:nvSpPr>
        <p:spPr>
          <a:xfrm>
            <a:off x="723900" y="3524250"/>
            <a:ext cx="46672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C23B12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25" name="記入欄"/>
          <p:cNvSpPr/>
          <p:nvPr/>
        </p:nvSpPr>
        <p:spPr>
          <a:xfrm>
            <a:off x="1295400" y="31432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9CC6EC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6" name="記入欄"/>
          <p:cNvSpPr/>
          <p:nvPr/>
        </p:nvSpPr>
        <p:spPr>
          <a:xfrm>
            <a:off x="3257550" y="31432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5A285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7" name="記入欄"/>
          <p:cNvSpPr/>
          <p:nvPr/>
        </p:nvSpPr>
        <p:spPr>
          <a:xfrm>
            <a:off x="5229225" y="31432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8A93A8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8" name="記入欄"/>
          <p:cNvSpPr/>
          <p:nvPr/>
        </p:nvSpPr>
        <p:spPr>
          <a:xfrm>
            <a:off x="7191375" y="31432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2A3B6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29" name="記入欄"/>
          <p:cNvSpPr/>
          <p:nvPr/>
        </p:nvSpPr>
        <p:spPr>
          <a:xfrm>
            <a:off x="9163050" y="31432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EBC864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0" name=""/>
          <p:cNvSpPr/>
          <p:nvPr/>
        </p:nvSpPr>
        <p:spPr>
          <a:xfrm>
            <a:off x="762000" y="4543425"/>
            <a:ext cx="381000" cy="381000"/>
          </a:xfrm>
          <a:prstGeom prst="ellipse">
            <a:avLst/>
          </a:prstGeom>
          <a:solidFill>
            <a:srgbClr val="FFE6DC"/>
          </a:solidFill>
          <a:ln/>
        </p:spPr>
      </p:sp>
      <p:sp>
        <p:nvSpPr>
          <p:cNvPr id="31" name=""/>
          <p:cNvSpPr txBox="1"/>
          <p:nvPr/>
        </p:nvSpPr>
        <p:spPr>
          <a:xfrm>
            <a:off x="723900" y="4629150"/>
            <a:ext cx="46672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C23B12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32" name="記入欄"/>
          <p:cNvSpPr/>
          <p:nvPr/>
        </p:nvSpPr>
        <p:spPr>
          <a:xfrm>
            <a:off x="1295400" y="42481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9CC6EC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3" name="記入欄"/>
          <p:cNvSpPr/>
          <p:nvPr/>
        </p:nvSpPr>
        <p:spPr>
          <a:xfrm>
            <a:off x="3257550" y="42481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5A285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4" name="記入欄"/>
          <p:cNvSpPr/>
          <p:nvPr/>
        </p:nvSpPr>
        <p:spPr>
          <a:xfrm>
            <a:off x="5229225" y="42481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8A93A8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5" name="記入欄"/>
          <p:cNvSpPr/>
          <p:nvPr/>
        </p:nvSpPr>
        <p:spPr>
          <a:xfrm>
            <a:off x="7191375" y="42481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2A3B6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6" name="記入欄"/>
          <p:cNvSpPr/>
          <p:nvPr/>
        </p:nvSpPr>
        <p:spPr>
          <a:xfrm>
            <a:off x="9163050" y="42481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EBC864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37" name=""/>
          <p:cNvSpPr/>
          <p:nvPr/>
        </p:nvSpPr>
        <p:spPr>
          <a:xfrm>
            <a:off x="762000" y="5648325"/>
            <a:ext cx="381000" cy="381000"/>
          </a:xfrm>
          <a:prstGeom prst="ellipse">
            <a:avLst/>
          </a:prstGeom>
          <a:solidFill>
            <a:srgbClr val="FFE6DC"/>
          </a:solidFill>
          <a:ln/>
        </p:spPr>
      </p:sp>
      <p:sp>
        <p:nvSpPr>
          <p:cNvPr id="38" name=""/>
          <p:cNvSpPr txBox="1"/>
          <p:nvPr/>
        </p:nvSpPr>
        <p:spPr>
          <a:xfrm>
            <a:off x="723900" y="5734050"/>
            <a:ext cx="466725" cy="2095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sz="1500" b="1">
                <a:solidFill>
                  <a:srgbClr val="C23B12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39" name="記入欄"/>
          <p:cNvSpPr/>
          <p:nvPr/>
        </p:nvSpPr>
        <p:spPr>
          <a:xfrm>
            <a:off x="1295400" y="53530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9CC6EC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40" name="記入欄"/>
          <p:cNvSpPr/>
          <p:nvPr/>
        </p:nvSpPr>
        <p:spPr>
          <a:xfrm>
            <a:off x="3257550" y="53530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5A285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41" name="記入欄"/>
          <p:cNvSpPr/>
          <p:nvPr/>
        </p:nvSpPr>
        <p:spPr>
          <a:xfrm>
            <a:off x="5229225" y="53530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8A93A8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42" name="記入欄"/>
          <p:cNvSpPr/>
          <p:nvPr/>
        </p:nvSpPr>
        <p:spPr>
          <a:xfrm>
            <a:off x="7191375" y="53530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F2A3B6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  <p:sp>
        <p:nvSpPr>
          <p:cNvPr id="43" name="記入欄"/>
          <p:cNvSpPr/>
          <p:nvPr/>
        </p:nvSpPr>
        <p:spPr>
          <a:xfrm>
            <a:off x="9163050" y="5353050"/>
            <a:ext cx="1847850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EBC864"/>
            </a:solidFill>
            <a:prstDash val="dash"/>
          </a:ln>
        </p:spPr>
        <p:txBody>
          <a:bodyPr wrap="square" lIns="76200" tIns="76200" rIns="76200" bIns="76200" anchor="ctr"/>
          <a:lstStyle/>
          <a:p>
            <a:pPr algn="ctr"/>
            <a:endParaRPr lang="ja-JP" sz="2400" b="1">
              <a:solidFill>
                <a:srgbClr val="1A2238"/>
              </a:solidFill>
              <a:latin typeface="Noto Sans JP"/>
              <a:ea typeface="Noto Sans JP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