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slideLayout1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
		
		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4" Type="http://schemas.openxmlformats.org/officeDocument/2006/relationships/presProps" Target="presProps.xml"/><Relationship Id="rId16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2.png"/><Relationship Id="rId6" Type="http://schemas.openxmlformats.org/officeDocument/2006/relationships/image" Target="../media/image-3-1.png"/><Relationship Id="rId7" Type="http://schemas.openxmlformats.org/officeDocument/2006/relationships/image" Target="../media/image-3-3.png"/><Relationship Id="rId8" Type="http://schemas.openxmlformats.org/officeDocument/2006/relationships/image" Target="../media/image-3-4.png"/><Relationship Id="rId9" Type="http://schemas.openxmlformats.org/officeDocument/2006/relationships/image" Target="../media/image-3-2.png"/><Relationship Id="rId10" Type="http://schemas.openxmlformats.org/officeDocument/2006/relationships/image" Target="../media/image-3-1.png"/><Relationship Id="rId11" Type="http://schemas.openxmlformats.org/officeDocument/2006/relationships/image" Target="../media/image-3-3.png"/><Relationship Id="rId12" Type="http://schemas.openxmlformats.org/officeDocument/2006/relationships/image" Target="../media/image-3-4.png"/><Relationship Id="rId13" Type="http://schemas.openxmlformats.org/officeDocument/2006/relationships/image" Target="../media/image-3-1.png"/><Relationship Id="rId14" Type="http://schemas.openxmlformats.org/officeDocument/2006/relationships/image" Target="../media/image-3-2.png"/><Relationship Id="rId15" Type="http://schemas.openxmlformats.org/officeDocument/2006/relationships/image" Target="../media/image-3-3.png"/><Relationship Id="rId16" Type="http://schemas.openxmlformats.org/officeDocument/2006/relationships/image" Target="../media/image-3-4.png"/><Relationship Id="rId17" Type="http://schemas.openxmlformats.org/officeDocument/2006/relationships/image" Target="../media/image-3-1.png"/><Relationship Id="rId18" Type="http://schemas.openxmlformats.org/officeDocument/2006/relationships/image" Target="../media/image-3-2.png"/><Relationship Id="rId19" Type="http://schemas.openxmlformats.org/officeDocument/2006/relationships/image" Target="../media/image-3-3.png"/><Relationship Id="rId20" Type="http://schemas.openxmlformats.org/officeDocument/2006/relationships/image" Target="../media/image-3-4.png"/><Relationship Id="rId2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1143000" y="2019300"/>
            <a:ext cx="6267450" cy="1438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7800" b="1">
                <a:solidFill>
                  <a:srgbClr val="1A2238"/>
                </a:solidFill>
                <a:latin typeface="Noto Sans JP"/>
                <a:ea typeface="Noto Sans JP"/>
              </a:rPr>
              <a:t>文章の構成</a:t>
            </a:r>
          </a:p>
        </p:txBody>
      </p:sp>
      <p:sp>
        <p:nvSpPr>
          <p:cNvPr id="3" name=""/>
          <p:cNvSpPr/>
          <p:nvPr/>
        </p:nvSpPr>
        <p:spPr>
          <a:xfrm>
            <a:off x="1143000" y="3657600"/>
            <a:ext cx="1143000" cy="76200"/>
          </a:xfrm>
          <a:prstGeom prst="roundRect">
            <a:avLst>
              <a:gd name="adj" fmla="val 50000"/>
            </a:avLst>
          </a:prstGeom>
          <a:solidFill>
            <a:srgbClr val="F0521E"/>
          </a:solidFill>
          <a:ln/>
        </p:spPr>
      </p:sp>
      <p:sp>
        <p:nvSpPr>
          <p:cNvPr id="4" name=""/>
          <p:cNvSpPr/>
          <p:nvPr/>
        </p:nvSpPr>
        <p:spPr>
          <a:xfrm>
            <a:off x="1143000" y="4152900"/>
            <a:ext cx="1333500" cy="514350"/>
          </a:xfrm>
          <a:prstGeom prst="roundRect">
            <a:avLst>
              <a:gd name="adj" fmla="val 50000"/>
            </a:avLst>
          </a:prstGeom>
          <a:solidFill>
            <a:srgbClr val="FFDDE0"/>
          </a:solidFill>
          <a:ln/>
        </p:spPr>
      </p:sp>
      <p:sp>
        <p:nvSpPr>
          <p:cNvPr id="5" name=""/>
          <p:cNvSpPr txBox="1"/>
          <p:nvPr/>
        </p:nvSpPr>
        <p:spPr>
          <a:xfrm>
            <a:off x="1400175" y="4257675"/>
            <a:ext cx="8286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C42B3B"/>
                </a:solidFill>
                <a:latin typeface="Noto Sans JP"/>
                <a:ea typeface="Noto Sans JP"/>
              </a:rPr>
              <a:t>主語</a:t>
            </a:r>
          </a:p>
        </p:txBody>
      </p:sp>
      <p:sp>
        <p:nvSpPr>
          <p:cNvPr id="6" name=""/>
          <p:cNvSpPr/>
          <p:nvPr/>
        </p:nvSpPr>
        <p:spPr>
          <a:xfrm>
            <a:off x="2609850" y="4152900"/>
            <a:ext cx="1333500" cy="514350"/>
          </a:xfrm>
          <a:prstGeom prst="roundRect">
            <a:avLst>
              <a:gd name="adj" fmla="val 50000"/>
            </a:avLst>
          </a:prstGeom>
          <a:solidFill>
            <a:srgbClr val="FFE98A"/>
          </a:solidFill>
          <a:ln/>
        </p:spPr>
      </p:sp>
      <p:sp>
        <p:nvSpPr>
          <p:cNvPr id="7" name=""/>
          <p:cNvSpPr txBox="1"/>
          <p:nvPr/>
        </p:nvSpPr>
        <p:spPr>
          <a:xfrm>
            <a:off x="2743200" y="4257675"/>
            <a:ext cx="10668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7A5A00"/>
                </a:solidFill>
                <a:latin typeface="Noto Sans JP"/>
                <a:ea typeface="Noto Sans JP"/>
              </a:rPr>
              <a:t>助動詞</a:t>
            </a:r>
          </a:p>
        </p:txBody>
      </p:sp>
      <p:sp>
        <p:nvSpPr>
          <p:cNvPr id="8" name=""/>
          <p:cNvSpPr/>
          <p:nvPr/>
        </p:nvSpPr>
        <p:spPr>
          <a:xfrm>
            <a:off x="4076700" y="4152900"/>
            <a:ext cx="1333500" cy="514350"/>
          </a:xfrm>
          <a:prstGeom prst="roundRect">
            <a:avLst>
              <a:gd name="adj" fmla="val 50000"/>
            </a:avLst>
          </a:prstGeom>
          <a:solidFill>
            <a:srgbClr val="DDF1C6"/>
          </a:solidFill>
          <a:ln/>
        </p:spPr>
      </p:sp>
      <p:sp>
        <p:nvSpPr>
          <p:cNvPr id="9" name=""/>
          <p:cNvSpPr txBox="1"/>
          <p:nvPr/>
        </p:nvSpPr>
        <p:spPr>
          <a:xfrm>
            <a:off x="4333875" y="4257675"/>
            <a:ext cx="8286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3D7A1A"/>
                </a:solidFill>
                <a:latin typeface="Noto Sans JP"/>
                <a:ea typeface="Noto Sans JP"/>
              </a:rPr>
              <a:t>動詞</a:t>
            </a:r>
          </a:p>
        </p:txBody>
      </p:sp>
      <p:sp>
        <p:nvSpPr>
          <p:cNvPr id="10" name=""/>
          <p:cNvSpPr/>
          <p:nvPr/>
        </p:nvSpPr>
        <p:spPr>
          <a:xfrm>
            <a:off x="5543550" y="4152900"/>
            <a:ext cx="1333500" cy="514350"/>
          </a:xfrm>
          <a:prstGeom prst="roundRect">
            <a:avLst>
              <a:gd name="adj" fmla="val 50000"/>
            </a:avLst>
          </a:prstGeom>
          <a:solidFill>
            <a:srgbClr val="FFE0C0"/>
          </a:solidFill>
          <a:ln/>
        </p:spPr>
      </p:sp>
      <p:sp>
        <p:nvSpPr>
          <p:cNvPr id="11" name=""/>
          <p:cNvSpPr txBox="1"/>
          <p:nvPr/>
        </p:nvSpPr>
        <p:spPr>
          <a:xfrm>
            <a:off x="5676900" y="4257675"/>
            <a:ext cx="10668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B65300"/>
                </a:solidFill>
                <a:latin typeface="Noto Sans JP"/>
                <a:ea typeface="Noto Sans JP"/>
              </a:rPr>
              <a:t>目的語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C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62000" y="561975"/>
            <a:ext cx="95250" cy="419100"/>
          </a:xfrm>
          <a:prstGeom prst="roundRect">
            <a:avLst>
              <a:gd name="adj" fmla="val 50000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28700" y="495300"/>
            <a:ext cx="21336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A2238"/>
                </a:solidFill>
                <a:latin typeface="Noto Sans JP"/>
                <a:ea typeface="Noto Sans JP"/>
              </a:rPr>
              <a:t>基本の形</a:t>
            </a:r>
          </a:p>
        </p:txBody>
      </p:sp>
      <p:sp>
        <p:nvSpPr>
          <p:cNvPr id="4" name=""/>
          <p:cNvSpPr/>
          <p:nvPr/>
        </p:nvSpPr>
        <p:spPr>
          <a:xfrm>
            <a:off x="1752600" y="2181225"/>
            <a:ext cx="2667000" cy="1428750"/>
          </a:xfrm>
          <a:prstGeom prst="roundRect">
            <a:avLst>
              <a:gd name="adj" fmla="val 21333"/>
            </a:avLst>
          </a:prstGeom>
          <a:solidFill>
            <a:srgbClr val="FFDDE0"/>
          </a:solidFill>
          <a:ln/>
        </p:spPr>
      </p:sp>
      <p:sp>
        <p:nvSpPr>
          <p:cNvPr id="5" name=""/>
          <p:cNvSpPr txBox="1"/>
          <p:nvPr/>
        </p:nvSpPr>
        <p:spPr>
          <a:xfrm>
            <a:off x="2409825" y="2590800"/>
            <a:ext cx="134302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300" b="1">
                <a:solidFill>
                  <a:srgbClr val="C42B3B"/>
                </a:solidFill>
                <a:latin typeface="Noto Sans JP"/>
                <a:ea typeface="Noto Sans JP"/>
              </a:rPr>
              <a:t>主語</a:t>
            </a:r>
          </a:p>
        </p:txBody>
      </p:sp>
      <p:sp>
        <p:nvSpPr>
          <p:cNvPr id="6" name=""/>
          <p:cNvSpPr/>
          <p:nvPr/>
        </p:nvSpPr>
        <p:spPr>
          <a:xfrm>
            <a:off x="4762500" y="2181225"/>
            <a:ext cx="2667000" cy="1428750"/>
          </a:xfrm>
          <a:prstGeom prst="roundRect">
            <a:avLst>
              <a:gd name="adj" fmla="val 21333"/>
            </a:avLst>
          </a:prstGeom>
          <a:solidFill>
            <a:srgbClr val="DDF1C6"/>
          </a:solidFill>
          <a:ln/>
        </p:spPr>
      </p:sp>
      <p:sp>
        <p:nvSpPr>
          <p:cNvPr id="7" name=""/>
          <p:cNvSpPr txBox="1"/>
          <p:nvPr/>
        </p:nvSpPr>
        <p:spPr>
          <a:xfrm>
            <a:off x="5419725" y="2590800"/>
            <a:ext cx="134302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300" b="1">
                <a:solidFill>
                  <a:srgbClr val="3D7A1A"/>
                </a:solidFill>
                <a:latin typeface="Noto Sans JP"/>
                <a:ea typeface="Noto Sans JP"/>
              </a:rPr>
              <a:t>動詞</a:t>
            </a:r>
          </a:p>
        </p:txBody>
      </p:sp>
      <p:sp>
        <p:nvSpPr>
          <p:cNvPr id="8" name=""/>
          <p:cNvSpPr/>
          <p:nvPr/>
        </p:nvSpPr>
        <p:spPr>
          <a:xfrm>
            <a:off x="7772400" y="2181225"/>
            <a:ext cx="2667000" cy="1428750"/>
          </a:xfrm>
          <a:prstGeom prst="roundRect">
            <a:avLst>
              <a:gd name="adj" fmla="val 21333"/>
            </a:avLst>
          </a:prstGeom>
          <a:solidFill>
            <a:srgbClr val="FFE0C0"/>
          </a:solidFill>
          <a:ln/>
        </p:spPr>
      </p:sp>
      <p:sp>
        <p:nvSpPr>
          <p:cNvPr id="9" name=""/>
          <p:cNvSpPr txBox="1"/>
          <p:nvPr/>
        </p:nvSpPr>
        <p:spPr>
          <a:xfrm>
            <a:off x="8181975" y="2590800"/>
            <a:ext cx="18478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300" b="1">
                <a:solidFill>
                  <a:srgbClr val="B65300"/>
                </a:solidFill>
                <a:latin typeface="Noto Sans JP"/>
                <a:ea typeface="Noto Sans JP"/>
              </a:rPr>
              <a:t>目的語</a:t>
            </a:r>
          </a:p>
        </p:txBody>
      </p:sp>
      <p:sp>
        <p:nvSpPr>
          <p:cNvPr id="10" name=""/>
          <p:cNvSpPr txBox="1"/>
          <p:nvPr/>
        </p:nvSpPr>
        <p:spPr>
          <a:xfrm>
            <a:off x="2847975" y="3829050"/>
            <a:ext cx="4857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450" b="1">
                <a:solidFill>
                  <a:srgbClr val="1A2238"/>
                </a:solidFill>
                <a:latin typeface="Arial"/>
                <a:ea typeface="Arial"/>
              </a:rPr>
              <a:t>I</a:t>
            </a:r>
          </a:p>
        </p:txBody>
      </p:sp>
      <p:sp>
        <p:nvSpPr>
          <p:cNvPr id="11" name=""/>
          <p:cNvSpPr txBox="1"/>
          <p:nvPr/>
        </p:nvSpPr>
        <p:spPr>
          <a:xfrm>
            <a:off x="5562600" y="3829050"/>
            <a:ext cx="10668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450" b="1">
                <a:solidFill>
                  <a:srgbClr val="1A2238"/>
                </a:solidFill>
                <a:latin typeface="Arial"/>
                <a:ea typeface="Arial"/>
              </a:rPr>
              <a:t>eat</a:t>
            </a:r>
          </a:p>
        </p:txBody>
      </p:sp>
      <p:sp>
        <p:nvSpPr>
          <p:cNvPr id="12" name=""/>
          <p:cNvSpPr txBox="1"/>
          <p:nvPr/>
        </p:nvSpPr>
        <p:spPr>
          <a:xfrm>
            <a:off x="8210550" y="3829050"/>
            <a:ext cx="180022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450" b="1">
                <a:solidFill>
                  <a:srgbClr val="1A2238"/>
                </a:solidFill>
                <a:latin typeface="Arial"/>
                <a:ea typeface="Arial"/>
              </a:rPr>
              <a:t>sushi.</a:t>
            </a:r>
          </a:p>
        </p:txBody>
      </p:sp>
      <p:sp>
        <p:nvSpPr>
          <p:cNvPr id="13" name=""/>
          <p:cNvSpPr txBox="1"/>
          <p:nvPr/>
        </p:nvSpPr>
        <p:spPr>
          <a:xfrm>
            <a:off x="4733925" y="4657725"/>
            <a:ext cx="34766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4B5569"/>
                </a:solidFill>
                <a:latin typeface="Noto Sans JP"/>
                <a:ea typeface="Noto Sans JP"/>
              </a:rPr>
              <a:t>私は すしを 食べる。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C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62000" y="561975"/>
            <a:ext cx="95250" cy="419100"/>
          </a:xfrm>
          <a:prstGeom prst="roundRect">
            <a:avLst>
              <a:gd name="adj" fmla="val 50000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28700" y="495300"/>
            <a:ext cx="196215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A2238"/>
                </a:solidFill>
                <a:latin typeface="Noto Sans JP"/>
                <a:ea typeface="Noto Sans JP"/>
              </a:rPr>
              <a:t>4つの形</a:t>
            </a:r>
          </a:p>
        </p:txBody>
      </p:sp>
      <p:sp>
        <p:nvSpPr>
          <p:cNvPr id="4" name=""/>
          <p:cNvSpPr txBox="1"/>
          <p:nvPr/>
        </p:nvSpPr>
        <p:spPr>
          <a:xfrm>
            <a:off x="762000" y="1485900"/>
            <a:ext cx="102870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B5569"/>
                </a:solidFill>
                <a:latin typeface="Noto Sans JP"/>
                <a:ea typeface="Noto Sans JP"/>
              </a:rPr>
              <a:t>肯定文</a:t>
            </a:r>
          </a:p>
        </p:txBody>
      </p:sp>
      <p:pic>
        <p:nvPicPr>
          <p:cNvPr id="5" name="Image 0" descr="りんご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81300" y="1295400"/>
            <a:ext cx="666750" cy="666750"/>
          </a:xfrm>
          <a:prstGeom prst="rect">
            <a:avLst/>
          </a:prstGeom>
        </p:spPr>
      </p:pic>
      <p:pic>
        <p:nvPicPr>
          <p:cNvPr id="6" name="Image 1" descr="黄色いバナナ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295400"/>
            <a:ext cx="666750" cy="666750"/>
          </a:xfrm>
          <a:prstGeom prst="rect">
            <a:avLst/>
          </a:prstGeom>
        </p:spPr>
      </p:pic>
      <p:pic>
        <p:nvPicPr>
          <p:cNvPr id="7" name="Image 2" descr="緑のバナナ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3900" y="1295400"/>
            <a:ext cx="666750" cy="666750"/>
          </a:xfrm>
          <a:prstGeom prst="rect">
            <a:avLst/>
          </a:prstGeom>
        </p:spPr>
      </p:pic>
      <p:pic>
        <p:nvPicPr>
          <p:cNvPr id="8" name="Image 3" descr="オレンジ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0200" y="1295400"/>
            <a:ext cx="666750" cy="66675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762000" y="2266950"/>
            <a:ext cx="102870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B5569"/>
                </a:solidFill>
                <a:latin typeface="Noto Sans JP"/>
                <a:ea typeface="Noto Sans JP"/>
              </a:rPr>
              <a:t>疑問文</a:t>
            </a:r>
          </a:p>
        </p:txBody>
      </p:sp>
      <p:pic>
        <p:nvPicPr>
          <p:cNvPr id="10" name="Image 4" descr="黄色いバナナ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81300" y="2076450"/>
            <a:ext cx="666750" cy="666750"/>
          </a:xfrm>
          <a:prstGeom prst="rect">
            <a:avLst/>
          </a:prstGeom>
        </p:spPr>
      </p:pic>
      <p:pic>
        <p:nvPicPr>
          <p:cNvPr id="11" name="Image 5" descr="りんご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7600" y="2076450"/>
            <a:ext cx="666750" cy="666750"/>
          </a:xfrm>
          <a:prstGeom prst="rect">
            <a:avLst/>
          </a:prstGeom>
        </p:spPr>
      </p:pic>
      <p:pic>
        <p:nvPicPr>
          <p:cNvPr id="12" name="Image 6" descr="緑のバナナ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33900" y="2076450"/>
            <a:ext cx="666750" cy="666750"/>
          </a:xfrm>
          <a:prstGeom prst="rect">
            <a:avLst/>
          </a:prstGeom>
        </p:spPr>
      </p:pic>
      <p:pic>
        <p:nvPicPr>
          <p:cNvPr id="13" name="Image 7" descr="オレンジ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10200" y="2076450"/>
            <a:ext cx="666750" cy="666750"/>
          </a:xfrm>
          <a:prstGeom prst="rect">
            <a:avLst/>
          </a:prstGeom>
        </p:spPr>
      </p:pic>
      <p:sp>
        <p:nvSpPr>
          <p:cNvPr id="14" name=""/>
          <p:cNvSpPr txBox="1"/>
          <p:nvPr/>
        </p:nvSpPr>
        <p:spPr>
          <a:xfrm>
            <a:off x="6315075" y="2171700"/>
            <a:ext cx="638175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A2238"/>
                </a:solidFill>
                <a:latin typeface="Arial"/>
                <a:ea typeface="Arial"/>
              </a:rPr>
              <a:t>?</a:t>
            </a:r>
          </a:p>
        </p:txBody>
      </p:sp>
      <p:sp>
        <p:nvSpPr>
          <p:cNvPr id="15" name=""/>
          <p:cNvSpPr txBox="1"/>
          <p:nvPr/>
        </p:nvSpPr>
        <p:spPr>
          <a:xfrm>
            <a:off x="762000" y="3048000"/>
            <a:ext cx="19526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B5569"/>
                </a:solidFill>
                <a:latin typeface="Noto Sans JP"/>
                <a:ea typeface="Noto Sans JP"/>
              </a:rPr>
              <a:t>疑問詞の疑問文</a:t>
            </a:r>
          </a:p>
        </p:txBody>
      </p:sp>
      <p:sp>
        <p:nvSpPr>
          <p:cNvPr id="16" name=""/>
          <p:cNvSpPr/>
          <p:nvPr/>
        </p:nvSpPr>
        <p:spPr>
          <a:xfrm>
            <a:off x="2781300" y="2952750"/>
            <a:ext cx="1047750" cy="476250"/>
          </a:xfrm>
          <a:prstGeom prst="roundRect">
            <a:avLst>
              <a:gd name="adj" fmla="val 50000"/>
            </a:avLst>
          </a:prstGeom>
          <a:solidFill>
            <a:srgbClr val="D6E9FA"/>
          </a:solidFill>
          <a:ln/>
        </p:spPr>
      </p:sp>
      <p:sp>
        <p:nvSpPr>
          <p:cNvPr id="17" name=""/>
          <p:cNvSpPr txBox="1"/>
          <p:nvPr/>
        </p:nvSpPr>
        <p:spPr>
          <a:xfrm>
            <a:off x="3019425" y="3067050"/>
            <a:ext cx="5810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1F5F96"/>
                </a:solidFill>
                <a:latin typeface="Arial"/>
                <a:ea typeface="Arial"/>
              </a:rPr>
              <a:t>W</a:t>
            </a:r>
          </a:p>
        </p:txBody>
      </p:sp>
      <p:pic>
        <p:nvPicPr>
          <p:cNvPr id="18" name="Image 8" descr="黄色いバナナ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38600" y="2857500"/>
            <a:ext cx="666750" cy="666750"/>
          </a:xfrm>
          <a:prstGeom prst="rect">
            <a:avLst/>
          </a:prstGeom>
        </p:spPr>
      </p:pic>
      <p:pic>
        <p:nvPicPr>
          <p:cNvPr id="19" name="Image 9" descr="りんご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914900" y="2857500"/>
            <a:ext cx="666750" cy="666750"/>
          </a:xfrm>
          <a:prstGeom prst="rect">
            <a:avLst/>
          </a:prstGeom>
        </p:spPr>
      </p:pic>
      <p:pic>
        <p:nvPicPr>
          <p:cNvPr id="20" name="Image 10" descr="緑のバナナ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91200" y="2857500"/>
            <a:ext cx="666750" cy="666750"/>
          </a:xfrm>
          <a:prstGeom prst="rect">
            <a:avLst/>
          </a:prstGeom>
        </p:spPr>
      </p:pic>
      <p:pic>
        <p:nvPicPr>
          <p:cNvPr id="21" name="Image 11" descr="オレンジ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67500" y="2857500"/>
            <a:ext cx="666750" cy="666750"/>
          </a:xfrm>
          <a:prstGeom prst="rect">
            <a:avLst/>
          </a:prstGeom>
        </p:spPr>
      </p:pic>
      <p:sp>
        <p:nvSpPr>
          <p:cNvPr id="22" name=""/>
          <p:cNvSpPr txBox="1"/>
          <p:nvPr/>
        </p:nvSpPr>
        <p:spPr>
          <a:xfrm>
            <a:off x="7572375" y="2952750"/>
            <a:ext cx="638175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A2238"/>
                </a:solidFill>
                <a:latin typeface="Arial"/>
                <a:ea typeface="Arial"/>
              </a:rPr>
              <a:t>?</a:t>
            </a:r>
          </a:p>
        </p:txBody>
      </p:sp>
      <p:sp>
        <p:nvSpPr>
          <p:cNvPr id="23" name=""/>
          <p:cNvSpPr txBox="1"/>
          <p:nvPr/>
        </p:nvSpPr>
        <p:spPr>
          <a:xfrm>
            <a:off x="762000" y="3829050"/>
            <a:ext cx="102870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B5569"/>
                </a:solidFill>
                <a:latin typeface="Noto Sans JP"/>
                <a:ea typeface="Noto Sans JP"/>
              </a:rPr>
              <a:t>否定文</a:t>
            </a:r>
          </a:p>
        </p:txBody>
      </p:sp>
      <p:pic>
        <p:nvPicPr>
          <p:cNvPr id="24" name="Image 12" descr="りんご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781300" y="3638550"/>
            <a:ext cx="666750" cy="666750"/>
          </a:xfrm>
          <a:prstGeom prst="rect">
            <a:avLst/>
          </a:prstGeom>
        </p:spPr>
      </p:pic>
      <p:pic>
        <p:nvPicPr>
          <p:cNvPr id="25" name="Image 13" descr="黄色いバナナ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657600" y="3638550"/>
            <a:ext cx="666750" cy="666750"/>
          </a:xfrm>
          <a:prstGeom prst="rect">
            <a:avLst/>
          </a:prstGeom>
        </p:spPr>
      </p:pic>
      <p:sp>
        <p:nvSpPr>
          <p:cNvPr id="26" name=""/>
          <p:cNvSpPr/>
          <p:nvPr/>
        </p:nvSpPr>
        <p:spPr>
          <a:xfrm>
            <a:off x="4533900" y="3733800"/>
            <a:ext cx="1047750" cy="476250"/>
          </a:xfrm>
          <a:prstGeom prst="roundRect">
            <a:avLst>
              <a:gd name="adj" fmla="val 50000"/>
            </a:avLst>
          </a:prstGeom>
          <a:solidFill>
            <a:srgbClr val="1A2238"/>
          </a:solidFill>
          <a:ln/>
        </p:spPr>
      </p:sp>
      <p:sp>
        <p:nvSpPr>
          <p:cNvPr id="27" name=""/>
          <p:cNvSpPr txBox="1"/>
          <p:nvPr/>
        </p:nvSpPr>
        <p:spPr>
          <a:xfrm>
            <a:off x="4619625" y="3848100"/>
            <a:ext cx="8763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Arial"/>
                <a:ea typeface="Arial"/>
              </a:rPr>
              <a:t>NOT</a:t>
            </a:r>
          </a:p>
        </p:txBody>
      </p:sp>
      <p:pic>
        <p:nvPicPr>
          <p:cNvPr id="28" name="Image 14" descr="緑のバナナ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791200" y="3638550"/>
            <a:ext cx="666750" cy="666750"/>
          </a:xfrm>
          <a:prstGeom prst="rect">
            <a:avLst/>
          </a:prstGeom>
        </p:spPr>
      </p:pic>
      <p:pic>
        <p:nvPicPr>
          <p:cNvPr id="29" name="Image 15" descr="オレンジ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667500" y="3638550"/>
            <a:ext cx="666750" cy="666750"/>
          </a:xfrm>
          <a:prstGeom prst="rect">
            <a:avLst/>
          </a:prstGeom>
        </p:spPr>
      </p:pic>
      <p:sp>
        <p:nvSpPr>
          <p:cNvPr id="30" name=""/>
          <p:cNvSpPr/>
          <p:nvPr/>
        </p:nvSpPr>
        <p:spPr>
          <a:xfrm>
            <a:off x="762000" y="4533900"/>
            <a:ext cx="10668000" cy="1790700"/>
          </a:xfrm>
          <a:prstGeom prst="roundRect">
            <a:avLst>
              <a:gd name="adj" fmla="val 14894"/>
            </a:avLst>
          </a:prstGeom>
          <a:solidFill>
            <a:srgbClr val="EAF2FB"/>
          </a:solidFill>
          <a:ln/>
        </p:spPr>
      </p:sp>
      <p:pic>
        <p:nvPicPr>
          <p:cNvPr id="31" name="Image 16" descr="りんご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267075" y="4752975"/>
            <a:ext cx="628650" cy="628650"/>
          </a:xfrm>
          <a:prstGeom prst="rect">
            <a:avLst/>
          </a:prstGeom>
        </p:spPr>
      </p:pic>
      <p:sp>
        <p:nvSpPr>
          <p:cNvPr id="32" name=""/>
          <p:cNvSpPr txBox="1"/>
          <p:nvPr/>
        </p:nvSpPr>
        <p:spPr>
          <a:xfrm>
            <a:off x="3543300" y="5419725"/>
            <a:ext cx="428625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A2238"/>
                </a:solidFill>
                <a:latin typeface="Arial"/>
                <a:ea typeface="Arial"/>
              </a:rPr>
              <a:t>I</a:t>
            </a:r>
          </a:p>
        </p:txBody>
      </p:sp>
      <p:sp>
        <p:nvSpPr>
          <p:cNvPr id="33" name=""/>
          <p:cNvSpPr/>
          <p:nvPr/>
        </p:nvSpPr>
        <p:spPr>
          <a:xfrm>
            <a:off x="3009900" y="5762625"/>
            <a:ext cx="1143000" cy="342900"/>
          </a:xfrm>
          <a:prstGeom prst="roundRect">
            <a:avLst>
              <a:gd name="adj" fmla="val 50000"/>
            </a:avLst>
          </a:prstGeom>
          <a:solidFill>
            <a:srgbClr val="FFDDE0"/>
          </a:solidFill>
          <a:ln/>
        </p:spPr>
      </p:sp>
      <p:sp>
        <p:nvSpPr>
          <p:cNvPr id="34" name=""/>
          <p:cNvSpPr txBox="1"/>
          <p:nvPr/>
        </p:nvSpPr>
        <p:spPr>
          <a:xfrm>
            <a:off x="3219450" y="5819775"/>
            <a:ext cx="7143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C42B3B"/>
                </a:solidFill>
                <a:latin typeface="Noto Sans JP"/>
                <a:ea typeface="Noto Sans JP"/>
              </a:rPr>
              <a:t>主語</a:t>
            </a:r>
          </a:p>
        </p:txBody>
      </p:sp>
      <p:pic>
        <p:nvPicPr>
          <p:cNvPr id="35" name="Image 17" descr="黄色いバナナ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943475" y="4752975"/>
            <a:ext cx="628650" cy="628650"/>
          </a:xfrm>
          <a:prstGeom prst="rect">
            <a:avLst/>
          </a:prstGeom>
        </p:spPr>
      </p:pic>
      <p:sp>
        <p:nvSpPr>
          <p:cNvPr id="36" name=""/>
          <p:cNvSpPr txBox="1"/>
          <p:nvPr/>
        </p:nvSpPr>
        <p:spPr>
          <a:xfrm>
            <a:off x="5029200" y="5419725"/>
            <a:ext cx="866775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A2238"/>
                </a:solidFill>
                <a:latin typeface="Arial"/>
                <a:ea typeface="Arial"/>
              </a:rPr>
              <a:t>can</a:t>
            </a:r>
          </a:p>
        </p:txBody>
      </p:sp>
      <p:sp>
        <p:nvSpPr>
          <p:cNvPr id="37" name=""/>
          <p:cNvSpPr/>
          <p:nvPr/>
        </p:nvSpPr>
        <p:spPr>
          <a:xfrm>
            <a:off x="4686300" y="5762625"/>
            <a:ext cx="1143000" cy="342900"/>
          </a:xfrm>
          <a:prstGeom prst="roundRect">
            <a:avLst>
              <a:gd name="adj" fmla="val 50000"/>
            </a:avLst>
          </a:prstGeom>
          <a:solidFill>
            <a:srgbClr val="FFE98A"/>
          </a:solidFill>
          <a:ln/>
        </p:spPr>
      </p:sp>
      <p:sp>
        <p:nvSpPr>
          <p:cNvPr id="38" name=""/>
          <p:cNvSpPr txBox="1"/>
          <p:nvPr/>
        </p:nvSpPr>
        <p:spPr>
          <a:xfrm>
            <a:off x="4810125" y="5819775"/>
            <a:ext cx="9048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7A5A00"/>
                </a:solidFill>
                <a:latin typeface="Noto Sans JP"/>
                <a:ea typeface="Noto Sans JP"/>
              </a:rPr>
              <a:t>助動詞</a:t>
            </a:r>
          </a:p>
        </p:txBody>
      </p:sp>
      <p:pic>
        <p:nvPicPr>
          <p:cNvPr id="39" name="Image 18" descr="緑のバナナ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619875" y="4752975"/>
            <a:ext cx="628650" cy="628650"/>
          </a:xfrm>
          <a:prstGeom prst="rect">
            <a:avLst/>
          </a:prstGeom>
        </p:spPr>
      </p:pic>
      <p:sp>
        <p:nvSpPr>
          <p:cNvPr id="40" name=""/>
          <p:cNvSpPr txBox="1"/>
          <p:nvPr/>
        </p:nvSpPr>
        <p:spPr>
          <a:xfrm>
            <a:off x="6743700" y="5419725"/>
            <a:ext cx="790575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A2238"/>
                </a:solidFill>
                <a:latin typeface="Arial"/>
                <a:ea typeface="Arial"/>
              </a:rPr>
              <a:t>eat</a:t>
            </a:r>
          </a:p>
        </p:txBody>
      </p:sp>
      <p:sp>
        <p:nvSpPr>
          <p:cNvPr id="41" name=""/>
          <p:cNvSpPr/>
          <p:nvPr/>
        </p:nvSpPr>
        <p:spPr>
          <a:xfrm>
            <a:off x="6362700" y="5762625"/>
            <a:ext cx="1143000" cy="342900"/>
          </a:xfrm>
          <a:prstGeom prst="roundRect">
            <a:avLst>
              <a:gd name="adj" fmla="val 50000"/>
            </a:avLst>
          </a:prstGeom>
          <a:solidFill>
            <a:srgbClr val="DDF1C6"/>
          </a:solidFill>
          <a:ln/>
        </p:spPr>
      </p:sp>
      <p:sp>
        <p:nvSpPr>
          <p:cNvPr id="42" name=""/>
          <p:cNvSpPr txBox="1"/>
          <p:nvPr/>
        </p:nvSpPr>
        <p:spPr>
          <a:xfrm>
            <a:off x="6572250" y="5819775"/>
            <a:ext cx="7143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3D7A1A"/>
                </a:solidFill>
                <a:latin typeface="Noto Sans JP"/>
                <a:ea typeface="Noto Sans JP"/>
              </a:rPr>
              <a:t>動詞</a:t>
            </a:r>
          </a:p>
        </p:txBody>
      </p:sp>
      <p:pic>
        <p:nvPicPr>
          <p:cNvPr id="43" name="Image 19" descr="オレンジ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296275" y="4752975"/>
            <a:ext cx="628650" cy="628650"/>
          </a:xfrm>
          <a:prstGeom prst="rect">
            <a:avLst/>
          </a:prstGeom>
        </p:spPr>
      </p:pic>
      <p:sp>
        <p:nvSpPr>
          <p:cNvPr id="44" name=""/>
          <p:cNvSpPr txBox="1"/>
          <p:nvPr/>
        </p:nvSpPr>
        <p:spPr>
          <a:xfrm>
            <a:off x="8229600" y="5419725"/>
            <a:ext cx="1228725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A2238"/>
                </a:solidFill>
                <a:latin typeface="Arial"/>
                <a:ea typeface="Arial"/>
              </a:rPr>
              <a:t>sushi.</a:t>
            </a:r>
          </a:p>
        </p:txBody>
      </p:sp>
      <p:sp>
        <p:nvSpPr>
          <p:cNvPr id="45" name=""/>
          <p:cNvSpPr/>
          <p:nvPr/>
        </p:nvSpPr>
        <p:spPr>
          <a:xfrm>
            <a:off x="8039100" y="5762625"/>
            <a:ext cx="1143000" cy="342900"/>
          </a:xfrm>
          <a:prstGeom prst="roundRect">
            <a:avLst>
              <a:gd name="adj" fmla="val 50000"/>
            </a:avLst>
          </a:prstGeom>
          <a:solidFill>
            <a:srgbClr val="FFE0C0"/>
          </a:solidFill>
          <a:ln/>
        </p:spPr>
      </p:sp>
      <p:sp>
        <p:nvSpPr>
          <p:cNvPr id="46" name=""/>
          <p:cNvSpPr txBox="1"/>
          <p:nvPr/>
        </p:nvSpPr>
        <p:spPr>
          <a:xfrm>
            <a:off x="8162925" y="5819775"/>
            <a:ext cx="9048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B65300"/>
                </a:solidFill>
                <a:latin typeface="Noto Sans JP"/>
                <a:ea typeface="Noto Sans JP"/>
              </a:rPr>
              <a:t>目的語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C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62000" y="561975"/>
            <a:ext cx="95250" cy="419100"/>
          </a:xfrm>
          <a:prstGeom prst="roundRect">
            <a:avLst>
              <a:gd name="adj" fmla="val 50000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28700" y="495300"/>
            <a:ext cx="1685925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A2238"/>
                </a:solidFill>
                <a:latin typeface="Noto Sans JP"/>
                <a:ea typeface="Noto Sans JP"/>
              </a:rPr>
              <a:t>肯定文</a:t>
            </a:r>
          </a:p>
        </p:txBody>
      </p:sp>
      <p:pic>
        <p:nvPicPr>
          <p:cNvPr id="4" name="Image 0" descr="りんご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075" y="1276350"/>
            <a:ext cx="990600" cy="990600"/>
          </a:xfrm>
          <a:prstGeom prst="rect">
            <a:avLst/>
          </a:prstGeom>
        </p:spPr>
      </p:pic>
      <p:sp>
        <p:nvSpPr>
          <p:cNvPr id="5" name=""/>
          <p:cNvSpPr/>
          <p:nvPr/>
        </p:nvSpPr>
        <p:spPr>
          <a:xfrm>
            <a:off x="885825" y="2362200"/>
            <a:ext cx="1181100" cy="361950"/>
          </a:xfrm>
          <a:prstGeom prst="roundRect">
            <a:avLst>
              <a:gd name="adj" fmla="val 50000"/>
            </a:avLst>
          </a:prstGeom>
          <a:solidFill>
            <a:srgbClr val="FFDDE0"/>
          </a:solidFill>
          <a:ln/>
        </p:spPr>
      </p:sp>
      <p:sp>
        <p:nvSpPr>
          <p:cNvPr id="6" name=""/>
          <p:cNvSpPr txBox="1"/>
          <p:nvPr/>
        </p:nvSpPr>
        <p:spPr>
          <a:xfrm>
            <a:off x="1095375" y="2419350"/>
            <a:ext cx="7620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C42B3B"/>
                </a:solidFill>
                <a:latin typeface="Noto Sans JP"/>
                <a:ea typeface="Noto Sans JP"/>
              </a:rPr>
              <a:t>主語</a:t>
            </a:r>
          </a:p>
        </p:txBody>
      </p:sp>
      <p:pic>
        <p:nvPicPr>
          <p:cNvPr id="7" name="Image 1" descr="黄色いバナナ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1275" y="1276350"/>
            <a:ext cx="990600" cy="990600"/>
          </a:xfrm>
          <a:prstGeom prst="rect">
            <a:avLst/>
          </a:prstGeom>
        </p:spPr>
      </p:pic>
      <p:sp>
        <p:nvSpPr>
          <p:cNvPr id="8" name=""/>
          <p:cNvSpPr/>
          <p:nvPr/>
        </p:nvSpPr>
        <p:spPr>
          <a:xfrm>
            <a:off x="2486025" y="2362200"/>
            <a:ext cx="1181100" cy="361950"/>
          </a:xfrm>
          <a:prstGeom prst="roundRect">
            <a:avLst>
              <a:gd name="adj" fmla="val 50000"/>
            </a:avLst>
          </a:prstGeom>
          <a:solidFill>
            <a:srgbClr val="FFE98A"/>
          </a:solidFill>
          <a:ln/>
        </p:spPr>
      </p:sp>
      <p:sp>
        <p:nvSpPr>
          <p:cNvPr id="9" name=""/>
          <p:cNvSpPr txBox="1"/>
          <p:nvPr/>
        </p:nvSpPr>
        <p:spPr>
          <a:xfrm>
            <a:off x="2590800" y="2419350"/>
            <a:ext cx="97155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7A5A00"/>
                </a:solidFill>
                <a:latin typeface="Noto Sans JP"/>
                <a:ea typeface="Noto Sans JP"/>
              </a:rPr>
              <a:t>助動詞</a:t>
            </a:r>
          </a:p>
        </p:txBody>
      </p:sp>
      <p:pic>
        <p:nvPicPr>
          <p:cNvPr id="10" name="Image 2" descr="緑のバナナ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1475" y="1276350"/>
            <a:ext cx="990600" cy="990600"/>
          </a:xfrm>
          <a:prstGeom prst="rect">
            <a:avLst/>
          </a:prstGeom>
        </p:spPr>
      </p:pic>
      <p:sp>
        <p:nvSpPr>
          <p:cNvPr id="11" name=""/>
          <p:cNvSpPr/>
          <p:nvPr/>
        </p:nvSpPr>
        <p:spPr>
          <a:xfrm>
            <a:off x="4086225" y="2362200"/>
            <a:ext cx="1181100" cy="361950"/>
          </a:xfrm>
          <a:prstGeom prst="roundRect">
            <a:avLst>
              <a:gd name="adj" fmla="val 50000"/>
            </a:avLst>
          </a:prstGeom>
          <a:solidFill>
            <a:srgbClr val="DDF1C6"/>
          </a:solidFill>
          <a:ln/>
        </p:spPr>
      </p:sp>
      <p:sp>
        <p:nvSpPr>
          <p:cNvPr id="12" name=""/>
          <p:cNvSpPr txBox="1"/>
          <p:nvPr/>
        </p:nvSpPr>
        <p:spPr>
          <a:xfrm>
            <a:off x="4295775" y="2419350"/>
            <a:ext cx="7620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3D7A1A"/>
                </a:solidFill>
                <a:latin typeface="Noto Sans JP"/>
                <a:ea typeface="Noto Sans JP"/>
              </a:rPr>
              <a:t>動詞</a:t>
            </a:r>
          </a:p>
        </p:txBody>
      </p:sp>
      <p:pic>
        <p:nvPicPr>
          <p:cNvPr id="13" name="Image 3" descr="オレンジ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1675" y="1276350"/>
            <a:ext cx="990600" cy="990600"/>
          </a:xfrm>
          <a:prstGeom prst="rect">
            <a:avLst/>
          </a:prstGeom>
        </p:spPr>
      </p:pic>
      <p:sp>
        <p:nvSpPr>
          <p:cNvPr id="14" name=""/>
          <p:cNvSpPr/>
          <p:nvPr/>
        </p:nvSpPr>
        <p:spPr>
          <a:xfrm>
            <a:off x="5686425" y="2362200"/>
            <a:ext cx="1181100" cy="361950"/>
          </a:xfrm>
          <a:prstGeom prst="roundRect">
            <a:avLst>
              <a:gd name="adj" fmla="val 50000"/>
            </a:avLst>
          </a:prstGeom>
          <a:solidFill>
            <a:srgbClr val="FFE0C0"/>
          </a:solidFill>
          <a:ln/>
        </p:spPr>
      </p:sp>
      <p:sp>
        <p:nvSpPr>
          <p:cNvPr id="15" name=""/>
          <p:cNvSpPr txBox="1"/>
          <p:nvPr/>
        </p:nvSpPr>
        <p:spPr>
          <a:xfrm>
            <a:off x="5791200" y="2419350"/>
            <a:ext cx="97155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B65300"/>
                </a:solidFill>
                <a:latin typeface="Noto Sans JP"/>
                <a:ea typeface="Noto Sans JP"/>
              </a:rPr>
              <a:t>目的語</a:t>
            </a:r>
          </a:p>
        </p:txBody>
      </p:sp>
      <p:sp>
        <p:nvSpPr>
          <p:cNvPr id="16" name="記入欄"/>
          <p:cNvSpPr/>
          <p:nvPr/>
        </p:nvSpPr>
        <p:spPr>
          <a:xfrm>
            <a:off x="762000" y="2952750"/>
            <a:ext cx="10668000" cy="3371850"/>
          </a:xfrm>
          <a:prstGeom prst="roundRect">
            <a:avLst>
              <a:gd name="adj" fmla="val 7910"/>
            </a:avLst>
          </a:prstGeom>
          <a:solidFill>
            <a:srgbClr val="EEF4FB"/>
          </a:solidFill>
          <a:ln/>
        </p:spPr>
        <p:txBody>
          <a:bodyPr wrap="square" lIns="203200" tIns="203200" rIns="203200" bIns="203200" anchor="t"/>
          <a:lstStyle/>
          <a:p>
            <a:pPr/>
            <a:endParaRPr lang="ja-JP" sz="20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C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62000" y="561975"/>
            <a:ext cx="95250" cy="419100"/>
          </a:xfrm>
          <a:prstGeom prst="roundRect">
            <a:avLst>
              <a:gd name="adj" fmla="val 50000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28700" y="495300"/>
            <a:ext cx="1685925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A2238"/>
                </a:solidFill>
                <a:latin typeface="Noto Sans JP"/>
                <a:ea typeface="Noto Sans JP"/>
              </a:rPr>
              <a:t>疑問文</a:t>
            </a:r>
          </a:p>
        </p:txBody>
      </p:sp>
      <p:pic>
        <p:nvPicPr>
          <p:cNvPr id="4" name="Image 0" descr="黄色いバナナ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075" y="1276350"/>
            <a:ext cx="990600" cy="990600"/>
          </a:xfrm>
          <a:prstGeom prst="rect">
            <a:avLst/>
          </a:prstGeom>
        </p:spPr>
      </p:pic>
      <p:sp>
        <p:nvSpPr>
          <p:cNvPr id="5" name=""/>
          <p:cNvSpPr/>
          <p:nvPr/>
        </p:nvSpPr>
        <p:spPr>
          <a:xfrm>
            <a:off x="885825" y="2362200"/>
            <a:ext cx="1181100" cy="361950"/>
          </a:xfrm>
          <a:prstGeom prst="roundRect">
            <a:avLst>
              <a:gd name="adj" fmla="val 50000"/>
            </a:avLst>
          </a:prstGeom>
          <a:solidFill>
            <a:srgbClr val="FFE98A"/>
          </a:solidFill>
          <a:ln/>
        </p:spPr>
      </p:sp>
      <p:sp>
        <p:nvSpPr>
          <p:cNvPr id="6" name=""/>
          <p:cNvSpPr txBox="1"/>
          <p:nvPr/>
        </p:nvSpPr>
        <p:spPr>
          <a:xfrm>
            <a:off x="990600" y="2419350"/>
            <a:ext cx="97155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7A5A00"/>
                </a:solidFill>
                <a:latin typeface="Noto Sans JP"/>
                <a:ea typeface="Noto Sans JP"/>
              </a:rPr>
              <a:t>助動詞</a:t>
            </a:r>
          </a:p>
        </p:txBody>
      </p:sp>
      <p:pic>
        <p:nvPicPr>
          <p:cNvPr id="7" name="Image 1" descr="りんご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1275" y="1276350"/>
            <a:ext cx="990600" cy="990600"/>
          </a:xfrm>
          <a:prstGeom prst="rect">
            <a:avLst/>
          </a:prstGeom>
        </p:spPr>
      </p:pic>
      <p:sp>
        <p:nvSpPr>
          <p:cNvPr id="8" name=""/>
          <p:cNvSpPr/>
          <p:nvPr/>
        </p:nvSpPr>
        <p:spPr>
          <a:xfrm>
            <a:off x="2486025" y="2362200"/>
            <a:ext cx="1181100" cy="361950"/>
          </a:xfrm>
          <a:prstGeom prst="roundRect">
            <a:avLst>
              <a:gd name="adj" fmla="val 50000"/>
            </a:avLst>
          </a:prstGeom>
          <a:solidFill>
            <a:srgbClr val="FFDDE0"/>
          </a:solidFill>
          <a:ln/>
        </p:spPr>
      </p:sp>
      <p:sp>
        <p:nvSpPr>
          <p:cNvPr id="9" name=""/>
          <p:cNvSpPr txBox="1"/>
          <p:nvPr/>
        </p:nvSpPr>
        <p:spPr>
          <a:xfrm>
            <a:off x="2695575" y="2419350"/>
            <a:ext cx="7620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C42B3B"/>
                </a:solidFill>
                <a:latin typeface="Noto Sans JP"/>
                <a:ea typeface="Noto Sans JP"/>
              </a:rPr>
              <a:t>主語</a:t>
            </a:r>
          </a:p>
        </p:txBody>
      </p:sp>
      <p:pic>
        <p:nvPicPr>
          <p:cNvPr id="10" name="Image 2" descr="緑のバナナ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1475" y="1276350"/>
            <a:ext cx="990600" cy="990600"/>
          </a:xfrm>
          <a:prstGeom prst="rect">
            <a:avLst/>
          </a:prstGeom>
        </p:spPr>
      </p:pic>
      <p:sp>
        <p:nvSpPr>
          <p:cNvPr id="11" name=""/>
          <p:cNvSpPr/>
          <p:nvPr/>
        </p:nvSpPr>
        <p:spPr>
          <a:xfrm>
            <a:off x="4086225" y="2362200"/>
            <a:ext cx="1181100" cy="361950"/>
          </a:xfrm>
          <a:prstGeom prst="roundRect">
            <a:avLst>
              <a:gd name="adj" fmla="val 50000"/>
            </a:avLst>
          </a:prstGeom>
          <a:solidFill>
            <a:srgbClr val="DDF1C6"/>
          </a:solidFill>
          <a:ln/>
        </p:spPr>
      </p:sp>
      <p:sp>
        <p:nvSpPr>
          <p:cNvPr id="12" name=""/>
          <p:cNvSpPr txBox="1"/>
          <p:nvPr/>
        </p:nvSpPr>
        <p:spPr>
          <a:xfrm>
            <a:off x="4295775" y="2419350"/>
            <a:ext cx="7620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3D7A1A"/>
                </a:solidFill>
                <a:latin typeface="Noto Sans JP"/>
                <a:ea typeface="Noto Sans JP"/>
              </a:rPr>
              <a:t>動詞</a:t>
            </a:r>
          </a:p>
        </p:txBody>
      </p:sp>
      <p:pic>
        <p:nvPicPr>
          <p:cNvPr id="13" name="Image 3" descr="オレンジ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1675" y="1276350"/>
            <a:ext cx="990600" cy="990600"/>
          </a:xfrm>
          <a:prstGeom prst="rect">
            <a:avLst/>
          </a:prstGeom>
        </p:spPr>
      </p:pic>
      <p:sp>
        <p:nvSpPr>
          <p:cNvPr id="14" name=""/>
          <p:cNvSpPr/>
          <p:nvPr/>
        </p:nvSpPr>
        <p:spPr>
          <a:xfrm>
            <a:off x="5686425" y="2362200"/>
            <a:ext cx="1181100" cy="361950"/>
          </a:xfrm>
          <a:prstGeom prst="roundRect">
            <a:avLst>
              <a:gd name="adj" fmla="val 50000"/>
            </a:avLst>
          </a:prstGeom>
          <a:solidFill>
            <a:srgbClr val="FFE0C0"/>
          </a:solidFill>
          <a:ln/>
        </p:spPr>
      </p:sp>
      <p:sp>
        <p:nvSpPr>
          <p:cNvPr id="15" name=""/>
          <p:cNvSpPr txBox="1"/>
          <p:nvPr/>
        </p:nvSpPr>
        <p:spPr>
          <a:xfrm>
            <a:off x="5791200" y="2419350"/>
            <a:ext cx="97155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B65300"/>
                </a:solidFill>
                <a:latin typeface="Noto Sans JP"/>
                <a:ea typeface="Noto Sans JP"/>
              </a:rPr>
              <a:t>目的語</a:t>
            </a:r>
          </a:p>
        </p:txBody>
      </p:sp>
      <p:sp>
        <p:nvSpPr>
          <p:cNvPr id="16" name=""/>
          <p:cNvSpPr txBox="1"/>
          <p:nvPr/>
        </p:nvSpPr>
        <p:spPr>
          <a:xfrm>
            <a:off x="7010400" y="1428750"/>
            <a:ext cx="771525" cy="685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4800" b="1">
                <a:solidFill>
                  <a:srgbClr val="1A2238"/>
                </a:solidFill>
                <a:latin typeface="Arial"/>
                <a:ea typeface="Arial"/>
              </a:rPr>
              <a:t>?</a:t>
            </a:r>
          </a:p>
        </p:txBody>
      </p:sp>
      <p:sp>
        <p:nvSpPr>
          <p:cNvPr id="17" name="記入欄"/>
          <p:cNvSpPr/>
          <p:nvPr/>
        </p:nvSpPr>
        <p:spPr>
          <a:xfrm>
            <a:off x="762000" y="2952750"/>
            <a:ext cx="10668000" cy="3371850"/>
          </a:xfrm>
          <a:prstGeom prst="roundRect">
            <a:avLst>
              <a:gd name="adj" fmla="val 7910"/>
            </a:avLst>
          </a:prstGeom>
          <a:solidFill>
            <a:srgbClr val="EEF4FB"/>
          </a:solidFill>
          <a:ln/>
        </p:spPr>
        <p:txBody>
          <a:bodyPr wrap="square" lIns="203200" tIns="203200" rIns="203200" bIns="203200" anchor="t"/>
          <a:lstStyle/>
          <a:p>
            <a:pPr/>
            <a:endParaRPr lang="ja-JP" sz="20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C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62000" y="561975"/>
            <a:ext cx="95250" cy="419100"/>
          </a:xfrm>
          <a:prstGeom prst="roundRect">
            <a:avLst>
              <a:gd name="adj" fmla="val 50000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28700" y="495300"/>
            <a:ext cx="34671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A2238"/>
                </a:solidFill>
                <a:latin typeface="Noto Sans JP"/>
                <a:ea typeface="Noto Sans JP"/>
              </a:rPr>
              <a:t>疑問詞の疑問文</a:t>
            </a:r>
          </a:p>
        </p:txBody>
      </p:sp>
      <p:sp>
        <p:nvSpPr>
          <p:cNvPr id="4" name=""/>
          <p:cNvSpPr/>
          <p:nvPr/>
        </p:nvSpPr>
        <p:spPr>
          <a:xfrm>
            <a:off x="809625" y="1466850"/>
            <a:ext cx="1333500" cy="609600"/>
          </a:xfrm>
          <a:prstGeom prst="roundRect">
            <a:avLst>
              <a:gd name="adj" fmla="val 50000"/>
            </a:avLst>
          </a:prstGeom>
          <a:solidFill>
            <a:srgbClr val="D6E9FA"/>
          </a:solidFill>
          <a:ln/>
        </p:spPr>
      </p:sp>
      <p:sp>
        <p:nvSpPr>
          <p:cNvPr id="5" name=""/>
          <p:cNvSpPr txBox="1"/>
          <p:nvPr/>
        </p:nvSpPr>
        <p:spPr>
          <a:xfrm>
            <a:off x="1143000" y="1609725"/>
            <a:ext cx="66675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250" b="1">
                <a:solidFill>
                  <a:srgbClr val="1F5F96"/>
                </a:solidFill>
                <a:latin typeface="Arial"/>
                <a:ea typeface="Arial"/>
              </a:rPr>
              <a:t>W</a:t>
            </a:r>
          </a:p>
        </p:txBody>
      </p:sp>
      <p:pic>
        <p:nvPicPr>
          <p:cNvPr id="6" name="Image 0" descr="黄色いバナナ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81275" y="1276350"/>
            <a:ext cx="990600" cy="990600"/>
          </a:xfrm>
          <a:prstGeom prst="rect">
            <a:avLst/>
          </a:prstGeom>
        </p:spPr>
      </p:pic>
      <p:sp>
        <p:nvSpPr>
          <p:cNvPr id="7" name=""/>
          <p:cNvSpPr/>
          <p:nvPr/>
        </p:nvSpPr>
        <p:spPr>
          <a:xfrm>
            <a:off x="2486025" y="2362200"/>
            <a:ext cx="1181100" cy="361950"/>
          </a:xfrm>
          <a:prstGeom prst="roundRect">
            <a:avLst>
              <a:gd name="adj" fmla="val 50000"/>
            </a:avLst>
          </a:prstGeom>
          <a:solidFill>
            <a:srgbClr val="FFE98A"/>
          </a:solidFill>
          <a:ln/>
        </p:spPr>
      </p:sp>
      <p:sp>
        <p:nvSpPr>
          <p:cNvPr id="8" name=""/>
          <p:cNvSpPr txBox="1"/>
          <p:nvPr/>
        </p:nvSpPr>
        <p:spPr>
          <a:xfrm>
            <a:off x="2590800" y="2419350"/>
            <a:ext cx="97155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7A5A00"/>
                </a:solidFill>
                <a:latin typeface="Noto Sans JP"/>
                <a:ea typeface="Noto Sans JP"/>
              </a:rPr>
              <a:t>助動詞</a:t>
            </a:r>
          </a:p>
        </p:txBody>
      </p:sp>
      <p:pic>
        <p:nvPicPr>
          <p:cNvPr id="9" name="Image 1" descr="りんご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1475" y="1276350"/>
            <a:ext cx="990600" cy="990600"/>
          </a:xfrm>
          <a:prstGeom prst="rect">
            <a:avLst/>
          </a:prstGeom>
        </p:spPr>
      </p:pic>
      <p:sp>
        <p:nvSpPr>
          <p:cNvPr id="10" name=""/>
          <p:cNvSpPr/>
          <p:nvPr/>
        </p:nvSpPr>
        <p:spPr>
          <a:xfrm>
            <a:off x="4086225" y="2362200"/>
            <a:ext cx="1181100" cy="361950"/>
          </a:xfrm>
          <a:prstGeom prst="roundRect">
            <a:avLst>
              <a:gd name="adj" fmla="val 50000"/>
            </a:avLst>
          </a:prstGeom>
          <a:solidFill>
            <a:srgbClr val="FFDDE0"/>
          </a:solidFill>
          <a:ln/>
        </p:spPr>
      </p:sp>
      <p:sp>
        <p:nvSpPr>
          <p:cNvPr id="11" name=""/>
          <p:cNvSpPr txBox="1"/>
          <p:nvPr/>
        </p:nvSpPr>
        <p:spPr>
          <a:xfrm>
            <a:off x="4295775" y="2419350"/>
            <a:ext cx="7620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C42B3B"/>
                </a:solidFill>
                <a:latin typeface="Noto Sans JP"/>
                <a:ea typeface="Noto Sans JP"/>
              </a:rPr>
              <a:t>主語</a:t>
            </a:r>
          </a:p>
        </p:txBody>
      </p:sp>
      <p:pic>
        <p:nvPicPr>
          <p:cNvPr id="12" name="Image 2" descr="緑のバナナ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1675" y="1276350"/>
            <a:ext cx="990600" cy="990600"/>
          </a:xfrm>
          <a:prstGeom prst="rect">
            <a:avLst/>
          </a:prstGeom>
        </p:spPr>
      </p:pic>
      <p:sp>
        <p:nvSpPr>
          <p:cNvPr id="13" name=""/>
          <p:cNvSpPr/>
          <p:nvPr/>
        </p:nvSpPr>
        <p:spPr>
          <a:xfrm>
            <a:off x="5686425" y="2362200"/>
            <a:ext cx="1181100" cy="361950"/>
          </a:xfrm>
          <a:prstGeom prst="roundRect">
            <a:avLst>
              <a:gd name="adj" fmla="val 50000"/>
            </a:avLst>
          </a:prstGeom>
          <a:solidFill>
            <a:srgbClr val="DDF1C6"/>
          </a:solidFill>
          <a:ln/>
        </p:spPr>
      </p:sp>
      <p:sp>
        <p:nvSpPr>
          <p:cNvPr id="14" name=""/>
          <p:cNvSpPr txBox="1"/>
          <p:nvPr/>
        </p:nvSpPr>
        <p:spPr>
          <a:xfrm>
            <a:off x="5895975" y="2419350"/>
            <a:ext cx="7620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3D7A1A"/>
                </a:solidFill>
                <a:latin typeface="Noto Sans JP"/>
                <a:ea typeface="Noto Sans JP"/>
              </a:rPr>
              <a:t>動詞</a:t>
            </a:r>
          </a:p>
        </p:txBody>
      </p:sp>
      <p:pic>
        <p:nvPicPr>
          <p:cNvPr id="15" name="Image 3" descr="オレンジ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1875" y="1276350"/>
            <a:ext cx="990600" cy="990600"/>
          </a:xfrm>
          <a:prstGeom prst="rect">
            <a:avLst/>
          </a:prstGeom>
        </p:spPr>
      </p:pic>
      <p:sp>
        <p:nvSpPr>
          <p:cNvPr id="16" name=""/>
          <p:cNvSpPr/>
          <p:nvPr/>
        </p:nvSpPr>
        <p:spPr>
          <a:xfrm>
            <a:off x="7286625" y="2362200"/>
            <a:ext cx="1181100" cy="361950"/>
          </a:xfrm>
          <a:prstGeom prst="roundRect">
            <a:avLst>
              <a:gd name="adj" fmla="val 50000"/>
            </a:avLst>
          </a:prstGeom>
          <a:solidFill>
            <a:srgbClr val="FFE0C0"/>
          </a:solidFill>
          <a:ln/>
        </p:spPr>
      </p:sp>
      <p:sp>
        <p:nvSpPr>
          <p:cNvPr id="17" name=""/>
          <p:cNvSpPr txBox="1"/>
          <p:nvPr/>
        </p:nvSpPr>
        <p:spPr>
          <a:xfrm>
            <a:off x="7391400" y="2419350"/>
            <a:ext cx="97155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B65300"/>
                </a:solidFill>
                <a:latin typeface="Noto Sans JP"/>
                <a:ea typeface="Noto Sans JP"/>
              </a:rPr>
              <a:t>目的語</a:t>
            </a:r>
          </a:p>
        </p:txBody>
      </p:sp>
      <p:sp>
        <p:nvSpPr>
          <p:cNvPr id="18" name=""/>
          <p:cNvSpPr txBox="1"/>
          <p:nvPr/>
        </p:nvSpPr>
        <p:spPr>
          <a:xfrm>
            <a:off x="8610600" y="1428750"/>
            <a:ext cx="771525" cy="685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4800" b="1">
                <a:solidFill>
                  <a:srgbClr val="1A2238"/>
                </a:solidFill>
                <a:latin typeface="Arial"/>
                <a:ea typeface="Arial"/>
              </a:rPr>
              <a:t>?</a:t>
            </a:r>
          </a:p>
        </p:txBody>
      </p:sp>
      <p:sp>
        <p:nvSpPr>
          <p:cNvPr id="19" name="記入欄"/>
          <p:cNvSpPr/>
          <p:nvPr/>
        </p:nvSpPr>
        <p:spPr>
          <a:xfrm>
            <a:off x="762000" y="2952750"/>
            <a:ext cx="10668000" cy="3371850"/>
          </a:xfrm>
          <a:prstGeom prst="roundRect">
            <a:avLst>
              <a:gd name="adj" fmla="val 7910"/>
            </a:avLst>
          </a:prstGeom>
          <a:solidFill>
            <a:srgbClr val="EEF4FB"/>
          </a:solidFill>
          <a:ln/>
        </p:spPr>
        <p:txBody>
          <a:bodyPr wrap="square" lIns="203200" tIns="203200" rIns="203200" bIns="203200" anchor="t"/>
          <a:lstStyle/>
          <a:p>
            <a:pPr/>
            <a:endParaRPr lang="ja-JP" sz="20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C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62000" y="561975"/>
            <a:ext cx="95250" cy="419100"/>
          </a:xfrm>
          <a:prstGeom prst="roundRect">
            <a:avLst>
              <a:gd name="adj" fmla="val 50000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28700" y="495300"/>
            <a:ext cx="1685925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A2238"/>
                </a:solidFill>
                <a:latin typeface="Noto Sans JP"/>
                <a:ea typeface="Noto Sans JP"/>
              </a:rPr>
              <a:t>否定文</a:t>
            </a:r>
          </a:p>
        </p:txBody>
      </p:sp>
      <p:pic>
        <p:nvPicPr>
          <p:cNvPr id="4" name="Image 0" descr="りんご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075" y="1276350"/>
            <a:ext cx="990600" cy="990600"/>
          </a:xfrm>
          <a:prstGeom prst="rect">
            <a:avLst/>
          </a:prstGeom>
        </p:spPr>
      </p:pic>
      <p:sp>
        <p:nvSpPr>
          <p:cNvPr id="5" name=""/>
          <p:cNvSpPr/>
          <p:nvPr/>
        </p:nvSpPr>
        <p:spPr>
          <a:xfrm>
            <a:off x="885825" y="2362200"/>
            <a:ext cx="1181100" cy="361950"/>
          </a:xfrm>
          <a:prstGeom prst="roundRect">
            <a:avLst>
              <a:gd name="adj" fmla="val 50000"/>
            </a:avLst>
          </a:prstGeom>
          <a:solidFill>
            <a:srgbClr val="FFDDE0"/>
          </a:solidFill>
          <a:ln/>
        </p:spPr>
      </p:sp>
      <p:sp>
        <p:nvSpPr>
          <p:cNvPr id="6" name=""/>
          <p:cNvSpPr txBox="1"/>
          <p:nvPr/>
        </p:nvSpPr>
        <p:spPr>
          <a:xfrm>
            <a:off x="1095375" y="2419350"/>
            <a:ext cx="7620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C42B3B"/>
                </a:solidFill>
                <a:latin typeface="Noto Sans JP"/>
                <a:ea typeface="Noto Sans JP"/>
              </a:rPr>
              <a:t>主語</a:t>
            </a:r>
          </a:p>
        </p:txBody>
      </p:sp>
      <p:pic>
        <p:nvPicPr>
          <p:cNvPr id="7" name="Image 1" descr="黄色いバナナ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1275" y="1276350"/>
            <a:ext cx="990600" cy="990600"/>
          </a:xfrm>
          <a:prstGeom prst="rect">
            <a:avLst/>
          </a:prstGeom>
        </p:spPr>
      </p:pic>
      <p:sp>
        <p:nvSpPr>
          <p:cNvPr id="8" name=""/>
          <p:cNvSpPr/>
          <p:nvPr/>
        </p:nvSpPr>
        <p:spPr>
          <a:xfrm>
            <a:off x="2486025" y="2362200"/>
            <a:ext cx="1181100" cy="361950"/>
          </a:xfrm>
          <a:prstGeom prst="roundRect">
            <a:avLst>
              <a:gd name="adj" fmla="val 50000"/>
            </a:avLst>
          </a:prstGeom>
          <a:solidFill>
            <a:srgbClr val="FFE98A"/>
          </a:solidFill>
          <a:ln/>
        </p:spPr>
      </p:sp>
      <p:sp>
        <p:nvSpPr>
          <p:cNvPr id="9" name=""/>
          <p:cNvSpPr txBox="1"/>
          <p:nvPr/>
        </p:nvSpPr>
        <p:spPr>
          <a:xfrm>
            <a:off x="2590800" y="2419350"/>
            <a:ext cx="97155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7A5A00"/>
                </a:solidFill>
                <a:latin typeface="Noto Sans JP"/>
                <a:ea typeface="Noto Sans JP"/>
              </a:rPr>
              <a:t>助動詞</a:t>
            </a:r>
          </a:p>
        </p:txBody>
      </p:sp>
      <p:sp>
        <p:nvSpPr>
          <p:cNvPr id="10" name=""/>
          <p:cNvSpPr/>
          <p:nvPr/>
        </p:nvSpPr>
        <p:spPr>
          <a:xfrm>
            <a:off x="4010025" y="1466850"/>
            <a:ext cx="1333500" cy="609600"/>
          </a:xfrm>
          <a:prstGeom prst="roundRect">
            <a:avLst>
              <a:gd name="adj" fmla="val 50000"/>
            </a:avLst>
          </a:prstGeom>
          <a:solidFill>
            <a:srgbClr val="1A2238"/>
          </a:solidFill>
          <a:ln/>
        </p:spPr>
      </p:sp>
      <p:sp>
        <p:nvSpPr>
          <p:cNvPr id="11" name=""/>
          <p:cNvSpPr txBox="1"/>
          <p:nvPr/>
        </p:nvSpPr>
        <p:spPr>
          <a:xfrm>
            <a:off x="4143375" y="1609725"/>
            <a:ext cx="107632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250" b="1">
                <a:solidFill>
                  <a:srgbClr val="FFFFFF"/>
                </a:solidFill>
                <a:latin typeface="Arial"/>
                <a:ea typeface="Arial"/>
              </a:rPr>
              <a:t>NOT</a:t>
            </a:r>
          </a:p>
        </p:txBody>
      </p:sp>
      <p:pic>
        <p:nvPicPr>
          <p:cNvPr id="12" name="Image 2" descr="緑のバナナ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1675" y="1276350"/>
            <a:ext cx="990600" cy="990600"/>
          </a:xfrm>
          <a:prstGeom prst="rect">
            <a:avLst/>
          </a:prstGeom>
        </p:spPr>
      </p:pic>
      <p:sp>
        <p:nvSpPr>
          <p:cNvPr id="13" name=""/>
          <p:cNvSpPr/>
          <p:nvPr/>
        </p:nvSpPr>
        <p:spPr>
          <a:xfrm>
            <a:off x="5686425" y="2362200"/>
            <a:ext cx="1181100" cy="361950"/>
          </a:xfrm>
          <a:prstGeom prst="roundRect">
            <a:avLst>
              <a:gd name="adj" fmla="val 50000"/>
            </a:avLst>
          </a:prstGeom>
          <a:solidFill>
            <a:srgbClr val="DDF1C6"/>
          </a:solidFill>
          <a:ln/>
        </p:spPr>
      </p:sp>
      <p:sp>
        <p:nvSpPr>
          <p:cNvPr id="14" name=""/>
          <p:cNvSpPr txBox="1"/>
          <p:nvPr/>
        </p:nvSpPr>
        <p:spPr>
          <a:xfrm>
            <a:off x="5895975" y="2419350"/>
            <a:ext cx="7620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3D7A1A"/>
                </a:solidFill>
                <a:latin typeface="Noto Sans JP"/>
                <a:ea typeface="Noto Sans JP"/>
              </a:rPr>
              <a:t>動詞</a:t>
            </a:r>
          </a:p>
        </p:txBody>
      </p:sp>
      <p:pic>
        <p:nvPicPr>
          <p:cNvPr id="15" name="Image 3" descr="オレンジ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1875" y="1276350"/>
            <a:ext cx="990600" cy="990600"/>
          </a:xfrm>
          <a:prstGeom prst="rect">
            <a:avLst/>
          </a:prstGeom>
        </p:spPr>
      </p:pic>
      <p:sp>
        <p:nvSpPr>
          <p:cNvPr id="16" name=""/>
          <p:cNvSpPr/>
          <p:nvPr/>
        </p:nvSpPr>
        <p:spPr>
          <a:xfrm>
            <a:off x="7286625" y="2362200"/>
            <a:ext cx="1181100" cy="361950"/>
          </a:xfrm>
          <a:prstGeom prst="roundRect">
            <a:avLst>
              <a:gd name="adj" fmla="val 50000"/>
            </a:avLst>
          </a:prstGeom>
          <a:solidFill>
            <a:srgbClr val="FFE0C0"/>
          </a:solidFill>
          <a:ln/>
        </p:spPr>
      </p:sp>
      <p:sp>
        <p:nvSpPr>
          <p:cNvPr id="17" name=""/>
          <p:cNvSpPr txBox="1"/>
          <p:nvPr/>
        </p:nvSpPr>
        <p:spPr>
          <a:xfrm>
            <a:off x="7391400" y="2419350"/>
            <a:ext cx="97155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B65300"/>
                </a:solidFill>
                <a:latin typeface="Noto Sans JP"/>
                <a:ea typeface="Noto Sans JP"/>
              </a:rPr>
              <a:t>目的語</a:t>
            </a:r>
          </a:p>
        </p:txBody>
      </p:sp>
      <p:sp>
        <p:nvSpPr>
          <p:cNvPr id="18" name="記入欄"/>
          <p:cNvSpPr/>
          <p:nvPr/>
        </p:nvSpPr>
        <p:spPr>
          <a:xfrm>
            <a:off x="762000" y="2952750"/>
            <a:ext cx="10668000" cy="3371850"/>
          </a:xfrm>
          <a:prstGeom prst="roundRect">
            <a:avLst>
              <a:gd name="adj" fmla="val 7910"/>
            </a:avLst>
          </a:prstGeom>
          <a:solidFill>
            <a:srgbClr val="EEF4FB"/>
          </a:solidFill>
          <a:ln/>
        </p:spPr>
        <p:txBody>
          <a:bodyPr wrap="square" lIns="203200" tIns="203200" rIns="203200" bIns="203200" anchor="t"/>
          <a:lstStyle/>
          <a:p>
            <a:pPr/>
            <a:endParaRPr lang="ja-JP" sz="20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C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62000" y="561975"/>
            <a:ext cx="95250" cy="419100"/>
          </a:xfrm>
          <a:prstGeom prst="roundRect">
            <a:avLst>
              <a:gd name="adj" fmla="val 50000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28700" y="495300"/>
            <a:ext cx="1685925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A2238"/>
                </a:solidFill>
                <a:latin typeface="Noto Sans JP"/>
                <a:ea typeface="Noto Sans JP"/>
              </a:rPr>
              <a:t>肯定文</a:t>
            </a:r>
          </a:p>
        </p:txBody>
      </p:sp>
      <p:sp>
        <p:nvSpPr>
          <p:cNvPr id="4" name=""/>
          <p:cNvSpPr/>
          <p:nvPr/>
        </p:nvSpPr>
        <p:spPr>
          <a:xfrm>
            <a:off x="2362200" y="600075"/>
            <a:ext cx="647700" cy="352425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5" name=""/>
          <p:cNvSpPr txBox="1"/>
          <p:nvPr/>
        </p:nvSpPr>
        <p:spPr>
          <a:xfrm>
            <a:off x="2514600" y="6477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23B12"/>
                </a:solidFill>
                <a:latin typeface="Noto Sans JP"/>
                <a:ea typeface="Noto Sans JP"/>
              </a:rPr>
              <a:t>練習</a:t>
            </a:r>
          </a:p>
        </p:txBody>
      </p:sp>
      <p:pic>
        <p:nvPicPr>
          <p:cNvPr id="6" name="Image 0" descr="りんご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71700" y="1295400"/>
            <a:ext cx="590550" cy="590550"/>
          </a:xfrm>
          <a:prstGeom prst="rect">
            <a:avLst/>
          </a:prstGeom>
        </p:spPr>
      </p:pic>
      <p:sp>
        <p:nvSpPr>
          <p:cNvPr id="7" name=""/>
          <p:cNvSpPr/>
          <p:nvPr/>
        </p:nvSpPr>
        <p:spPr>
          <a:xfrm>
            <a:off x="1295400" y="1943100"/>
            <a:ext cx="2343150" cy="304800"/>
          </a:xfrm>
          <a:prstGeom prst="roundRect">
            <a:avLst>
              <a:gd name="adj" fmla="val 50000"/>
            </a:avLst>
          </a:prstGeom>
          <a:solidFill>
            <a:srgbClr val="FFDDE0"/>
          </a:solidFill>
          <a:ln/>
        </p:spPr>
      </p:sp>
      <p:sp>
        <p:nvSpPr>
          <p:cNvPr id="8" name=""/>
          <p:cNvSpPr txBox="1"/>
          <p:nvPr/>
        </p:nvSpPr>
        <p:spPr>
          <a:xfrm>
            <a:off x="2105025" y="1981200"/>
            <a:ext cx="7143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C42B3B"/>
                </a:solidFill>
                <a:latin typeface="Noto Sans JP"/>
                <a:ea typeface="Noto Sans JP"/>
              </a:rPr>
              <a:t>主語</a:t>
            </a:r>
          </a:p>
        </p:txBody>
      </p:sp>
      <p:pic>
        <p:nvPicPr>
          <p:cNvPr id="9" name="Image 1" descr="黄色いバナナ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9150" y="1295400"/>
            <a:ext cx="590550" cy="590550"/>
          </a:xfrm>
          <a:prstGeom prst="rect">
            <a:avLst/>
          </a:prstGeom>
        </p:spPr>
      </p:pic>
      <p:sp>
        <p:nvSpPr>
          <p:cNvPr id="10" name=""/>
          <p:cNvSpPr/>
          <p:nvPr/>
        </p:nvSpPr>
        <p:spPr>
          <a:xfrm>
            <a:off x="3752850" y="1943100"/>
            <a:ext cx="2343150" cy="304800"/>
          </a:xfrm>
          <a:prstGeom prst="roundRect">
            <a:avLst>
              <a:gd name="adj" fmla="val 50000"/>
            </a:avLst>
          </a:prstGeom>
          <a:solidFill>
            <a:srgbClr val="FFE98A"/>
          </a:solidFill>
          <a:ln/>
        </p:spPr>
      </p:sp>
      <p:sp>
        <p:nvSpPr>
          <p:cNvPr id="11" name=""/>
          <p:cNvSpPr txBox="1"/>
          <p:nvPr/>
        </p:nvSpPr>
        <p:spPr>
          <a:xfrm>
            <a:off x="4476750" y="1981200"/>
            <a:ext cx="9048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7A5A00"/>
                </a:solidFill>
                <a:latin typeface="Noto Sans JP"/>
                <a:ea typeface="Noto Sans JP"/>
              </a:rPr>
              <a:t>助動詞</a:t>
            </a:r>
          </a:p>
        </p:txBody>
      </p:sp>
      <p:pic>
        <p:nvPicPr>
          <p:cNvPr id="12" name="Image 2" descr="緑のバナナ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1295400"/>
            <a:ext cx="590550" cy="590550"/>
          </a:xfrm>
          <a:prstGeom prst="rect">
            <a:avLst/>
          </a:prstGeom>
        </p:spPr>
      </p:pic>
      <p:sp>
        <p:nvSpPr>
          <p:cNvPr id="13" name=""/>
          <p:cNvSpPr/>
          <p:nvPr/>
        </p:nvSpPr>
        <p:spPr>
          <a:xfrm>
            <a:off x="6210300" y="1943100"/>
            <a:ext cx="2343150" cy="304800"/>
          </a:xfrm>
          <a:prstGeom prst="roundRect">
            <a:avLst>
              <a:gd name="adj" fmla="val 50000"/>
            </a:avLst>
          </a:prstGeom>
          <a:solidFill>
            <a:srgbClr val="DDF1C6"/>
          </a:solidFill>
          <a:ln/>
        </p:spPr>
      </p:sp>
      <p:sp>
        <p:nvSpPr>
          <p:cNvPr id="14" name=""/>
          <p:cNvSpPr txBox="1"/>
          <p:nvPr/>
        </p:nvSpPr>
        <p:spPr>
          <a:xfrm>
            <a:off x="7019925" y="1981200"/>
            <a:ext cx="7143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3D7A1A"/>
                </a:solidFill>
                <a:latin typeface="Noto Sans JP"/>
                <a:ea typeface="Noto Sans JP"/>
              </a:rPr>
              <a:t>動詞</a:t>
            </a:r>
          </a:p>
        </p:txBody>
      </p:sp>
      <p:pic>
        <p:nvPicPr>
          <p:cNvPr id="15" name="Image 3" descr="オレンジ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4050" y="1295400"/>
            <a:ext cx="590550" cy="590550"/>
          </a:xfrm>
          <a:prstGeom prst="rect">
            <a:avLst/>
          </a:prstGeom>
        </p:spPr>
      </p:pic>
      <p:sp>
        <p:nvSpPr>
          <p:cNvPr id="16" name=""/>
          <p:cNvSpPr/>
          <p:nvPr/>
        </p:nvSpPr>
        <p:spPr>
          <a:xfrm>
            <a:off x="8667750" y="1943100"/>
            <a:ext cx="2343150" cy="304800"/>
          </a:xfrm>
          <a:prstGeom prst="roundRect">
            <a:avLst>
              <a:gd name="adj" fmla="val 50000"/>
            </a:avLst>
          </a:prstGeom>
          <a:solidFill>
            <a:srgbClr val="FFE0C0"/>
          </a:solidFill>
          <a:ln/>
        </p:spPr>
      </p:sp>
      <p:sp>
        <p:nvSpPr>
          <p:cNvPr id="17" name=""/>
          <p:cNvSpPr txBox="1"/>
          <p:nvPr/>
        </p:nvSpPr>
        <p:spPr>
          <a:xfrm>
            <a:off x="9391650" y="1981200"/>
            <a:ext cx="9048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B65300"/>
                </a:solidFill>
                <a:latin typeface="Noto Sans JP"/>
                <a:ea typeface="Noto Sans JP"/>
              </a:rPr>
              <a:t>目的語</a:t>
            </a:r>
          </a:p>
        </p:txBody>
      </p:sp>
      <p:sp>
        <p:nvSpPr>
          <p:cNvPr id="18" name=""/>
          <p:cNvSpPr/>
          <p:nvPr/>
        </p:nvSpPr>
        <p:spPr>
          <a:xfrm>
            <a:off x="762000" y="2628900"/>
            <a:ext cx="381000" cy="381000"/>
          </a:xfrm>
          <a:prstGeom prst="ellipse">
            <a:avLst/>
          </a:prstGeom>
          <a:solidFill>
            <a:srgbClr val="EAF2FB"/>
          </a:solidFill>
          <a:ln/>
        </p:spPr>
      </p:sp>
      <p:sp>
        <p:nvSpPr>
          <p:cNvPr id="19" name=""/>
          <p:cNvSpPr txBox="1"/>
          <p:nvPr/>
        </p:nvSpPr>
        <p:spPr>
          <a:xfrm>
            <a:off x="723900" y="2705100"/>
            <a:ext cx="46672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4B5569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20" name="記入欄"/>
          <p:cNvSpPr/>
          <p:nvPr/>
        </p:nvSpPr>
        <p:spPr>
          <a:xfrm>
            <a:off x="1295400" y="2362200"/>
            <a:ext cx="23431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F2A0A8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21" name="記入欄"/>
          <p:cNvSpPr/>
          <p:nvPr/>
        </p:nvSpPr>
        <p:spPr>
          <a:xfrm>
            <a:off x="3752850" y="2362200"/>
            <a:ext cx="23431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EDCB45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22" name="記入欄"/>
          <p:cNvSpPr/>
          <p:nvPr/>
        </p:nvSpPr>
        <p:spPr>
          <a:xfrm>
            <a:off x="6210300" y="2362200"/>
            <a:ext cx="23431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A9D77F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23" name="記入欄"/>
          <p:cNvSpPr/>
          <p:nvPr/>
        </p:nvSpPr>
        <p:spPr>
          <a:xfrm>
            <a:off x="8667750" y="2362200"/>
            <a:ext cx="23431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F5B57A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24" name=""/>
          <p:cNvSpPr/>
          <p:nvPr/>
        </p:nvSpPr>
        <p:spPr>
          <a:xfrm>
            <a:off x="762000" y="3648075"/>
            <a:ext cx="381000" cy="381000"/>
          </a:xfrm>
          <a:prstGeom prst="ellipse">
            <a:avLst/>
          </a:prstGeom>
          <a:solidFill>
            <a:srgbClr val="EAF2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723900" y="3724275"/>
            <a:ext cx="46672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4B5569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26" name="記入欄"/>
          <p:cNvSpPr/>
          <p:nvPr/>
        </p:nvSpPr>
        <p:spPr>
          <a:xfrm>
            <a:off x="1295400" y="3381375"/>
            <a:ext cx="23431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F2A0A8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27" name="記入欄"/>
          <p:cNvSpPr/>
          <p:nvPr/>
        </p:nvSpPr>
        <p:spPr>
          <a:xfrm>
            <a:off x="3752850" y="3381375"/>
            <a:ext cx="23431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EDCB45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28" name="記入欄"/>
          <p:cNvSpPr/>
          <p:nvPr/>
        </p:nvSpPr>
        <p:spPr>
          <a:xfrm>
            <a:off x="6210300" y="3381375"/>
            <a:ext cx="23431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A9D77F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29" name="記入欄"/>
          <p:cNvSpPr/>
          <p:nvPr/>
        </p:nvSpPr>
        <p:spPr>
          <a:xfrm>
            <a:off x="8667750" y="3381375"/>
            <a:ext cx="23431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F5B57A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30" name=""/>
          <p:cNvSpPr/>
          <p:nvPr/>
        </p:nvSpPr>
        <p:spPr>
          <a:xfrm>
            <a:off x="762000" y="4667250"/>
            <a:ext cx="381000" cy="381000"/>
          </a:xfrm>
          <a:prstGeom prst="ellipse">
            <a:avLst/>
          </a:prstGeom>
          <a:solidFill>
            <a:srgbClr val="EAF2FB"/>
          </a:solidFill>
          <a:ln/>
        </p:spPr>
      </p:sp>
      <p:sp>
        <p:nvSpPr>
          <p:cNvPr id="31" name=""/>
          <p:cNvSpPr txBox="1"/>
          <p:nvPr/>
        </p:nvSpPr>
        <p:spPr>
          <a:xfrm>
            <a:off x="723900" y="4743450"/>
            <a:ext cx="46672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4B5569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32" name="記入欄"/>
          <p:cNvSpPr/>
          <p:nvPr/>
        </p:nvSpPr>
        <p:spPr>
          <a:xfrm>
            <a:off x="1295400" y="4400550"/>
            <a:ext cx="23431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F2A0A8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33" name="記入欄"/>
          <p:cNvSpPr/>
          <p:nvPr/>
        </p:nvSpPr>
        <p:spPr>
          <a:xfrm>
            <a:off x="3752850" y="4400550"/>
            <a:ext cx="23431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EDCB45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34" name="記入欄"/>
          <p:cNvSpPr/>
          <p:nvPr/>
        </p:nvSpPr>
        <p:spPr>
          <a:xfrm>
            <a:off x="6210300" y="4400550"/>
            <a:ext cx="23431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A9D77F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35" name="記入欄"/>
          <p:cNvSpPr/>
          <p:nvPr/>
        </p:nvSpPr>
        <p:spPr>
          <a:xfrm>
            <a:off x="8667750" y="4400550"/>
            <a:ext cx="23431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F5B57A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36" name=""/>
          <p:cNvSpPr/>
          <p:nvPr/>
        </p:nvSpPr>
        <p:spPr>
          <a:xfrm>
            <a:off x="762000" y="5686425"/>
            <a:ext cx="381000" cy="381000"/>
          </a:xfrm>
          <a:prstGeom prst="ellipse">
            <a:avLst/>
          </a:prstGeom>
          <a:solidFill>
            <a:srgbClr val="EAF2FB"/>
          </a:solidFill>
          <a:ln/>
        </p:spPr>
      </p:sp>
      <p:sp>
        <p:nvSpPr>
          <p:cNvPr id="37" name=""/>
          <p:cNvSpPr txBox="1"/>
          <p:nvPr/>
        </p:nvSpPr>
        <p:spPr>
          <a:xfrm>
            <a:off x="723900" y="5762625"/>
            <a:ext cx="46672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4B5569"/>
                </a:solidFill>
                <a:latin typeface="Arial"/>
                <a:ea typeface="Arial"/>
              </a:rPr>
              <a:t>4</a:t>
            </a:r>
          </a:p>
        </p:txBody>
      </p:sp>
      <p:sp>
        <p:nvSpPr>
          <p:cNvPr id="38" name="記入欄"/>
          <p:cNvSpPr/>
          <p:nvPr/>
        </p:nvSpPr>
        <p:spPr>
          <a:xfrm>
            <a:off x="1295400" y="5419725"/>
            <a:ext cx="23431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F2A0A8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39" name="記入欄"/>
          <p:cNvSpPr/>
          <p:nvPr/>
        </p:nvSpPr>
        <p:spPr>
          <a:xfrm>
            <a:off x="3752850" y="5419725"/>
            <a:ext cx="23431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EDCB45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40" name="記入欄"/>
          <p:cNvSpPr/>
          <p:nvPr/>
        </p:nvSpPr>
        <p:spPr>
          <a:xfrm>
            <a:off x="6210300" y="5419725"/>
            <a:ext cx="23431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A9D77F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41" name="記入欄"/>
          <p:cNvSpPr/>
          <p:nvPr/>
        </p:nvSpPr>
        <p:spPr>
          <a:xfrm>
            <a:off x="8667750" y="5419725"/>
            <a:ext cx="23431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F5B57A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C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62000" y="561975"/>
            <a:ext cx="95250" cy="419100"/>
          </a:xfrm>
          <a:prstGeom prst="roundRect">
            <a:avLst>
              <a:gd name="adj" fmla="val 50000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28700" y="495300"/>
            <a:ext cx="1685925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A2238"/>
                </a:solidFill>
                <a:latin typeface="Noto Sans JP"/>
                <a:ea typeface="Noto Sans JP"/>
              </a:rPr>
              <a:t>疑問文</a:t>
            </a:r>
          </a:p>
        </p:txBody>
      </p:sp>
      <p:sp>
        <p:nvSpPr>
          <p:cNvPr id="4" name=""/>
          <p:cNvSpPr/>
          <p:nvPr/>
        </p:nvSpPr>
        <p:spPr>
          <a:xfrm>
            <a:off x="2362200" y="600075"/>
            <a:ext cx="647700" cy="352425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5" name=""/>
          <p:cNvSpPr txBox="1"/>
          <p:nvPr/>
        </p:nvSpPr>
        <p:spPr>
          <a:xfrm>
            <a:off x="2514600" y="6477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23B12"/>
                </a:solidFill>
                <a:latin typeface="Noto Sans JP"/>
                <a:ea typeface="Noto Sans JP"/>
              </a:rPr>
              <a:t>練習</a:t>
            </a:r>
          </a:p>
        </p:txBody>
      </p:sp>
      <p:pic>
        <p:nvPicPr>
          <p:cNvPr id="6" name="Image 0" descr="黄色いバナナ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71700" y="1295400"/>
            <a:ext cx="590550" cy="590550"/>
          </a:xfrm>
          <a:prstGeom prst="rect">
            <a:avLst/>
          </a:prstGeom>
        </p:spPr>
      </p:pic>
      <p:sp>
        <p:nvSpPr>
          <p:cNvPr id="7" name=""/>
          <p:cNvSpPr/>
          <p:nvPr/>
        </p:nvSpPr>
        <p:spPr>
          <a:xfrm>
            <a:off x="1295400" y="1943100"/>
            <a:ext cx="2343150" cy="304800"/>
          </a:xfrm>
          <a:prstGeom prst="roundRect">
            <a:avLst>
              <a:gd name="adj" fmla="val 50000"/>
            </a:avLst>
          </a:prstGeom>
          <a:solidFill>
            <a:srgbClr val="FFE98A"/>
          </a:solidFill>
          <a:ln/>
        </p:spPr>
      </p:sp>
      <p:sp>
        <p:nvSpPr>
          <p:cNvPr id="8" name=""/>
          <p:cNvSpPr txBox="1"/>
          <p:nvPr/>
        </p:nvSpPr>
        <p:spPr>
          <a:xfrm>
            <a:off x="2019300" y="1981200"/>
            <a:ext cx="9048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7A5A00"/>
                </a:solidFill>
                <a:latin typeface="Noto Sans JP"/>
                <a:ea typeface="Noto Sans JP"/>
              </a:rPr>
              <a:t>助動詞</a:t>
            </a:r>
          </a:p>
        </p:txBody>
      </p:sp>
      <p:pic>
        <p:nvPicPr>
          <p:cNvPr id="9" name="Image 1" descr="りんご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9150" y="1295400"/>
            <a:ext cx="590550" cy="590550"/>
          </a:xfrm>
          <a:prstGeom prst="rect">
            <a:avLst/>
          </a:prstGeom>
        </p:spPr>
      </p:pic>
      <p:sp>
        <p:nvSpPr>
          <p:cNvPr id="10" name=""/>
          <p:cNvSpPr/>
          <p:nvPr/>
        </p:nvSpPr>
        <p:spPr>
          <a:xfrm>
            <a:off x="3752850" y="1943100"/>
            <a:ext cx="2343150" cy="304800"/>
          </a:xfrm>
          <a:prstGeom prst="roundRect">
            <a:avLst>
              <a:gd name="adj" fmla="val 50000"/>
            </a:avLst>
          </a:prstGeom>
          <a:solidFill>
            <a:srgbClr val="FFDDE0"/>
          </a:solidFill>
          <a:ln/>
        </p:spPr>
      </p:sp>
      <p:sp>
        <p:nvSpPr>
          <p:cNvPr id="11" name=""/>
          <p:cNvSpPr txBox="1"/>
          <p:nvPr/>
        </p:nvSpPr>
        <p:spPr>
          <a:xfrm>
            <a:off x="4562475" y="1981200"/>
            <a:ext cx="7143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C42B3B"/>
                </a:solidFill>
                <a:latin typeface="Noto Sans JP"/>
                <a:ea typeface="Noto Sans JP"/>
              </a:rPr>
              <a:t>主語</a:t>
            </a:r>
          </a:p>
        </p:txBody>
      </p:sp>
      <p:pic>
        <p:nvPicPr>
          <p:cNvPr id="12" name="Image 2" descr="緑のバナナ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1295400"/>
            <a:ext cx="590550" cy="590550"/>
          </a:xfrm>
          <a:prstGeom prst="rect">
            <a:avLst/>
          </a:prstGeom>
        </p:spPr>
      </p:pic>
      <p:sp>
        <p:nvSpPr>
          <p:cNvPr id="13" name=""/>
          <p:cNvSpPr/>
          <p:nvPr/>
        </p:nvSpPr>
        <p:spPr>
          <a:xfrm>
            <a:off x="6210300" y="1943100"/>
            <a:ext cx="2343150" cy="304800"/>
          </a:xfrm>
          <a:prstGeom prst="roundRect">
            <a:avLst>
              <a:gd name="adj" fmla="val 50000"/>
            </a:avLst>
          </a:prstGeom>
          <a:solidFill>
            <a:srgbClr val="DDF1C6"/>
          </a:solidFill>
          <a:ln/>
        </p:spPr>
      </p:sp>
      <p:sp>
        <p:nvSpPr>
          <p:cNvPr id="14" name=""/>
          <p:cNvSpPr txBox="1"/>
          <p:nvPr/>
        </p:nvSpPr>
        <p:spPr>
          <a:xfrm>
            <a:off x="7019925" y="1981200"/>
            <a:ext cx="7143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3D7A1A"/>
                </a:solidFill>
                <a:latin typeface="Noto Sans JP"/>
                <a:ea typeface="Noto Sans JP"/>
              </a:rPr>
              <a:t>動詞</a:t>
            </a:r>
          </a:p>
        </p:txBody>
      </p:sp>
      <p:pic>
        <p:nvPicPr>
          <p:cNvPr id="15" name="Image 3" descr="オレンジ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4050" y="1295400"/>
            <a:ext cx="590550" cy="590550"/>
          </a:xfrm>
          <a:prstGeom prst="rect">
            <a:avLst/>
          </a:prstGeom>
        </p:spPr>
      </p:pic>
      <p:sp>
        <p:nvSpPr>
          <p:cNvPr id="16" name=""/>
          <p:cNvSpPr/>
          <p:nvPr/>
        </p:nvSpPr>
        <p:spPr>
          <a:xfrm>
            <a:off x="8667750" y="1943100"/>
            <a:ext cx="2343150" cy="304800"/>
          </a:xfrm>
          <a:prstGeom prst="roundRect">
            <a:avLst>
              <a:gd name="adj" fmla="val 50000"/>
            </a:avLst>
          </a:prstGeom>
          <a:solidFill>
            <a:srgbClr val="FFE0C0"/>
          </a:solidFill>
          <a:ln/>
        </p:spPr>
      </p:sp>
      <p:sp>
        <p:nvSpPr>
          <p:cNvPr id="17" name=""/>
          <p:cNvSpPr txBox="1"/>
          <p:nvPr/>
        </p:nvSpPr>
        <p:spPr>
          <a:xfrm>
            <a:off x="9391650" y="1981200"/>
            <a:ext cx="9048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B65300"/>
                </a:solidFill>
                <a:latin typeface="Noto Sans JP"/>
                <a:ea typeface="Noto Sans JP"/>
              </a:rPr>
              <a:t>目的語</a:t>
            </a:r>
          </a:p>
        </p:txBody>
      </p:sp>
      <p:sp>
        <p:nvSpPr>
          <p:cNvPr id="18" name=""/>
          <p:cNvSpPr/>
          <p:nvPr/>
        </p:nvSpPr>
        <p:spPr>
          <a:xfrm>
            <a:off x="762000" y="2628900"/>
            <a:ext cx="381000" cy="381000"/>
          </a:xfrm>
          <a:prstGeom prst="ellipse">
            <a:avLst/>
          </a:prstGeom>
          <a:solidFill>
            <a:srgbClr val="EAF2FB"/>
          </a:solidFill>
          <a:ln/>
        </p:spPr>
      </p:sp>
      <p:sp>
        <p:nvSpPr>
          <p:cNvPr id="19" name=""/>
          <p:cNvSpPr txBox="1"/>
          <p:nvPr/>
        </p:nvSpPr>
        <p:spPr>
          <a:xfrm>
            <a:off x="723900" y="2705100"/>
            <a:ext cx="46672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4B5569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20" name="記入欄"/>
          <p:cNvSpPr/>
          <p:nvPr/>
        </p:nvSpPr>
        <p:spPr>
          <a:xfrm>
            <a:off x="1295400" y="2362200"/>
            <a:ext cx="23431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EDCB45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21" name="記入欄"/>
          <p:cNvSpPr/>
          <p:nvPr/>
        </p:nvSpPr>
        <p:spPr>
          <a:xfrm>
            <a:off x="3752850" y="2362200"/>
            <a:ext cx="23431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F2A0A8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22" name="記入欄"/>
          <p:cNvSpPr/>
          <p:nvPr/>
        </p:nvSpPr>
        <p:spPr>
          <a:xfrm>
            <a:off x="6210300" y="2362200"/>
            <a:ext cx="23431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A9D77F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23" name="記入欄"/>
          <p:cNvSpPr/>
          <p:nvPr/>
        </p:nvSpPr>
        <p:spPr>
          <a:xfrm>
            <a:off x="8667750" y="2362200"/>
            <a:ext cx="23431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F5B57A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10972800" y="2600325"/>
            <a:ext cx="6096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1A2238"/>
                </a:solidFill>
                <a:latin typeface="Arial"/>
                <a:ea typeface="Arial"/>
              </a:rPr>
              <a:t>?</a:t>
            </a:r>
          </a:p>
        </p:txBody>
      </p:sp>
      <p:sp>
        <p:nvSpPr>
          <p:cNvPr id="25" name=""/>
          <p:cNvSpPr/>
          <p:nvPr/>
        </p:nvSpPr>
        <p:spPr>
          <a:xfrm>
            <a:off x="762000" y="3648075"/>
            <a:ext cx="381000" cy="381000"/>
          </a:xfrm>
          <a:prstGeom prst="ellipse">
            <a:avLst/>
          </a:prstGeom>
          <a:solidFill>
            <a:srgbClr val="EAF2FB"/>
          </a:solidFill>
          <a:ln/>
        </p:spPr>
      </p:sp>
      <p:sp>
        <p:nvSpPr>
          <p:cNvPr id="26" name=""/>
          <p:cNvSpPr txBox="1"/>
          <p:nvPr/>
        </p:nvSpPr>
        <p:spPr>
          <a:xfrm>
            <a:off x="723900" y="3724275"/>
            <a:ext cx="46672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4B5569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27" name="記入欄"/>
          <p:cNvSpPr/>
          <p:nvPr/>
        </p:nvSpPr>
        <p:spPr>
          <a:xfrm>
            <a:off x="1295400" y="3381375"/>
            <a:ext cx="23431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EDCB45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28" name="記入欄"/>
          <p:cNvSpPr/>
          <p:nvPr/>
        </p:nvSpPr>
        <p:spPr>
          <a:xfrm>
            <a:off x="3752850" y="3381375"/>
            <a:ext cx="23431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F2A0A8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29" name="記入欄"/>
          <p:cNvSpPr/>
          <p:nvPr/>
        </p:nvSpPr>
        <p:spPr>
          <a:xfrm>
            <a:off x="6210300" y="3381375"/>
            <a:ext cx="23431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A9D77F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30" name="記入欄"/>
          <p:cNvSpPr/>
          <p:nvPr/>
        </p:nvSpPr>
        <p:spPr>
          <a:xfrm>
            <a:off x="8667750" y="3381375"/>
            <a:ext cx="23431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F5B57A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10972800" y="3619500"/>
            <a:ext cx="6096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1A2238"/>
                </a:solidFill>
                <a:latin typeface="Arial"/>
                <a:ea typeface="Arial"/>
              </a:rPr>
              <a:t>?</a:t>
            </a:r>
          </a:p>
        </p:txBody>
      </p:sp>
      <p:sp>
        <p:nvSpPr>
          <p:cNvPr id="32" name=""/>
          <p:cNvSpPr/>
          <p:nvPr/>
        </p:nvSpPr>
        <p:spPr>
          <a:xfrm>
            <a:off x="762000" y="4667250"/>
            <a:ext cx="381000" cy="381000"/>
          </a:xfrm>
          <a:prstGeom prst="ellipse">
            <a:avLst/>
          </a:prstGeom>
          <a:solidFill>
            <a:srgbClr val="EAF2FB"/>
          </a:solidFill>
          <a:ln/>
        </p:spPr>
      </p:sp>
      <p:sp>
        <p:nvSpPr>
          <p:cNvPr id="33" name=""/>
          <p:cNvSpPr txBox="1"/>
          <p:nvPr/>
        </p:nvSpPr>
        <p:spPr>
          <a:xfrm>
            <a:off x="723900" y="4743450"/>
            <a:ext cx="46672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4B5569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34" name="記入欄"/>
          <p:cNvSpPr/>
          <p:nvPr/>
        </p:nvSpPr>
        <p:spPr>
          <a:xfrm>
            <a:off x="1295400" y="4400550"/>
            <a:ext cx="23431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EDCB45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35" name="記入欄"/>
          <p:cNvSpPr/>
          <p:nvPr/>
        </p:nvSpPr>
        <p:spPr>
          <a:xfrm>
            <a:off x="3752850" y="4400550"/>
            <a:ext cx="23431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F2A0A8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36" name="記入欄"/>
          <p:cNvSpPr/>
          <p:nvPr/>
        </p:nvSpPr>
        <p:spPr>
          <a:xfrm>
            <a:off x="6210300" y="4400550"/>
            <a:ext cx="23431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A9D77F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37" name="記入欄"/>
          <p:cNvSpPr/>
          <p:nvPr/>
        </p:nvSpPr>
        <p:spPr>
          <a:xfrm>
            <a:off x="8667750" y="4400550"/>
            <a:ext cx="23431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F5B57A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10972800" y="4638675"/>
            <a:ext cx="6096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1A2238"/>
                </a:solidFill>
                <a:latin typeface="Arial"/>
                <a:ea typeface="Arial"/>
              </a:rPr>
              <a:t>?</a:t>
            </a:r>
          </a:p>
        </p:txBody>
      </p:sp>
      <p:sp>
        <p:nvSpPr>
          <p:cNvPr id="39" name=""/>
          <p:cNvSpPr/>
          <p:nvPr/>
        </p:nvSpPr>
        <p:spPr>
          <a:xfrm>
            <a:off x="762000" y="5686425"/>
            <a:ext cx="381000" cy="381000"/>
          </a:xfrm>
          <a:prstGeom prst="ellipse">
            <a:avLst/>
          </a:prstGeom>
          <a:solidFill>
            <a:srgbClr val="EAF2FB"/>
          </a:solidFill>
          <a:ln/>
        </p:spPr>
      </p:sp>
      <p:sp>
        <p:nvSpPr>
          <p:cNvPr id="40" name=""/>
          <p:cNvSpPr txBox="1"/>
          <p:nvPr/>
        </p:nvSpPr>
        <p:spPr>
          <a:xfrm>
            <a:off x="723900" y="5762625"/>
            <a:ext cx="46672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4B5569"/>
                </a:solidFill>
                <a:latin typeface="Arial"/>
                <a:ea typeface="Arial"/>
              </a:rPr>
              <a:t>4</a:t>
            </a:r>
          </a:p>
        </p:txBody>
      </p:sp>
      <p:sp>
        <p:nvSpPr>
          <p:cNvPr id="41" name="記入欄"/>
          <p:cNvSpPr/>
          <p:nvPr/>
        </p:nvSpPr>
        <p:spPr>
          <a:xfrm>
            <a:off x="1295400" y="5419725"/>
            <a:ext cx="23431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EDCB45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42" name="記入欄"/>
          <p:cNvSpPr/>
          <p:nvPr/>
        </p:nvSpPr>
        <p:spPr>
          <a:xfrm>
            <a:off x="3752850" y="5419725"/>
            <a:ext cx="23431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F2A0A8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43" name="記入欄"/>
          <p:cNvSpPr/>
          <p:nvPr/>
        </p:nvSpPr>
        <p:spPr>
          <a:xfrm>
            <a:off x="6210300" y="5419725"/>
            <a:ext cx="23431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A9D77F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44" name="記入欄"/>
          <p:cNvSpPr/>
          <p:nvPr/>
        </p:nvSpPr>
        <p:spPr>
          <a:xfrm>
            <a:off x="8667750" y="5419725"/>
            <a:ext cx="23431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F5B57A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10972800" y="5657850"/>
            <a:ext cx="6096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1A2238"/>
                </a:solidFill>
                <a:latin typeface="Arial"/>
                <a:ea typeface="Arial"/>
              </a:rPr>
              <a:t>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C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62000" y="561975"/>
            <a:ext cx="95250" cy="419100"/>
          </a:xfrm>
          <a:prstGeom prst="roundRect">
            <a:avLst>
              <a:gd name="adj" fmla="val 50000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28700" y="495300"/>
            <a:ext cx="34671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A2238"/>
                </a:solidFill>
                <a:latin typeface="Noto Sans JP"/>
                <a:ea typeface="Noto Sans JP"/>
              </a:rPr>
              <a:t>疑問詞の疑問文</a:t>
            </a:r>
          </a:p>
        </p:txBody>
      </p:sp>
      <p:sp>
        <p:nvSpPr>
          <p:cNvPr id="4" name=""/>
          <p:cNvSpPr/>
          <p:nvPr/>
        </p:nvSpPr>
        <p:spPr>
          <a:xfrm>
            <a:off x="3924300" y="600075"/>
            <a:ext cx="647700" cy="352425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5" name=""/>
          <p:cNvSpPr txBox="1"/>
          <p:nvPr/>
        </p:nvSpPr>
        <p:spPr>
          <a:xfrm>
            <a:off x="4076700" y="6477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23B12"/>
                </a:solidFill>
                <a:latin typeface="Noto Sans JP"/>
                <a:ea typeface="Noto Sans JP"/>
              </a:rPr>
              <a:t>練習</a:t>
            </a:r>
          </a:p>
        </p:txBody>
      </p:sp>
      <p:sp>
        <p:nvSpPr>
          <p:cNvPr id="6" name=""/>
          <p:cNvSpPr/>
          <p:nvPr/>
        </p:nvSpPr>
        <p:spPr>
          <a:xfrm>
            <a:off x="1295400" y="1343025"/>
            <a:ext cx="1847850" cy="495300"/>
          </a:xfrm>
          <a:prstGeom prst="roundRect">
            <a:avLst>
              <a:gd name="adj" fmla="val 50000"/>
            </a:avLst>
          </a:prstGeom>
          <a:solidFill>
            <a:srgbClr val="D6E9FA"/>
          </a:solidFill>
          <a:ln/>
        </p:spPr>
      </p:sp>
      <p:sp>
        <p:nvSpPr>
          <p:cNvPr id="7" name=""/>
          <p:cNvSpPr txBox="1"/>
          <p:nvPr/>
        </p:nvSpPr>
        <p:spPr>
          <a:xfrm>
            <a:off x="1933575" y="1466850"/>
            <a:ext cx="5810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1F5F96"/>
                </a:solidFill>
                <a:latin typeface="Arial"/>
                <a:ea typeface="Arial"/>
              </a:rPr>
              <a:t>W</a:t>
            </a:r>
          </a:p>
        </p:txBody>
      </p:sp>
      <p:pic>
        <p:nvPicPr>
          <p:cNvPr id="8" name="Image 0" descr="黄色いバナナ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95725" y="1295400"/>
            <a:ext cx="590550" cy="590550"/>
          </a:xfrm>
          <a:prstGeom prst="rect">
            <a:avLst/>
          </a:prstGeom>
        </p:spPr>
      </p:pic>
      <p:sp>
        <p:nvSpPr>
          <p:cNvPr id="9" name=""/>
          <p:cNvSpPr/>
          <p:nvPr/>
        </p:nvSpPr>
        <p:spPr>
          <a:xfrm>
            <a:off x="3257550" y="1943100"/>
            <a:ext cx="1847850" cy="304800"/>
          </a:xfrm>
          <a:prstGeom prst="roundRect">
            <a:avLst>
              <a:gd name="adj" fmla="val 50000"/>
            </a:avLst>
          </a:prstGeom>
          <a:solidFill>
            <a:srgbClr val="FFE98A"/>
          </a:solidFill>
          <a:ln/>
        </p:spPr>
      </p:sp>
      <p:sp>
        <p:nvSpPr>
          <p:cNvPr id="10" name=""/>
          <p:cNvSpPr txBox="1"/>
          <p:nvPr/>
        </p:nvSpPr>
        <p:spPr>
          <a:xfrm>
            <a:off x="3733800" y="1981200"/>
            <a:ext cx="9048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7A5A00"/>
                </a:solidFill>
                <a:latin typeface="Noto Sans JP"/>
                <a:ea typeface="Noto Sans JP"/>
              </a:rPr>
              <a:t>助動詞</a:t>
            </a:r>
          </a:p>
        </p:txBody>
      </p:sp>
      <p:pic>
        <p:nvPicPr>
          <p:cNvPr id="11" name="Image 1" descr="りんご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7875" y="1295400"/>
            <a:ext cx="590550" cy="590550"/>
          </a:xfrm>
          <a:prstGeom prst="rect">
            <a:avLst/>
          </a:prstGeom>
        </p:spPr>
      </p:pic>
      <p:sp>
        <p:nvSpPr>
          <p:cNvPr id="12" name=""/>
          <p:cNvSpPr/>
          <p:nvPr/>
        </p:nvSpPr>
        <p:spPr>
          <a:xfrm>
            <a:off x="5229225" y="1943100"/>
            <a:ext cx="1847850" cy="304800"/>
          </a:xfrm>
          <a:prstGeom prst="roundRect">
            <a:avLst>
              <a:gd name="adj" fmla="val 50000"/>
            </a:avLst>
          </a:prstGeom>
          <a:solidFill>
            <a:srgbClr val="FFDDE0"/>
          </a:solidFill>
          <a:ln/>
        </p:spPr>
      </p:sp>
      <p:sp>
        <p:nvSpPr>
          <p:cNvPr id="13" name=""/>
          <p:cNvSpPr txBox="1"/>
          <p:nvPr/>
        </p:nvSpPr>
        <p:spPr>
          <a:xfrm>
            <a:off x="5791200" y="1981200"/>
            <a:ext cx="7143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C42B3B"/>
                </a:solidFill>
                <a:latin typeface="Noto Sans JP"/>
                <a:ea typeface="Noto Sans JP"/>
              </a:rPr>
              <a:t>主語</a:t>
            </a:r>
          </a:p>
        </p:txBody>
      </p:sp>
      <p:pic>
        <p:nvPicPr>
          <p:cNvPr id="14" name="Image 2" descr="緑のバナナ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0025" y="1295400"/>
            <a:ext cx="590550" cy="590550"/>
          </a:xfrm>
          <a:prstGeom prst="rect">
            <a:avLst/>
          </a:prstGeom>
        </p:spPr>
      </p:pic>
      <p:sp>
        <p:nvSpPr>
          <p:cNvPr id="15" name=""/>
          <p:cNvSpPr/>
          <p:nvPr/>
        </p:nvSpPr>
        <p:spPr>
          <a:xfrm>
            <a:off x="7191375" y="1943100"/>
            <a:ext cx="1847850" cy="304800"/>
          </a:xfrm>
          <a:prstGeom prst="roundRect">
            <a:avLst>
              <a:gd name="adj" fmla="val 50000"/>
            </a:avLst>
          </a:prstGeom>
          <a:solidFill>
            <a:srgbClr val="DDF1C6"/>
          </a:solidFill>
          <a:ln/>
        </p:spPr>
      </p:sp>
      <p:sp>
        <p:nvSpPr>
          <p:cNvPr id="16" name=""/>
          <p:cNvSpPr txBox="1"/>
          <p:nvPr/>
        </p:nvSpPr>
        <p:spPr>
          <a:xfrm>
            <a:off x="7762875" y="1981200"/>
            <a:ext cx="7143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3D7A1A"/>
                </a:solidFill>
                <a:latin typeface="Noto Sans JP"/>
                <a:ea typeface="Noto Sans JP"/>
              </a:rPr>
              <a:t>動詞</a:t>
            </a:r>
          </a:p>
        </p:txBody>
      </p:sp>
      <p:pic>
        <p:nvPicPr>
          <p:cNvPr id="17" name="Image 3" descr="オレンジ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91700" y="1295400"/>
            <a:ext cx="590550" cy="590550"/>
          </a:xfrm>
          <a:prstGeom prst="rect">
            <a:avLst/>
          </a:prstGeom>
        </p:spPr>
      </p:pic>
      <p:sp>
        <p:nvSpPr>
          <p:cNvPr id="18" name=""/>
          <p:cNvSpPr/>
          <p:nvPr/>
        </p:nvSpPr>
        <p:spPr>
          <a:xfrm>
            <a:off x="9163050" y="1943100"/>
            <a:ext cx="1847850" cy="304800"/>
          </a:xfrm>
          <a:prstGeom prst="roundRect">
            <a:avLst>
              <a:gd name="adj" fmla="val 50000"/>
            </a:avLst>
          </a:prstGeom>
          <a:solidFill>
            <a:srgbClr val="FFE0C0"/>
          </a:solidFill>
          <a:ln/>
        </p:spPr>
      </p:sp>
      <p:sp>
        <p:nvSpPr>
          <p:cNvPr id="19" name=""/>
          <p:cNvSpPr txBox="1"/>
          <p:nvPr/>
        </p:nvSpPr>
        <p:spPr>
          <a:xfrm>
            <a:off x="9629775" y="1981200"/>
            <a:ext cx="9048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B65300"/>
                </a:solidFill>
                <a:latin typeface="Noto Sans JP"/>
                <a:ea typeface="Noto Sans JP"/>
              </a:rPr>
              <a:t>目的語</a:t>
            </a:r>
          </a:p>
        </p:txBody>
      </p:sp>
      <p:sp>
        <p:nvSpPr>
          <p:cNvPr id="20" name=""/>
          <p:cNvSpPr/>
          <p:nvPr/>
        </p:nvSpPr>
        <p:spPr>
          <a:xfrm>
            <a:off x="762000" y="2628900"/>
            <a:ext cx="381000" cy="381000"/>
          </a:xfrm>
          <a:prstGeom prst="ellipse">
            <a:avLst/>
          </a:prstGeom>
          <a:solidFill>
            <a:srgbClr val="EAF2FB"/>
          </a:solidFill>
          <a:ln/>
        </p:spPr>
      </p:sp>
      <p:sp>
        <p:nvSpPr>
          <p:cNvPr id="21" name=""/>
          <p:cNvSpPr txBox="1"/>
          <p:nvPr/>
        </p:nvSpPr>
        <p:spPr>
          <a:xfrm>
            <a:off x="723900" y="2705100"/>
            <a:ext cx="46672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4B5569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22" name="記入欄"/>
          <p:cNvSpPr/>
          <p:nvPr/>
        </p:nvSpPr>
        <p:spPr>
          <a:xfrm>
            <a:off x="1295400" y="2362200"/>
            <a:ext cx="18478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9CC6EC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23" name="記入欄"/>
          <p:cNvSpPr/>
          <p:nvPr/>
        </p:nvSpPr>
        <p:spPr>
          <a:xfrm>
            <a:off x="3257550" y="2362200"/>
            <a:ext cx="18478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EDCB45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24" name="記入欄"/>
          <p:cNvSpPr/>
          <p:nvPr/>
        </p:nvSpPr>
        <p:spPr>
          <a:xfrm>
            <a:off x="5229225" y="2362200"/>
            <a:ext cx="18478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F2A0A8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25" name="記入欄"/>
          <p:cNvSpPr/>
          <p:nvPr/>
        </p:nvSpPr>
        <p:spPr>
          <a:xfrm>
            <a:off x="7191375" y="2362200"/>
            <a:ext cx="18478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A9D77F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26" name="記入欄"/>
          <p:cNvSpPr/>
          <p:nvPr/>
        </p:nvSpPr>
        <p:spPr>
          <a:xfrm>
            <a:off x="9163050" y="2362200"/>
            <a:ext cx="18478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F5B57A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10972800" y="2600325"/>
            <a:ext cx="6096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1A2238"/>
                </a:solidFill>
                <a:latin typeface="Arial"/>
                <a:ea typeface="Arial"/>
              </a:rPr>
              <a:t>?</a:t>
            </a:r>
          </a:p>
        </p:txBody>
      </p:sp>
      <p:sp>
        <p:nvSpPr>
          <p:cNvPr id="28" name=""/>
          <p:cNvSpPr/>
          <p:nvPr/>
        </p:nvSpPr>
        <p:spPr>
          <a:xfrm>
            <a:off x="762000" y="3648075"/>
            <a:ext cx="381000" cy="381000"/>
          </a:xfrm>
          <a:prstGeom prst="ellipse">
            <a:avLst/>
          </a:prstGeom>
          <a:solidFill>
            <a:srgbClr val="EAF2FB"/>
          </a:solidFill>
          <a:ln/>
        </p:spPr>
      </p:sp>
      <p:sp>
        <p:nvSpPr>
          <p:cNvPr id="29" name=""/>
          <p:cNvSpPr txBox="1"/>
          <p:nvPr/>
        </p:nvSpPr>
        <p:spPr>
          <a:xfrm>
            <a:off x="723900" y="3724275"/>
            <a:ext cx="46672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4B5569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30" name="記入欄"/>
          <p:cNvSpPr/>
          <p:nvPr/>
        </p:nvSpPr>
        <p:spPr>
          <a:xfrm>
            <a:off x="1295400" y="3381375"/>
            <a:ext cx="18478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9CC6EC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31" name="記入欄"/>
          <p:cNvSpPr/>
          <p:nvPr/>
        </p:nvSpPr>
        <p:spPr>
          <a:xfrm>
            <a:off x="3257550" y="3381375"/>
            <a:ext cx="18478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EDCB45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32" name="記入欄"/>
          <p:cNvSpPr/>
          <p:nvPr/>
        </p:nvSpPr>
        <p:spPr>
          <a:xfrm>
            <a:off x="5229225" y="3381375"/>
            <a:ext cx="18478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F2A0A8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33" name="記入欄"/>
          <p:cNvSpPr/>
          <p:nvPr/>
        </p:nvSpPr>
        <p:spPr>
          <a:xfrm>
            <a:off x="7191375" y="3381375"/>
            <a:ext cx="18478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A9D77F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34" name="記入欄"/>
          <p:cNvSpPr/>
          <p:nvPr/>
        </p:nvSpPr>
        <p:spPr>
          <a:xfrm>
            <a:off x="9163050" y="3381375"/>
            <a:ext cx="18478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F5B57A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10972800" y="3619500"/>
            <a:ext cx="6096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1A2238"/>
                </a:solidFill>
                <a:latin typeface="Arial"/>
                <a:ea typeface="Arial"/>
              </a:rPr>
              <a:t>?</a:t>
            </a:r>
          </a:p>
        </p:txBody>
      </p:sp>
      <p:sp>
        <p:nvSpPr>
          <p:cNvPr id="36" name=""/>
          <p:cNvSpPr/>
          <p:nvPr/>
        </p:nvSpPr>
        <p:spPr>
          <a:xfrm>
            <a:off x="762000" y="4667250"/>
            <a:ext cx="381000" cy="381000"/>
          </a:xfrm>
          <a:prstGeom prst="ellipse">
            <a:avLst/>
          </a:prstGeom>
          <a:solidFill>
            <a:srgbClr val="EAF2FB"/>
          </a:solidFill>
          <a:ln/>
        </p:spPr>
      </p:sp>
      <p:sp>
        <p:nvSpPr>
          <p:cNvPr id="37" name=""/>
          <p:cNvSpPr txBox="1"/>
          <p:nvPr/>
        </p:nvSpPr>
        <p:spPr>
          <a:xfrm>
            <a:off x="723900" y="4743450"/>
            <a:ext cx="46672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4B5569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38" name="記入欄"/>
          <p:cNvSpPr/>
          <p:nvPr/>
        </p:nvSpPr>
        <p:spPr>
          <a:xfrm>
            <a:off x="1295400" y="4400550"/>
            <a:ext cx="18478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9CC6EC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39" name="記入欄"/>
          <p:cNvSpPr/>
          <p:nvPr/>
        </p:nvSpPr>
        <p:spPr>
          <a:xfrm>
            <a:off x="3257550" y="4400550"/>
            <a:ext cx="18478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EDCB45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40" name="記入欄"/>
          <p:cNvSpPr/>
          <p:nvPr/>
        </p:nvSpPr>
        <p:spPr>
          <a:xfrm>
            <a:off x="5229225" y="4400550"/>
            <a:ext cx="18478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F2A0A8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41" name="記入欄"/>
          <p:cNvSpPr/>
          <p:nvPr/>
        </p:nvSpPr>
        <p:spPr>
          <a:xfrm>
            <a:off x="7191375" y="4400550"/>
            <a:ext cx="18478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A9D77F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42" name="記入欄"/>
          <p:cNvSpPr/>
          <p:nvPr/>
        </p:nvSpPr>
        <p:spPr>
          <a:xfrm>
            <a:off x="9163050" y="4400550"/>
            <a:ext cx="18478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F5B57A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10972800" y="4638675"/>
            <a:ext cx="6096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1A2238"/>
                </a:solidFill>
                <a:latin typeface="Arial"/>
                <a:ea typeface="Arial"/>
              </a:rPr>
              <a:t>?</a:t>
            </a:r>
          </a:p>
        </p:txBody>
      </p:sp>
      <p:sp>
        <p:nvSpPr>
          <p:cNvPr id="44" name=""/>
          <p:cNvSpPr/>
          <p:nvPr/>
        </p:nvSpPr>
        <p:spPr>
          <a:xfrm>
            <a:off x="762000" y="5686425"/>
            <a:ext cx="381000" cy="381000"/>
          </a:xfrm>
          <a:prstGeom prst="ellipse">
            <a:avLst/>
          </a:prstGeom>
          <a:solidFill>
            <a:srgbClr val="EAF2FB"/>
          </a:solidFill>
          <a:ln/>
        </p:spPr>
      </p:sp>
      <p:sp>
        <p:nvSpPr>
          <p:cNvPr id="45" name=""/>
          <p:cNvSpPr txBox="1"/>
          <p:nvPr/>
        </p:nvSpPr>
        <p:spPr>
          <a:xfrm>
            <a:off x="723900" y="5762625"/>
            <a:ext cx="46672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4B5569"/>
                </a:solidFill>
                <a:latin typeface="Arial"/>
                <a:ea typeface="Arial"/>
              </a:rPr>
              <a:t>4</a:t>
            </a:r>
          </a:p>
        </p:txBody>
      </p:sp>
      <p:sp>
        <p:nvSpPr>
          <p:cNvPr id="46" name="記入欄"/>
          <p:cNvSpPr/>
          <p:nvPr/>
        </p:nvSpPr>
        <p:spPr>
          <a:xfrm>
            <a:off x="1295400" y="5419725"/>
            <a:ext cx="18478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9CC6EC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47" name="記入欄"/>
          <p:cNvSpPr/>
          <p:nvPr/>
        </p:nvSpPr>
        <p:spPr>
          <a:xfrm>
            <a:off x="3257550" y="5419725"/>
            <a:ext cx="18478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EDCB45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48" name="記入欄"/>
          <p:cNvSpPr/>
          <p:nvPr/>
        </p:nvSpPr>
        <p:spPr>
          <a:xfrm>
            <a:off x="5229225" y="5419725"/>
            <a:ext cx="18478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F2A0A8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49" name="記入欄"/>
          <p:cNvSpPr/>
          <p:nvPr/>
        </p:nvSpPr>
        <p:spPr>
          <a:xfrm>
            <a:off x="7191375" y="5419725"/>
            <a:ext cx="18478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A9D77F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50" name="記入欄"/>
          <p:cNvSpPr/>
          <p:nvPr/>
        </p:nvSpPr>
        <p:spPr>
          <a:xfrm>
            <a:off x="9163050" y="5419725"/>
            <a:ext cx="18478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F5B57A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10972800" y="5657850"/>
            <a:ext cx="6096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1A2238"/>
                </a:solidFill>
                <a:latin typeface="Arial"/>
                <a:ea typeface="Arial"/>
              </a:rPr>
              <a:t>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C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62000" y="561975"/>
            <a:ext cx="95250" cy="419100"/>
          </a:xfrm>
          <a:prstGeom prst="roundRect">
            <a:avLst>
              <a:gd name="adj" fmla="val 50000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28700" y="495300"/>
            <a:ext cx="1685925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A2238"/>
                </a:solidFill>
                <a:latin typeface="Noto Sans JP"/>
                <a:ea typeface="Noto Sans JP"/>
              </a:rPr>
              <a:t>否定文</a:t>
            </a:r>
          </a:p>
        </p:txBody>
      </p:sp>
      <p:sp>
        <p:nvSpPr>
          <p:cNvPr id="4" name=""/>
          <p:cNvSpPr/>
          <p:nvPr/>
        </p:nvSpPr>
        <p:spPr>
          <a:xfrm>
            <a:off x="2362200" y="600075"/>
            <a:ext cx="647700" cy="352425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5" name=""/>
          <p:cNvSpPr txBox="1"/>
          <p:nvPr/>
        </p:nvSpPr>
        <p:spPr>
          <a:xfrm>
            <a:off x="2514600" y="6477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23B12"/>
                </a:solidFill>
                <a:latin typeface="Noto Sans JP"/>
                <a:ea typeface="Noto Sans JP"/>
              </a:rPr>
              <a:t>練習</a:t>
            </a:r>
          </a:p>
        </p:txBody>
      </p:sp>
      <p:pic>
        <p:nvPicPr>
          <p:cNvPr id="6" name="Image 0" descr="りんご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4050" y="1295400"/>
            <a:ext cx="590550" cy="590550"/>
          </a:xfrm>
          <a:prstGeom prst="rect">
            <a:avLst/>
          </a:prstGeom>
        </p:spPr>
      </p:pic>
      <p:sp>
        <p:nvSpPr>
          <p:cNvPr id="7" name=""/>
          <p:cNvSpPr/>
          <p:nvPr/>
        </p:nvSpPr>
        <p:spPr>
          <a:xfrm>
            <a:off x="1295400" y="1943100"/>
            <a:ext cx="1847850" cy="304800"/>
          </a:xfrm>
          <a:prstGeom prst="roundRect">
            <a:avLst>
              <a:gd name="adj" fmla="val 50000"/>
            </a:avLst>
          </a:prstGeom>
          <a:solidFill>
            <a:srgbClr val="FFDDE0"/>
          </a:solidFill>
          <a:ln/>
        </p:spPr>
      </p:sp>
      <p:sp>
        <p:nvSpPr>
          <p:cNvPr id="8" name=""/>
          <p:cNvSpPr txBox="1"/>
          <p:nvPr/>
        </p:nvSpPr>
        <p:spPr>
          <a:xfrm>
            <a:off x="1866900" y="1981200"/>
            <a:ext cx="7143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C42B3B"/>
                </a:solidFill>
                <a:latin typeface="Noto Sans JP"/>
                <a:ea typeface="Noto Sans JP"/>
              </a:rPr>
              <a:t>主語</a:t>
            </a:r>
          </a:p>
        </p:txBody>
      </p:sp>
      <p:pic>
        <p:nvPicPr>
          <p:cNvPr id="9" name="Image 1" descr="黄色いバナナ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5725" y="1295400"/>
            <a:ext cx="590550" cy="590550"/>
          </a:xfrm>
          <a:prstGeom prst="rect">
            <a:avLst/>
          </a:prstGeom>
        </p:spPr>
      </p:pic>
      <p:sp>
        <p:nvSpPr>
          <p:cNvPr id="10" name=""/>
          <p:cNvSpPr/>
          <p:nvPr/>
        </p:nvSpPr>
        <p:spPr>
          <a:xfrm>
            <a:off x="3257550" y="1943100"/>
            <a:ext cx="1847850" cy="304800"/>
          </a:xfrm>
          <a:prstGeom prst="roundRect">
            <a:avLst>
              <a:gd name="adj" fmla="val 50000"/>
            </a:avLst>
          </a:prstGeom>
          <a:solidFill>
            <a:srgbClr val="FFE98A"/>
          </a:solidFill>
          <a:ln/>
        </p:spPr>
      </p:sp>
      <p:sp>
        <p:nvSpPr>
          <p:cNvPr id="11" name=""/>
          <p:cNvSpPr txBox="1"/>
          <p:nvPr/>
        </p:nvSpPr>
        <p:spPr>
          <a:xfrm>
            <a:off x="3733800" y="1981200"/>
            <a:ext cx="9048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7A5A00"/>
                </a:solidFill>
                <a:latin typeface="Noto Sans JP"/>
                <a:ea typeface="Noto Sans JP"/>
              </a:rPr>
              <a:t>助動詞</a:t>
            </a:r>
          </a:p>
        </p:txBody>
      </p:sp>
      <p:sp>
        <p:nvSpPr>
          <p:cNvPr id="12" name=""/>
          <p:cNvSpPr/>
          <p:nvPr/>
        </p:nvSpPr>
        <p:spPr>
          <a:xfrm>
            <a:off x="5229225" y="1343025"/>
            <a:ext cx="1847850" cy="495300"/>
          </a:xfrm>
          <a:prstGeom prst="roundRect">
            <a:avLst>
              <a:gd name="adj" fmla="val 50000"/>
            </a:avLst>
          </a:prstGeom>
          <a:solidFill>
            <a:srgbClr val="1A223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5715000" y="1466850"/>
            <a:ext cx="8763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Arial"/>
                <a:ea typeface="Arial"/>
              </a:rPr>
              <a:t>NOT</a:t>
            </a:r>
          </a:p>
        </p:txBody>
      </p:sp>
      <p:pic>
        <p:nvPicPr>
          <p:cNvPr id="14" name="Image 2" descr="緑のバナナ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0025" y="1295400"/>
            <a:ext cx="590550" cy="590550"/>
          </a:xfrm>
          <a:prstGeom prst="rect">
            <a:avLst/>
          </a:prstGeom>
        </p:spPr>
      </p:pic>
      <p:sp>
        <p:nvSpPr>
          <p:cNvPr id="15" name=""/>
          <p:cNvSpPr/>
          <p:nvPr/>
        </p:nvSpPr>
        <p:spPr>
          <a:xfrm>
            <a:off x="7191375" y="1943100"/>
            <a:ext cx="1847850" cy="304800"/>
          </a:xfrm>
          <a:prstGeom prst="roundRect">
            <a:avLst>
              <a:gd name="adj" fmla="val 50000"/>
            </a:avLst>
          </a:prstGeom>
          <a:solidFill>
            <a:srgbClr val="DDF1C6"/>
          </a:solidFill>
          <a:ln/>
        </p:spPr>
      </p:sp>
      <p:sp>
        <p:nvSpPr>
          <p:cNvPr id="16" name=""/>
          <p:cNvSpPr txBox="1"/>
          <p:nvPr/>
        </p:nvSpPr>
        <p:spPr>
          <a:xfrm>
            <a:off x="7762875" y="1981200"/>
            <a:ext cx="7143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3D7A1A"/>
                </a:solidFill>
                <a:latin typeface="Noto Sans JP"/>
                <a:ea typeface="Noto Sans JP"/>
              </a:rPr>
              <a:t>動詞</a:t>
            </a:r>
          </a:p>
        </p:txBody>
      </p:sp>
      <p:pic>
        <p:nvPicPr>
          <p:cNvPr id="17" name="Image 3" descr="オレンジ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91700" y="1295400"/>
            <a:ext cx="590550" cy="590550"/>
          </a:xfrm>
          <a:prstGeom prst="rect">
            <a:avLst/>
          </a:prstGeom>
        </p:spPr>
      </p:pic>
      <p:sp>
        <p:nvSpPr>
          <p:cNvPr id="18" name=""/>
          <p:cNvSpPr/>
          <p:nvPr/>
        </p:nvSpPr>
        <p:spPr>
          <a:xfrm>
            <a:off x="9163050" y="1943100"/>
            <a:ext cx="1847850" cy="304800"/>
          </a:xfrm>
          <a:prstGeom prst="roundRect">
            <a:avLst>
              <a:gd name="adj" fmla="val 50000"/>
            </a:avLst>
          </a:prstGeom>
          <a:solidFill>
            <a:srgbClr val="FFE0C0"/>
          </a:solidFill>
          <a:ln/>
        </p:spPr>
      </p:sp>
      <p:sp>
        <p:nvSpPr>
          <p:cNvPr id="19" name=""/>
          <p:cNvSpPr txBox="1"/>
          <p:nvPr/>
        </p:nvSpPr>
        <p:spPr>
          <a:xfrm>
            <a:off x="9629775" y="1981200"/>
            <a:ext cx="9048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B65300"/>
                </a:solidFill>
                <a:latin typeface="Noto Sans JP"/>
                <a:ea typeface="Noto Sans JP"/>
              </a:rPr>
              <a:t>目的語</a:t>
            </a:r>
          </a:p>
        </p:txBody>
      </p:sp>
      <p:sp>
        <p:nvSpPr>
          <p:cNvPr id="20" name=""/>
          <p:cNvSpPr/>
          <p:nvPr/>
        </p:nvSpPr>
        <p:spPr>
          <a:xfrm>
            <a:off x="762000" y="2628900"/>
            <a:ext cx="381000" cy="381000"/>
          </a:xfrm>
          <a:prstGeom prst="ellipse">
            <a:avLst/>
          </a:prstGeom>
          <a:solidFill>
            <a:srgbClr val="EAF2FB"/>
          </a:solidFill>
          <a:ln/>
        </p:spPr>
      </p:sp>
      <p:sp>
        <p:nvSpPr>
          <p:cNvPr id="21" name=""/>
          <p:cNvSpPr txBox="1"/>
          <p:nvPr/>
        </p:nvSpPr>
        <p:spPr>
          <a:xfrm>
            <a:off x="723900" y="2705100"/>
            <a:ext cx="46672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4B5569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22" name="記入欄"/>
          <p:cNvSpPr/>
          <p:nvPr/>
        </p:nvSpPr>
        <p:spPr>
          <a:xfrm>
            <a:off x="1295400" y="2362200"/>
            <a:ext cx="18478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F2A0A8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23" name="記入欄"/>
          <p:cNvSpPr/>
          <p:nvPr/>
        </p:nvSpPr>
        <p:spPr>
          <a:xfrm>
            <a:off x="3257550" y="2362200"/>
            <a:ext cx="18478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EDCB45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24" name="記入欄"/>
          <p:cNvSpPr/>
          <p:nvPr/>
        </p:nvSpPr>
        <p:spPr>
          <a:xfrm>
            <a:off x="5229225" y="2362200"/>
            <a:ext cx="18478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8A93A8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25" name="記入欄"/>
          <p:cNvSpPr/>
          <p:nvPr/>
        </p:nvSpPr>
        <p:spPr>
          <a:xfrm>
            <a:off x="7191375" y="2362200"/>
            <a:ext cx="18478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A9D77F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26" name="記入欄"/>
          <p:cNvSpPr/>
          <p:nvPr/>
        </p:nvSpPr>
        <p:spPr>
          <a:xfrm>
            <a:off x="9163050" y="2362200"/>
            <a:ext cx="18478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F5B57A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27" name=""/>
          <p:cNvSpPr/>
          <p:nvPr/>
        </p:nvSpPr>
        <p:spPr>
          <a:xfrm>
            <a:off x="762000" y="3648075"/>
            <a:ext cx="381000" cy="381000"/>
          </a:xfrm>
          <a:prstGeom prst="ellipse">
            <a:avLst/>
          </a:prstGeom>
          <a:solidFill>
            <a:srgbClr val="EAF2FB"/>
          </a:solidFill>
          <a:ln/>
        </p:spPr>
      </p:sp>
      <p:sp>
        <p:nvSpPr>
          <p:cNvPr id="28" name=""/>
          <p:cNvSpPr txBox="1"/>
          <p:nvPr/>
        </p:nvSpPr>
        <p:spPr>
          <a:xfrm>
            <a:off x="723900" y="3724275"/>
            <a:ext cx="46672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4B5569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29" name="記入欄"/>
          <p:cNvSpPr/>
          <p:nvPr/>
        </p:nvSpPr>
        <p:spPr>
          <a:xfrm>
            <a:off x="1295400" y="3381375"/>
            <a:ext cx="18478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F2A0A8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30" name="記入欄"/>
          <p:cNvSpPr/>
          <p:nvPr/>
        </p:nvSpPr>
        <p:spPr>
          <a:xfrm>
            <a:off x="3257550" y="3381375"/>
            <a:ext cx="18478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EDCB45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31" name="記入欄"/>
          <p:cNvSpPr/>
          <p:nvPr/>
        </p:nvSpPr>
        <p:spPr>
          <a:xfrm>
            <a:off x="5229225" y="3381375"/>
            <a:ext cx="18478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8A93A8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32" name="記入欄"/>
          <p:cNvSpPr/>
          <p:nvPr/>
        </p:nvSpPr>
        <p:spPr>
          <a:xfrm>
            <a:off x="7191375" y="3381375"/>
            <a:ext cx="18478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A9D77F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33" name="記入欄"/>
          <p:cNvSpPr/>
          <p:nvPr/>
        </p:nvSpPr>
        <p:spPr>
          <a:xfrm>
            <a:off x="9163050" y="3381375"/>
            <a:ext cx="18478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F5B57A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34" name=""/>
          <p:cNvSpPr/>
          <p:nvPr/>
        </p:nvSpPr>
        <p:spPr>
          <a:xfrm>
            <a:off x="762000" y="4667250"/>
            <a:ext cx="381000" cy="381000"/>
          </a:xfrm>
          <a:prstGeom prst="ellipse">
            <a:avLst/>
          </a:prstGeom>
          <a:solidFill>
            <a:srgbClr val="EAF2FB"/>
          </a:solidFill>
          <a:ln/>
        </p:spPr>
      </p:sp>
      <p:sp>
        <p:nvSpPr>
          <p:cNvPr id="35" name=""/>
          <p:cNvSpPr txBox="1"/>
          <p:nvPr/>
        </p:nvSpPr>
        <p:spPr>
          <a:xfrm>
            <a:off x="723900" y="4743450"/>
            <a:ext cx="46672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4B5569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36" name="記入欄"/>
          <p:cNvSpPr/>
          <p:nvPr/>
        </p:nvSpPr>
        <p:spPr>
          <a:xfrm>
            <a:off x="1295400" y="4400550"/>
            <a:ext cx="18478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F2A0A8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37" name="記入欄"/>
          <p:cNvSpPr/>
          <p:nvPr/>
        </p:nvSpPr>
        <p:spPr>
          <a:xfrm>
            <a:off x="3257550" y="4400550"/>
            <a:ext cx="18478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EDCB45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38" name="記入欄"/>
          <p:cNvSpPr/>
          <p:nvPr/>
        </p:nvSpPr>
        <p:spPr>
          <a:xfrm>
            <a:off x="5229225" y="4400550"/>
            <a:ext cx="18478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8A93A8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39" name="記入欄"/>
          <p:cNvSpPr/>
          <p:nvPr/>
        </p:nvSpPr>
        <p:spPr>
          <a:xfrm>
            <a:off x="7191375" y="4400550"/>
            <a:ext cx="18478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A9D77F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40" name="記入欄"/>
          <p:cNvSpPr/>
          <p:nvPr/>
        </p:nvSpPr>
        <p:spPr>
          <a:xfrm>
            <a:off x="9163050" y="4400550"/>
            <a:ext cx="18478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F5B57A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41" name=""/>
          <p:cNvSpPr/>
          <p:nvPr/>
        </p:nvSpPr>
        <p:spPr>
          <a:xfrm>
            <a:off x="762000" y="5686425"/>
            <a:ext cx="381000" cy="381000"/>
          </a:xfrm>
          <a:prstGeom prst="ellipse">
            <a:avLst/>
          </a:prstGeom>
          <a:solidFill>
            <a:srgbClr val="EAF2FB"/>
          </a:solidFill>
          <a:ln/>
        </p:spPr>
      </p:sp>
      <p:sp>
        <p:nvSpPr>
          <p:cNvPr id="42" name=""/>
          <p:cNvSpPr txBox="1"/>
          <p:nvPr/>
        </p:nvSpPr>
        <p:spPr>
          <a:xfrm>
            <a:off x="723900" y="5762625"/>
            <a:ext cx="46672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4B5569"/>
                </a:solidFill>
                <a:latin typeface="Arial"/>
                <a:ea typeface="Arial"/>
              </a:rPr>
              <a:t>4</a:t>
            </a:r>
          </a:p>
        </p:txBody>
      </p:sp>
      <p:sp>
        <p:nvSpPr>
          <p:cNvPr id="43" name="記入欄"/>
          <p:cNvSpPr/>
          <p:nvPr/>
        </p:nvSpPr>
        <p:spPr>
          <a:xfrm>
            <a:off x="1295400" y="5419725"/>
            <a:ext cx="18478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F2A0A8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44" name="記入欄"/>
          <p:cNvSpPr/>
          <p:nvPr/>
        </p:nvSpPr>
        <p:spPr>
          <a:xfrm>
            <a:off x="3257550" y="5419725"/>
            <a:ext cx="18478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EDCB45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45" name="記入欄"/>
          <p:cNvSpPr/>
          <p:nvPr/>
        </p:nvSpPr>
        <p:spPr>
          <a:xfrm>
            <a:off x="5229225" y="5419725"/>
            <a:ext cx="18478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8A93A8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46" name="記入欄"/>
          <p:cNvSpPr/>
          <p:nvPr/>
        </p:nvSpPr>
        <p:spPr>
          <a:xfrm>
            <a:off x="7191375" y="5419725"/>
            <a:ext cx="18478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A9D77F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  <p:sp>
        <p:nvSpPr>
          <p:cNvPr id="47" name="記入欄"/>
          <p:cNvSpPr/>
          <p:nvPr/>
        </p:nvSpPr>
        <p:spPr>
          <a:xfrm>
            <a:off x="9163050" y="5419725"/>
            <a:ext cx="1847850" cy="904875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9050">
            <a:solidFill>
              <a:srgbClr val="F5B57A"/>
            </a:solidFill>
            <a:prstDash val="dash"/>
          </a:ln>
        </p:spPr>
        <p:txBody>
          <a:bodyPr wrap="square" lIns="76200" tIns="76200" rIns="76200" bIns="76200" anchor="ctr"/>
          <a:lstStyle/>
          <a:p>
            <a:pPr algn="ctr"/>
            <a:endParaRPr lang="ja-JP" sz="2400" b="1">
              <a:solidFill>
                <a:srgbClr val="1A2238"/>
              </a:solidFill>
              <a:latin typeface="Noto Sans JP"/>
              <a:ea typeface="Noto Sans JP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