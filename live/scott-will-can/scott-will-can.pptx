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4" Type="http://schemas.openxmlformats.org/officeDocument/2006/relationships/presProps" Target="presProps.xml"/><Relationship Id="rId5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477250" y="0"/>
            <a:ext cx="3714750" cy="3333750"/>
          </a:xfrm>
          <a:custGeom>
            <a:avLst/>
            <a:gdLst/>
            <a:ahLst/>
            <a:cxnLst/>
            <a:rect l="l" t="t" r="r" b="b"/>
            <a:pathLst>
              <a:path w="3714750" h="3333750">
                <a:moveTo>
                  <a:pt x="3714750" y="0"/>
                </a:moveTo>
                <a:lnTo>
                  <a:pt x="3714750" y="3118485"/>
                </a:lnTo>
                <a:lnTo>
                  <a:pt x="3688080" y="3130868"/>
                </a:lnTo>
                <a:lnTo>
                  <a:pt x="3524250" y="3191828"/>
                </a:lnTo>
                <a:lnTo>
                  <a:pt x="3357563" y="3243263"/>
                </a:lnTo>
                <a:lnTo>
                  <a:pt x="3187065" y="3282315"/>
                </a:lnTo>
                <a:lnTo>
                  <a:pt x="3014663" y="3310890"/>
                </a:lnTo>
                <a:lnTo>
                  <a:pt x="2841307" y="3328035"/>
                </a:lnTo>
                <a:lnTo>
                  <a:pt x="2667000" y="3333750"/>
                </a:lnTo>
                <a:lnTo>
                  <a:pt x="2492693" y="3328035"/>
                </a:lnTo>
                <a:lnTo>
                  <a:pt x="2319337" y="3310890"/>
                </a:lnTo>
                <a:lnTo>
                  <a:pt x="2146935" y="3282315"/>
                </a:lnTo>
                <a:lnTo>
                  <a:pt x="1976437" y="3243263"/>
                </a:lnTo>
                <a:lnTo>
                  <a:pt x="1809750" y="3191828"/>
                </a:lnTo>
                <a:lnTo>
                  <a:pt x="1645920" y="3130868"/>
                </a:lnTo>
                <a:lnTo>
                  <a:pt x="1487805" y="3058478"/>
                </a:lnTo>
                <a:lnTo>
                  <a:pt x="1333500" y="2976562"/>
                </a:lnTo>
                <a:lnTo>
                  <a:pt x="1184910" y="2884170"/>
                </a:lnTo>
                <a:lnTo>
                  <a:pt x="1042988" y="2782253"/>
                </a:lnTo>
                <a:lnTo>
                  <a:pt x="908685" y="2671763"/>
                </a:lnTo>
                <a:lnTo>
                  <a:pt x="781050" y="2552700"/>
                </a:lnTo>
                <a:lnTo>
                  <a:pt x="661987" y="2425065"/>
                </a:lnTo>
                <a:lnTo>
                  <a:pt x="551497" y="2290762"/>
                </a:lnTo>
                <a:lnTo>
                  <a:pt x="449580" y="2148840"/>
                </a:lnTo>
                <a:lnTo>
                  <a:pt x="357188" y="2000250"/>
                </a:lnTo>
                <a:lnTo>
                  <a:pt x="275272" y="1845945"/>
                </a:lnTo>
                <a:lnTo>
                  <a:pt x="202882" y="1687830"/>
                </a:lnTo>
                <a:lnTo>
                  <a:pt x="141922" y="1524000"/>
                </a:lnTo>
                <a:lnTo>
                  <a:pt x="90488" y="1357313"/>
                </a:lnTo>
                <a:lnTo>
                  <a:pt x="51435" y="1186815"/>
                </a:lnTo>
                <a:lnTo>
                  <a:pt x="22860" y="1014413"/>
                </a:lnTo>
                <a:lnTo>
                  <a:pt x="5715" y="841057"/>
                </a:lnTo>
                <a:lnTo>
                  <a:pt x="0" y="666750"/>
                </a:lnTo>
                <a:lnTo>
                  <a:pt x="5715" y="492443"/>
                </a:lnTo>
                <a:lnTo>
                  <a:pt x="22860" y="319088"/>
                </a:lnTo>
                <a:lnTo>
                  <a:pt x="51435" y="146685"/>
                </a:lnTo>
                <a:lnTo>
                  <a:pt x="85725" y="0"/>
                </a:lnTo>
                <a:close/>
              </a:path>
            </a:pathLst>
          </a:custGeom>
          <a:solidFill>
            <a:srgbClr val="D6E8F8"/>
          </a:solidFill>
          <a:ln/>
        </p:spPr>
      </p:sp>
      <p:sp>
        <p:nvSpPr>
          <p:cNvPr id="3" name=""/>
          <p:cNvSpPr/>
          <p:nvPr/>
        </p:nvSpPr>
        <p:spPr>
          <a:xfrm>
            <a:off x="0" y="4286250"/>
            <a:ext cx="3048000" cy="2571750"/>
          </a:xfrm>
          <a:custGeom>
            <a:avLst/>
            <a:gdLst/>
            <a:ahLst/>
            <a:cxnLst/>
            <a:rect l="l" t="t" r="r" b="b"/>
            <a:pathLst>
              <a:path w="3048000" h="2571750">
                <a:moveTo>
                  <a:pt x="3048000" y="2190750"/>
                </a:moveTo>
                <a:lnTo>
                  <a:pt x="3043238" y="2333625"/>
                </a:lnTo>
                <a:lnTo>
                  <a:pt x="3028950" y="2476500"/>
                </a:lnTo>
                <a:lnTo>
                  <a:pt x="3013710" y="2571750"/>
                </a:lnTo>
                <a:lnTo>
                  <a:pt x="0" y="2571750"/>
                </a:lnTo>
                <a:lnTo>
                  <a:pt x="0" y="175260"/>
                </a:lnTo>
                <a:lnTo>
                  <a:pt x="19050" y="166688"/>
                </a:lnTo>
                <a:lnTo>
                  <a:pt x="153353" y="116205"/>
                </a:lnTo>
                <a:lnTo>
                  <a:pt x="290513" y="74295"/>
                </a:lnTo>
                <a:lnTo>
                  <a:pt x="429578" y="41910"/>
                </a:lnTo>
                <a:lnTo>
                  <a:pt x="571500" y="19050"/>
                </a:lnTo>
                <a:lnTo>
                  <a:pt x="714375" y="4763"/>
                </a:lnTo>
                <a:lnTo>
                  <a:pt x="857250" y="0"/>
                </a:lnTo>
                <a:lnTo>
                  <a:pt x="1000125" y="4763"/>
                </a:lnTo>
                <a:lnTo>
                  <a:pt x="1143000" y="19050"/>
                </a:lnTo>
                <a:lnTo>
                  <a:pt x="1284923" y="41910"/>
                </a:lnTo>
                <a:lnTo>
                  <a:pt x="1423987" y="74295"/>
                </a:lnTo>
                <a:lnTo>
                  <a:pt x="1561148" y="116205"/>
                </a:lnTo>
                <a:lnTo>
                  <a:pt x="1695450" y="166688"/>
                </a:lnTo>
                <a:lnTo>
                  <a:pt x="1825942" y="225742"/>
                </a:lnTo>
                <a:lnTo>
                  <a:pt x="1952625" y="293370"/>
                </a:lnTo>
                <a:lnTo>
                  <a:pt x="2074545" y="369570"/>
                </a:lnTo>
                <a:lnTo>
                  <a:pt x="2190750" y="452437"/>
                </a:lnTo>
                <a:lnTo>
                  <a:pt x="2301240" y="543878"/>
                </a:lnTo>
                <a:lnTo>
                  <a:pt x="2406015" y="641985"/>
                </a:lnTo>
                <a:lnTo>
                  <a:pt x="2504123" y="746760"/>
                </a:lnTo>
                <a:lnTo>
                  <a:pt x="2595563" y="857250"/>
                </a:lnTo>
                <a:lnTo>
                  <a:pt x="2678430" y="973455"/>
                </a:lnTo>
                <a:lnTo>
                  <a:pt x="2754630" y="1095375"/>
                </a:lnTo>
                <a:lnTo>
                  <a:pt x="2822258" y="1222057"/>
                </a:lnTo>
                <a:lnTo>
                  <a:pt x="2881313" y="1352550"/>
                </a:lnTo>
                <a:lnTo>
                  <a:pt x="2931795" y="1486853"/>
                </a:lnTo>
                <a:lnTo>
                  <a:pt x="2973705" y="1624012"/>
                </a:lnTo>
                <a:lnTo>
                  <a:pt x="3006090" y="1763078"/>
                </a:lnTo>
                <a:lnTo>
                  <a:pt x="3028950" y="1905000"/>
                </a:lnTo>
                <a:lnTo>
                  <a:pt x="3043238" y="2047875"/>
                </a:lnTo>
                <a:close/>
              </a:path>
            </a:pathLst>
          </a:custGeom>
          <a:solidFill>
            <a:srgbClr val="FFE1D3"/>
          </a:solidFill>
          <a:ln/>
        </p:spPr>
      </p:sp>
      <p:sp>
        <p:nvSpPr>
          <p:cNvPr id="4" name=""/>
          <p:cNvSpPr/>
          <p:nvPr/>
        </p:nvSpPr>
        <p:spPr>
          <a:xfrm>
            <a:off x="2076450" y="4114800"/>
            <a:ext cx="8039100" cy="323850"/>
          </a:xfrm>
          <a:prstGeom prst="roundRect">
            <a:avLst>
              <a:gd name="adj" fmla="val 35294"/>
            </a:avLst>
          </a:prstGeom>
          <a:solidFill>
            <a:srgbClr val="FFD966"/>
          </a:solidFill>
          <a:ln/>
        </p:spPr>
      </p:sp>
      <p:sp>
        <p:nvSpPr>
          <p:cNvPr id="5" name=""/>
          <p:cNvSpPr txBox="1"/>
          <p:nvPr/>
        </p:nvSpPr>
        <p:spPr>
          <a:xfrm>
            <a:off x="1990725" y="2257425"/>
            <a:ext cx="8210550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600" b="1" spc="198" kern="0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6" name=""/>
          <p:cNvSpPr txBox="1"/>
          <p:nvPr/>
        </p:nvSpPr>
        <p:spPr>
          <a:xfrm>
            <a:off x="2209800" y="3343275"/>
            <a:ext cx="9277350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600" b="1" spc="198" kern="0">
                <a:solidFill>
                  <a:srgbClr val="1A2238"/>
                </a:solidFill>
                <a:latin typeface="Noto Sans JP"/>
                <a:ea typeface="Noto Sans JP"/>
              </a:rPr>
              <a:t>長い文章で話す方法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15425" y="390525"/>
            <a:ext cx="24669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487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58325" y="466725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SPECIAL GUEST</a:t>
            </a:r>
          </a:p>
        </p:txBody>
      </p:sp>
      <p:sp>
        <p:nvSpPr>
          <p:cNvPr id="5" name=""/>
          <p:cNvSpPr txBox="1"/>
          <p:nvPr/>
        </p:nvSpPr>
        <p:spPr>
          <a:xfrm>
            <a:off x="10763250" y="447675"/>
            <a:ext cx="1085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Scott先生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TODAY'S GUEST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今日のゲスト</a:t>
            </a:r>
          </a:p>
        </p:txBody>
      </p:sp>
      <p:sp>
        <p:nvSpPr>
          <p:cNvPr id="8" name=""/>
          <p:cNvSpPr/>
          <p:nvPr/>
        </p:nvSpPr>
        <p:spPr>
          <a:xfrm>
            <a:off x="609600" y="2286000"/>
            <a:ext cx="3810000" cy="3810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0" descr="Scott先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2343150"/>
            <a:ext cx="3695700" cy="3695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4914900" y="1962150"/>
            <a:ext cx="3819525" cy="952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A2238"/>
                </a:solidFill>
                <a:latin typeface="DM Sans"/>
                <a:ea typeface="DM Sans"/>
              </a:rPr>
              <a:t>Scott</a:t>
            </a:r>
            <a:pPr/>
            <a:r>
              <a:rPr sz="5100" b="1">
                <a:solidFill>
                  <a:srgbClr val="1A2238"/>
                </a:solidFill>
                <a:latin typeface="Noto Sans JP"/>
                <a:ea typeface="Noto Sans JP"/>
              </a:rPr>
              <a:t>先生</a:t>
            </a:r>
          </a:p>
        </p:txBody>
      </p:sp>
      <p:pic>
        <p:nvPicPr>
          <p:cNvPr id="11" name="Image 1" descr="カナダ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875" y="2314575"/>
            <a:ext cx="609600" cy="3048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8829675" y="233362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→</a:t>
            </a:r>
          </a:p>
        </p:txBody>
      </p:sp>
      <p:pic>
        <p:nvPicPr>
          <p:cNvPr id="13" name="Image 2" descr="アメリカ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375" y="2314575"/>
            <a:ext cx="581025" cy="3048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4914900" y="3038475"/>
            <a:ext cx="6667500" cy="3267075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5181600" y="330517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出身</a:t>
            </a:r>
          </a:p>
        </p:txBody>
      </p:sp>
      <p:sp>
        <p:nvSpPr>
          <p:cNvPr id="16" name=""/>
          <p:cNvSpPr txBox="1"/>
          <p:nvPr/>
        </p:nvSpPr>
        <p:spPr>
          <a:xfrm>
            <a:off x="6096000" y="3171825"/>
            <a:ext cx="49244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Born in Canada, grew up mostly in the US</a:t>
            </a:r>
          </a:p>
        </p:txBody>
      </p:sp>
      <p:sp>
        <p:nvSpPr>
          <p:cNvPr id="17" name=""/>
          <p:cNvSpPr txBox="1"/>
          <p:nvPr/>
        </p:nvSpPr>
        <p:spPr>
          <a:xfrm>
            <a:off x="6096000" y="344805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カナダ生まれ、ほぼアメリカ育ち</a:t>
            </a:r>
          </a:p>
        </p:txBody>
      </p:sp>
      <p:sp>
        <p:nvSpPr>
          <p:cNvPr id="18" name=""/>
          <p:cNvSpPr/>
          <p:nvPr/>
        </p:nvSpPr>
        <p:spPr>
          <a:xfrm>
            <a:off x="5181600" y="374332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5181600" y="40005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来日</a:t>
            </a:r>
          </a:p>
        </p:txBody>
      </p:sp>
      <p:sp>
        <p:nvSpPr>
          <p:cNvPr id="20" name=""/>
          <p:cNvSpPr txBox="1"/>
          <p:nvPr/>
        </p:nvSpPr>
        <p:spPr>
          <a:xfrm>
            <a:off x="6096000" y="387667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Came to Japan to study martial arts and </a:t>
            </a:r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整体</a:t>
            </a:r>
          </a:p>
        </p:txBody>
      </p:sp>
      <p:sp>
        <p:nvSpPr>
          <p:cNvPr id="21" name=""/>
          <p:cNvSpPr txBox="1"/>
          <p:nvPr/>
        </p:nvSpPr>
        <p:spPr>
          <a:xfrm>
            <a:off x="6096000" y="4152900"/>
            <a:ext cx="2181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武道と整体を学びに日本へ</a:t>
            </a:r>
          </a:p>
        </p:txBody>
      </p:sp>
      <p:sp>
        <p:nvSpPr>
          <p:cNvPr id="22" name=""/>
          <p:cNvSpPr/>
          <p:nvPr/>
        </p:nvSpPr>
        <p:spPr>
          <a:xfrm>
            <a:off x="5181600" y="444817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5181600" y="46863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経歴</a:t>
            </a:r>
          </a:p>
        </p:txBody>
      </p:sp>
      <p:sp>
        <p:nvSpPr>
          <p:cNvPr id="24" name=""/>
          <p:cNvSpPr txBox="1"/>
          <p:nvPr/>
        </p:nvSpPr>
        <p:spPr>
          <a:xfrm>
            <a:off x="6096000" y="4552950"/>
            <a:ext cx="3276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Teaching for over 35 years</a:t>
            </a:r>
          </a:p>
        </p:txBody>
      </p:sp>
      <p:sp>
        <p:nvSpPr>
          <p:cNvPr id="25" name=""/>
          <p:cNvSpPr txBox="1"/>
          <p:nvPr/>
        </p:nvSpPr>
        <p:spPr>
          <a:xfrm>
            <a:off x="6096000" y="4829175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35年以上、教えています</a:t>
            </a:r>
          </a:p>
        </p:txBody>
      </p:sp>
      <p:sp>
        <p:nvSpPr>
          <p:cNvPr id="26" name=""/>
          <p:cNvSpPr/>
          <p:nvPr/>
        </p:nvSpPr>
        <p:spPr>
          <a:xfrm>
            <a:off x="5181600" y="5124450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7" name=""/>
          <p:cNvSpPr txBox="1"/>
          <p:nvPr/>
        </p:nvSpPr>
        <p:spPr>
          <a:xfrm>
            <a:off x="5181600" y="536257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在住</a:t>
            </a:r>
          </a:p>
        </p:txBody>
      </p:sp>
      <p:sp>
        <p:nvSpPr>
          <p:cNvPr id="28" name=""/>
          <p:cNvSpPr txBox="1"/>
          <p:nvPr/>
        </p:nvSpPr>
        <p:spPr>
          <a:xfrm>
            <a:off x="6096000" y="5229225"/>
            <a:ext cx="1933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Lives in Osaka</a:t>
            </a:r>
          </a:p>
        </p:txBody>
      </p:sp>
      <p:sp>
        <p:nvSpPr>
          <p:cNvPr id="29" name=""/>
          <p:cNvSpPr txBox="1"/>
          <p:nvPr/>
        </p:nvSpPr>
        <p:spPr>
          <a:xfrm>
            <a:off x="6096000" y="55054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大阪在住</a:t>
            </a:r>
          </a:p>
        </p:txBody>
      </p:sp>
      <p:sp>
        <p:nvSpPr>
          <p:cNvPr id="30" name=""/>
          <p:cNvSpPr/>
          <p:nvPr/>
        </p:nvSpPr>
        <p:spPr>
          <a:xfrm>
            <a:off x="5181600" y="580072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5181600" y="5943600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D91F26"/>
                </a:solidFill>
                <a:latin typeface="Noto Sans JP"/>
                <a:ea typeface="Noto Sans JP"/>
              </a:rPr>
              <a:t>YouTube</a:t>
            </a:r>
          </a:p>
        </p:txBody>
      </p:sp>
      <p:sp>
        <p:nvSpPr>
          <p:cNvPr id="32" name=""/>
          <p:cNvSpPr txBox="1"/>
          <p:nvPr/>
        </p:nvSpPr>
        <p:spPr>
          <a:xfrm>
            <a:off x="6096000" y="5905500"/>
            <a:ext cx="1952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BananaeigoTV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877300" y="390525"/>
            <a:ext cx="2705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0106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220200" y="466725"/>
            <a:ext cx="17621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今日のテーマ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9240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219200"/>
            <a:ext cx="43338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09750"/>
            <a:ext cx="7905750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F0521E"/>
                </a:solidFill>
                <a:latin typeface="Noto Sans JP"/>
                <a:ea typeface="Noto Sans JP"/>
              </a:rPr>
              <a:t>長い文章</a:t>
            </a:r>
            <a:pPr/>
            <a:r>
              <a:rPr sz="3450" b="1">
                <a:solidFill>
                  <a:srgbClr val="1A2238"/>
                </a:solidFill>
                <a:latin typeface="Noto Sans JP"/>
                <a:ea typeface="Noto Sans JP"/>
              </a:rPr>
              <a:t>で話せるようになる方法</a:t>
            </a:r>
          </a:p>
        </p:txBody>
      </p:sp>
      <p:sp>
        <p:nvSpPr>
          <p:cNvPr id="9" name=""/>
          <p:cNvSpPr/>
          <p:nvPr/>
        </p:nvSpPr>
        <p:spPr>
          <a:xfrm>
            <a:off x="609600" y="2628900"/>
            <a:ext cx="10972800" cy="38100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952500" y="2914650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42975" y="299085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2" name=""/>
          <p:cNvSpPr txBox="1"/>
          <p:nvPr/>
        </p:nvSpPr>
        <p:spPr>
          <a:xfrm>
            <a:off x="1581150" y="2914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 ＋ will ＋ 動詞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5219700" y="29908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未来のことを言う</a:t>
            </a:r>
          </a:p>
        </p:txBody>
      </p:sp>
      <p:sp>
        <p:nvSpPr>
          <p:cNvPr id="14" name=""/>
          <p:cNvSpPr/>
          <p:nvPr/>
        </p:nvSpPr>
        <p:spPr>
          <a:xfrm>
            <a:off x="952500" y="360045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952500" y="38576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923925" y="39243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7" name=""/>
          <p:cNvSpPr txBox="1"/>
          <p:nvPr/>
        </p:nvSpPr>
        <p:spPr>
          <a:xfrm>
            <a:off x="1581150" y="3857625"/>
            <a:ext cx="24669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18" name=""/>
          <p:cNvSpPr txBox="1"/>
          <p:nvPr/>
        </p:nvSpPr>
        <p:spPr>
          <a:xfrm>
            <a:off x="5219700" y="3924300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文を長くする</a:t>
            </a:r>
          </a:p>
        </p:txBody>
      </p:sp>
      <p:sp>
        <p:nvSpPr>
          <p:cNvPr id="19" name=""/>
          <p:cNvSpPr/>
          <p:nvPr/>
        </p:nvSpPr>
        <p:spPr>
          <a:xfrm>
            <a:off x="952500" y="45339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0" name=""/>
          <p:cNvSpPr/>
          <p:nvPr/>
        </p:nvSpPr>
        <p:spPr>
          <a:xfrm>
            <a:off x="952500" y="47910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14400" y="486727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2" name=""/>
          <p:cNvSpPr txBox="1"/>
          <p:nvPr/>
        </p:nvSpPr>
        <p:spPr>
          <a:xfrm>
            <a:off x="1581150" y="4791075"/>
            <a:ext cx="3200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 ＋ can ＋ 動詞</a:t>
            </a:r>
          </a:p>
        </p:txBody>
      </p:sp>
      <p:sp>
        <p:nvSpPr>
          <p:cNvPr id="23" name=""/>
          <p:cNvSpPr txBox="1"/>
          <p:nvPr/>
        </p:nvSpPr>
        <p:spPr>
          <a:xfrm>
            <a:off x="5219700" y="486727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will との違い</a:t>
            </a:r>
          </a:p>
        </p:txBody>
      </p:sp>
      <p:sp>
        <p:nvSpPr>
          <p:cNvPr id="24" name=""/>
          <p:cNvSpPr/>
          <p:nvPr/>
        </p:nvSpPr>
        <p:spPr>
          <a:xfrm>
            <a:off x="952500" y="54768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5" name=""/>
          <p:cNvSpPr/>
          <p:nvPr/>
        </p:nvSpPr>
        <p:spPr>
          <a:xfrm>
            <a:off x="952500" y="5734050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14400" y="5800725"/>
            <a:ext cx="495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7" name=""/>
          <p:cNvSpPr txBox="1"/>
          <p:nvPr/>
        </p:nvSpPr>
        <p:spPr>
          <a:xfrm>
            <a:off x="1581150" y="5734050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5219700" y="5800725"/>
            <a:ext cx="2143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will と can で練習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334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未来のことは </a:t>
            </a:r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ひとつでOK！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2505075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238250" y="2657475"/>
            <a:ext cx="10858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1028700" y="3162300"/>
            <a:ext cx="1581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 / You / We など</a:t>
            </a:r>
          </a:p>
        </p:txBody>
      </p:sp>
      <p:sp>
        <p:nvSpPr>
          <p:cNvPr id="11" name=""/>
          <p:cNvSpPr txBox="1"/>
          <p:nvPr/>
        </p:nvSpPr>
        <p:spPr>
          <a:xfrm>
            <a:off x="268605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105150" y="2505075"/>
            <a:ext cx="190500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762375" y="2657475"/>
            <a:ext cx="10191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4" name=""/>
          <p:cNvSpPr txBox="1"/>
          <p:nvPr/>
        </p:nvSpPr>
        <p:spPr>
          <a:xfrm>
            <a:off x="3705225" y="317182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未来・意志</a:t>
            </a:r>
          </a:p>
        </p:txBody>
      </p:sp>
      <p:sp>
        <p:nvSpPr>
          <p:cNvPr id="15" name=""/>
          <p:cNvSpPr txBox="1"/>
          <p:nvPr/>
        </p:nvSpPr>
        <p:spPr>
          <a:xfrm>
            <a:off x="518160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5600700" y="2505075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5886450" y="2657475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8" name=""/>
          <p:cNvSpPr txBox="1"/>
          <p:nvPr/>
        </p:nvSpPr>
        <p:spPr>
          <a:xfrm>
            <a:off x="6210300" y="3162300"/>
            <a:ext cx="1457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ing はつけない</a:t>
            </a:r>
          </a:p>
        </p:txBody>
      </p:sp>
      <p:sp>
        <p:nvSpPr>
          <p:cNvPr id="19" name=""/>
          <p:cNvSpPr txBox="1"/>
          <p:nvPr/>
        </p:nvSpPr>
        <p:spPr>
          <a:xfrm>
            <a:off x="796290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0" name=""/>
          <p:cNvSpPr/>
          <p:nvPr/>
        </p:nvSpPr>
        <p:spPr>
          <a:xfrm>
            <a:off x="8382000" y="2505075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8848725" y="2657475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2" name=""/>
          <p:cNvSpPr txBox="1"/>
          <p:nvPr/>
        </p:nvSpPr>
        <p:spPr>
          <a:xfrm>
            <a:off x="9124950" y="3162300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なにを</a:t>
            </a:r>
          </a:p>
        </p:txBody>
      </p:sp>
      <p:sp>
        <p:nvSpPr>
          <p:cNvPr id="23" name=""/>
          <p:cNvSpPr/>
          <p:nvPr/>
        </p:nvSpPr>
        <p:spPr>
          <a:xfrm>
            <a:off x="609600" y="3752850"/>
            <a:ext cx="5391150" cy="1990725"/>
          </a:xfrm>
          <a:prstGeom prst="roundRect">
            <a:avLst>
              <a:gd name="adj" fmla="val 11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1295400" y="401955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未来（これからすること・予定）</a:t>
            </a:r>
          </a:p>
        </p:txBody>
      </p:sp>
      <p:sp>
        <p:nvSpPr>
          <p:cNvPr id="25" name=""/>
          <p:cNvSpPr/>
          <p:nvPr/>
        </p:nvSpPr>
        <p:spPr>
          <a:xfrm>
            <a:off x="914400" y="403860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57250" y="407670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914400" y="4400550"/>
            <a:ext cx="3857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明日も来週も来年も、will ひとつで言える</a:t>
            </a:r>
          </a:p>
        </p:txBody>
      </p:sp>
      <p:sp>
        <p:nvSpPr>
          <p:cNvPr id="28" name=""/>
          <p:cNvSpPr txBox="1"/>
          <p:nvPr/>
        </p:nvSpPr>
        <p:spPr>
          <a:xfrm>
            <a:off x="914400" y="4772025"/>
            <a:ext cx="56292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study English tomorrow.</a:t>
            </a:r>
          </a:p>
        </p:txBody>
      </p:sp>
      <p:sp>
        <p:nvSpPr>
          <p:cNvPr id="29" name=""/>
          <p:cNvSpPr txBox="1"/>
          <p:nvPr/>
        </p:nvSpPr>
        <p:spPr>
          <a:xfrm>
            <a:off x="914400" y="52387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明日、英語を勉強する</a:t>
            </a:r>
          </a:p>
        </p:txBody>
      </p:sp>
      <p:sp>
        <p:nvSpPr>
          <p:cNvPr id="30" name=""/>
          <p:cNvSpPr/>
          <p:nvPr/>
        </p:nvSpPr>
        <p:spPr>
          <a:xfrm>
            <a:off x="6191250" y="3752850"/>
            <a:ext cx="5391150" cy="1990725"/>
          </a:xfrm>
          <a:prstGeom prst="roundRect">
            <a:avLst>
              <a:gd name="adj" fmla="val 11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 txBox="1"/>
          <p:nvPr/>
        </p:nvSpPr>
        <p:spPr>
          <a:xfrm>
            <a:off x="6877050" y="4019550"/>
            <a:ext cx="3524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意志（「やります！」の気持ち）</a:t>
            </a:r>
          </a:p>
        </p:txBody>
      </p:sp>
      <p:sp>
        <p:nvSpPr>
          <p:cNvPr id="32" name=""/>
          <p:cNvSpPr/>
          <p:nvPr/>
        </p:nvSpPr>
        <p:spPr>
          <a:xfrm>
            <a:off x="6496050" y="403860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6419850" y="407670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6496050" y="4400550"/>
            <a:ext cx="3876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その場で「やる！」と決めたときにも使う</a:t>
            </a:r>
          </a:p>
        </p:txBody>
      </p:sp>
      <p:sp>
        <p:nvSpPr>
          <p:cNvPr id="35" name=""/>
          <p:cNvSpPr txBox="1"/>
          <p:nvPr/>
        </p:nvSpPr>
        <p:spPr>
          <a:xfrm>
            <a:off x="6496050" y="4772025"/>
            <a:ext cx="2162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do it!</a:t>
            </a:r>
          </a:p>
        </p:txBody>
      </p:sp>
      <p:sp>
        <p:nvSpPr>
          <p:cNvPr id="36" name=""/>
          <p:cNvSpPr txBox="1"/>
          <p:nvPr/>
        </p:nvSpPr>
        <p:spPr>
          <a:xfrm>
            <a:off x="6496050" y="523875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やります！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047750"/>
            <a:ext cx="75723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750" b="1" spc="-60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7" name=""/>
          <p:cNvSpPr txBox="1"/>
          <p:nvPr/>
        </p:nvSpPr>
        <p:spPr>
          <a:xfrm>
            <a:off x="7105650" y="127635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B5569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1905000"/>
            <a:ext cx="10972800" cy="453390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52500" y="22383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14400" y="229552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504950" y="2209800"/>
            <a:ext cx="3486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study 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39350" y="22860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英語を勉強する</a:t>
            </a:r>
          </a:p>
        </p:txBody>
      </p:sp>
      <p:sp>
        <p:nvSpPr>
          <p:cNvPr id="13" name=""/>
          <p:cNvSpPr/>
          <p:nvPr/>
        </p:nvSpPr>
        <p:spPr>
          <a:xfrm>
            <a:off x="952500" y="28479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952500" y="31242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95350" y="31813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504950" y="30956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play tennis.</a:t>
            </a:r>
          </a:p>
        </p:txBody>
      </p:sp>
      <p:sp>
        <p:nvSpPr>
          <p:cNvPr id="17" name=""/>
          <p:cNvSpPr txBox="1"/>
          <p:nvPr/>
        </p:nvSpPr>
        <p:spPr>
          <a:xfrm>
            <a:off x="10210800" y="31718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テニスをする</a:t>
            </a:r>
          </a:p>
        </p:txBody>
      </p:sp>
      <p:sp>
        <p:nvSpPr>
          <p:cNvPr id="18" name=""/>
          <p:cNvSpPr/>
          <p:nvPr/>
        </p:nvSpPr>
        <p:spPr>
          <a:xfrm>
            <a:off x="952500" y="37338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952500" y="40005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95350" y="40576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1" name=""/>
          <p:cNvSpPr txBox="1"/>
          <p:nvPr/>
        </p:nvSpPr>
        <p:spPr>
          <a:xfrm>
            <a:off x="1504950" y="3971925"/>
            <a:ext cx="3657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watch a movie.</a:t>
            </a:r>
          </a:p>
        </p:txBody>
      </p:sp>
      <p:sp>
        <p:nvSpPr>
          <p:cNvPr id="22" name=""/>
          <p:cNvSpPr txBox="1"/>
          <p:nvPr/>
        </p:nvSpPr>
        <p:spPr>
          <a:xfrm>
            <a:off x="10382250" y="40481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映画を見る</a:t>
            </a:r>
          </a:p>
        </p:txBody>
      </p:sp>
      <p:sp>
        <p:nvSpPr>
          <p:cNvPr id="23" name=""/>
          <p:cNvSpPr/>
          <p:nvPr/>
        </p:nvSpPr>
        <p:spPr>
          <a:xfrm>
            <a:off x="952500" y="46101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4" name=""/>
          <p:cNvSpPr/>
          <p:nvPr/>
        </p:nvSpPr>
        <p:spPr>
          <a:xfrm>
            <a:off x="952500" y="48768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85825" y="4933950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6" name=""/>
          <p:cNvSpPr txBox="1"/>
          <p:nvPr/>
        </p:nvSpPr>
        <p:spPr>
          <a:xfrm>
            <a:off x="1504950" y="4848225"/>
            <a:ext cx="3819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meet my friend.</a:t>
            </a:r>
          </a:p>
        </p:txBody>
      </p:sp>
      <p:sp>
        <p:nvSpPr>
          <p:cNvPr id="27" name=""/>
          <p:cNvSpPr txBox="1"/>
          <p:nvPr/>
        </p:nvSpPr>
        <p:spPr>
          <a:xfrm>
            <a:off x="10382250" y="49244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友達に会う</a:t>
            </a:r>
          </a:p>
        </p:txBody>
      </p:sp>
      <p:sp>
        <p:nvSpPr>
          <p:cNvPr id="28" name=""/>
          <p:cNvSpPr/>
          <p:nvPr/>
        </p:nvSpPr>
        <p:spPr>
          <a:xfrm>
            <a:off x="952500" y="549592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9" name=""/>
          <p:cNvSpPr/>
          <p:nvPr/>
        </p:nvSpPr>
        <p:spPr>
          <a:xfrm>
            <a:off x="952500" y="57626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0" name=""/>
          <p:cNvSpPr txBox="1"/>
          <p:nvPr/>
        </p:nvSpPr>
        <p:spPr>
          <a:xfrm>
            <a:off x="895350" y="581977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1" name=""/>
          <p:cNvSpPr txBox="1"/>
          <p:nvPr/>
        </p:nvSpPr>
        <p:spPr>
          <a:xfrm>
            <a:off x="1504950" y="5734050"/>
            <a:ext cx="2809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32" name=""/>
          <p:cNvSpPr txBox="1"/>
          <p:nvPr/>
        </p:nvSpPr>
        <p:spPr>
          <a:xfrm>
            <a:off x="10039350" y="5810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ランチを食べる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401050" y="390525"/>
            <a:ext cx="31813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85344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43950" y="466725"/>
            <a:ext cx="20478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STAGE</a:t>
            </a:r>
          </a:p>
        </p:txBody>
      </p:sp>
      <p:sp>
        <p:nvSpPr>
          <p:cNvPr id="6" name=""/>
          <p:cNvSpPr txBox="1"/>
          <p:nvPr/>
        </p:nvSpPr>
        <p:spPr>
          <a:xfrm>
            <a:off x="10325100" y="447675"/>
            <a:ext cx="1590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1分間チャレンジ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2581275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1分間で、いくつ書ける？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38475"/>
            <a:ext cx="7658100" cy="2114550"/>
          </a:xfrm>
          <a:prstGeom prst="roundRect">
            <a:avLst>
              <a:gd name="adj" fmla="val 126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4802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476625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195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4476750"/>
            <a:ext cx="31813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I will </a:t>
            </a:r>
            <a:pPr/>
            <a:r>
              <a:rPr sz="2550" b="1">
                <a:solidFill>
                  <a:srgbClr val="5E6780"/>
                </a:solidFill>
                <a:latin typeface="Noto Sans JP"/>
                <a:ea typeface="Noto Sans JP"/>
              </a:rPr>
              <a:t>＿＿＿＿＿</a:t>
            </a:r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6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18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19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3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6" name=""/>
          <p:cNvSpPr txBox="1"/>
          <p:nvPr/>
        </p:nvSpPr>
        <p:spPr>
          <a:xfrm>
            <a:off x="4924425" y="60293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I will 〜 をどんどん書く</a:t>
            </a:r>
          </a:p>
        </p:txBody>
      </p:sp>
      <p:sp>
        <p:nvSpPr>
          <p:cNvPr id="27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0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91650" y="390525"/>
            <a:ext cx="2190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52500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734550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長く話すコツ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020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ネイティブっぽく、長く話すには？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486025"/>
            <a:ext cx="4381500" cy="1552575"/>
          </a:xfrm>
          <a:prstGeom prst="roundRect">
            <a:avLst>
              <a:gd name="adj" fmla="val 17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52500" y="2695575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C23B12"/>
                </a:solidFill>
                <a:latin typeface="DM Sans"/>
                <a:ea typeface="DM Sans"/>
              </a:rPr>
              <a:t>Hina</a:t>
            </a:r>
          </a:p>
        </p:txBody>
      </p:sp>
      <p:sp>
        <p:nvSpPr>
          <p:cNvPr id="10" name=""/>
          <p:cNvSpPr txBox="1"/>
          <p:nvPr/>
        </p:nvSpPr>
        <p:spPr>
          <a:xfrm>
            <a:off x="952500" y="293370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どうやったら長い文章で、</a:t>
            </a:r>
          </a:p>
        </p:txBody>
      </p:sp>
      <p:sp>
        <p:nvSpPr>
          <p:cNvPr id="11" name=""/>
          <p:cNvSpPr txBox="1"/>
          <p:nvPr/>
        </p:nvSpPr>
        <p:spPr>
          <a:xfrm>
            <a:off x="952500" y="3362325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ネイティブっぽく話せるの？</a:t>
            </a:r>
          </a:p>
        </p:txBody>
      </p:sp>
      <p:sp>
        <p:nvSpPr>
          <p:cNvPr id="12" name=""/>
          <p:cNvSpPr/>
          <p:nvPr/>
        </p:nvSpPr>
        <p:spPr>
          <a:xfrm>
            <a:off x="7715250" y="4286250"/>
            <a:ext cx="3867150" cy="1438275"/>
          </a:xfrm>
          <a:prstGeom prst="roundRect">
            <a:avLst>
              <a:gd name="adj" fmla="val 1854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8058150" y="4495800"/>
            <a:ext cx="914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FFE6DC"/>
                </a:solidFill>
                <a:latin typeface="DM Sans"/>
                <a:ea typeface="DM Sans"/>
              </a:rPr>
              <a:t>Scott</a:t>
            </a:r>
          </a:p>
        </p:txBody>
      </p:sp>
      <p:sp>
        <p:nvSpPr>
          <p:cNvPr id="14" name=""/>
          <p:cNvSpPr txBox="1"/>
          <p:nvPr/>
        </p:nvSpPr>
        <p:spPr>
          <a:xfrm>
            <a:off x="8058150" y="4781550"/>
            <a:ext cx="401002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前置詞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＋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名詞！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820275" y="390525"/>
            <a:ext cx="1762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9536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1631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982325" y="4476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76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PREPOSITION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前置詞とは？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612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名詞の前において、「どこで・いつ・だれと」を足すことば</a:t>
            </a:r>
          </a:p>
        </p:txBody>
      </p:sp>
      <p:sp>
        <p:nvSpPr>
          <p:cNvPr id="9" name=""/>
          <p:cNvSpPr/>
          <p:nvPr/>
        </p:nvSpPr>
        <p:spPr>
          <a:xfrm>
            <a:off x="609600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95350" y="2838450"/>
            <a:ext cx="1495425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47750" y="289560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どこで（場所）</a:t>
            </a:r>
          </a:p>
        </p:txBody>
      </p:sp>
      <p:sp>
        <p:nvSpPr>
          <p:cNvPr id="12" name=""/>
          <p:cNvSpPr txBox="1"/>
          <p:nvPr/>
        </p:nvSpPr>
        <p:spPr>
          <a:xfrm>
            <a:off x="895350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895350" y="4095750"/>
            <a:ext cx="1933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14" name=""/>
          <p:cNvSpPr txBox="1"/>
          <p:nvPr/>
        </p:nvSpPr>
        <p:spPr>
          <a:xfrm>
            <a:off x="3371850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公園で</a:t>
            </a:r>
          </a:p>
        </p:txBody>
      </p:sp>
      <p:sp>
        <p:nvSpPr>
          <p:cNvPr id="15" name=""/>
          <p:cNvSpPr/>
          <p:nvPr/>
        </p:nvSpPr>
        <p:spPr>
          <a:xfrm>
            <a:off x="895350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895350" y="4714875"/>
            <a:ext cx="1533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home</a:t>
            </a:r>
          </a:p>
        </p:txBody>
      </p:sp>
      <p:sp>
        <p:nvSpPr>
          <p:cNvPr id="17" name=""/>
          <p:cNvSpPr txBox="1"/>
          <p:nvPr/>
        </p:nvSpPr>
        <p:spPr>
          <a:xfrm>
            <a:off x="3533775" y="47815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家で</a:t>
            </a:r>
          </a:p>
        </p:txBody>
      </p:sp>
      <p:sp>
        <p:nvSpPr>
          <p:cNvPr id="18" name=""/>
          <p:cNvSpPr/>
          <p:nvPr/>
        </p:nvSpPr>
        <p:spPr>
          <a:xfrm>
            <a:off x="895350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95350" y="5334000"/>
            <a:ext cx="2295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station</a:t>
            </a:r>
          </a:p>
        </p:txBody>
      </p:sp>
      <p:sp>
        <p:nvSpPr>
          <p:cNvPr id="20" name=""/>
          <p:cNvSpPr txBox="1"/>
          <p:nvPr/>
        </p:nvSpPr>
        <p:spPr>
          <a:xfrm>
            <a:off x="3533775" y="54006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駅で</a:t>
            </a:r>
          </a:p>
        </p:txBody>
      </p:sp>
      <p:sp>
        <p:nvSpPr>
          <p:cNvPr id="21" name=""/>
          <p:cNvSpPr/>
          <p:nvPr/>
        </p:nvSpPr>
        <p:spPr>
          <a:xfrm>
            <a:off x="433387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4619625" y="2838450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3" name=""/>
          <p:cNvSpPr txBox="1"/>
          <p:nvPr/>
        </p:nvSpPr>
        <p:spPr>
          <a:xfrm>
            <a:off x="4772025" y="28956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いつ（時間）</a:t>
            </a:r>
          </a:p>
        </p:txBody>
      </p:sp>
      <p:sp>
        <p:nvSpPr>
          <p:cNvPr id="24" name=""/>
          <p:cNvSpPr txBox="1"/>
          <p:nvPr/>
        </p:nvSpPr>
        <p:spPr>
          <a:xfrm>
            <a:off x="4619625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5" name=""/>
          <p:cNvSpPr txBox="1"/>
          <p:nvPr/>
        </p:nvSpPr>
        <p:spPr>
          <a:xfrm>
            <a:off x="4619625" y="4095750"/>
            <a:ext cx="137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26" name=""/>
          <p:cNvSpPr txBox="1"/>
          <p:nvPr/>
        </p:nvSpPr>
        <p:spPr>
          <a:xfrm>
            <a:off x="6991350" y="41624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夜8時に</a:t>
            </a:r>
          </a:p>
        </p:txBody>
      </p:sp>
      <p:sp>
        <p:nvSpPr>
          <p:cNvPr id="27" name=""/>
          <p:cNvSpPr/>
          <p:nvPr/>
        </p:nvSpPr>
        <p:spPr>
          <a:xfrm>
            <a:off x="461962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4619625" y="4714875"/>
            <a:ext cx="1438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noon</a:t>
            </a:r>
          </a:p>
        </p:txBody>
      </p:sp>
      <p:sp>
        <p:nvSpPr>
          <p:cNvPr id="29" name=""/>
          <p:cNvSpPr txBox="1"/>
          <p:nvPr/>
        </p:nvSpPr>
        <p:spPr>
          <a:xfrm>
            <a:off x="7086600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お昼に</a:t>
            </a:r>
          </a:p>
        </p:txBody>
      </p:sp>
      <p:sp>
        <p:nvSpPr>
          <p:cNvPr id="30" name=""/>
          <p:cNvSpPr/>
          <p:nvPr/>
        </p:nvSpPr>
        <p:spPr>
          <a:xfrm>
            <a:off x="461962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4619625" y="5334000"/>
            <a:ext cx="1333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7:30</a:t>
            </a:r>
          </a:p>
        </p:txBody>
      </p:sp>
      <p:sp>
        <p:nvSpPr>
          <p:cNvPr id="32" name=""/>
          <p:cNvSpPr txBox="1"/>
          <p:nvPr/>
        </p:nvSpPr>
        <p:spPr>
          <a:xfrm>
            <a:off x="6991350" y="540067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7時半に</a:t>
            </a:r>
          </a:p>
        </p:txBody>
      </p:sp>
      <p:sp>
        <p:nvSpPr>
          <p:cNvPr id="33" name=""/>
          <p:cNvSpPr/>
          <p:nvPr/>
        </p:nvSpPr>
        <p:spPr>
          <a:xfrm>
            <a:off x="804862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8334375" y="2838450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486775" y="289560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だれと</a:t>
            </a:r>
          </a:p>
        </p:txBody>
      </p:sp>
      <p:sp>
        <p:nvSpPr>
          <p:cNvPr id="36" name=""/>
          <p:cNvSpPr txBox="1"/>
          <p:nvPr/>
        </p:nvSpPr>
        <p:spPr>
          <a:xfrm>
            <a:off x="8334375" y="3343275"/>
            <a:ext cx="23336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37" name=""/>
          <p:cNvSpPr txBox="1"/>
          <p:nvPr/>
        </p:nvSpPr>
        <p:spPr>
          <a:xfrm>
            <a:off x="8334375" y="4095750"/>
            <a:ext cx="259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38" name=""/>
          <p:cNvSpPr txBox="1"/>
          <p:nvPr/>
        </p:nvSpPr>
        <p:spPr>
          <a:xfrm>
            <a:off x="10810875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友達と</a:t>
            </a:r>
          </a:p>
        </p:txBody>
      </p:sp>
      <p:sp>
        <p:nvSpPr>
          <p:cNvPr id="39" name=""/>
          <p:cNvSpPr/>
          <p:nvPr/>
        </p:nvSpPr>
        <p:spPr>
          <a:xfrm>
            <a:off x="833437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0" name=""/>
          <p:cNvSpPr txBox="1"/>
          <p:nvPr/>
        </p:nvSpPr>
        <p:spPr>
          <a:xfrm>
            <a:off x="8334375" y="4714875"/>
            <a:ext cx="2457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family</a:t>
            </a:r>
          </a:p>
        </p:txBody>
      </p:sp>
      <p:sp>
        <p:nvSpPr>
          <p:cNvPr id="41" name=""/>
          <p:cNvSpPr txBox="1"/>
          <p:nvPr/>
        </p:nvSpPr>
        <p:spPr>
          <a:xfrm>
            <a:off x="10810875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家族と</a:t>
            </a:r>
          </a:p>
        </p:txBody>
      </p:sp>
      <p:sp>
        <p:nvSpPr>
          <p:cNvPr id="42" name=""/>
          <p:cNvSpPr/>
          <p:nvPr/>
        </p:nvSpPr>
        <p:spPr>
          <a:xfrm>
            <a:off x="833437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3" name=""/>
          <p:cNvSpPr txBox="1"/>
          <p:nvPr/>
        </p:nvSpPr>
        <p:spPr>
          <a:xfrm>
            <a:off x="8334375" y="5334000"/>
            <a:ext cx="1838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Scott</a:t>
            </a:r>
          </a:p>
        </p:txBody>
      </p:sp>
      <p:sp>
        <p:nvSpPr>
          <p:cNvPr id="44" name=""/>
          <p:cNvSpPr txBox="1"/>
          <p:nvPr/>
        </p:nvSpPr>
        <p:spPr>
          <a:xfrm>
            <a:off x="10163175" y="54006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スコット先生と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24975" y="390525"/>
            <a:ext cx="22574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583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678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487025" y="447675"/>
            <a:ext cx="1400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668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534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つなげると、どんどん長くなる！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71675"/>
            <a:ext cx="10972800" cy="89535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57250" y="22479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19150" y="230505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390650" y="208597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2" name=""/>
          <p:cNvSpPr txBox="1"/>
          <p:nvPr/>
        </p:nvSpPr>
        <p:spPr>
          <a:xfrm>
            <a:off x="1390650" y="2524125"/>
            <a:ext cx="8667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食べる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5277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857250" y="34385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00100" y="34956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390650" y="327660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7" name=""/>
          <p:cNvSpPr txBox="1"/>
          <p:nvPr/>
        </p:nvSpPr>
        <p:spPr>
          <a:xfrm>
            <a:off x="2705100" y="332422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8" name=""/>
          <p:cNvSpPr/>
          <p:nvPr/>
        </p:nvSpPr>
        <p:spPr>
          <a:xfrm>
            <a:off x="3009900" y="326707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162300" y="33051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0" name=""/>
          <p:cNvSpPr txBox="1"/>
          <p:nvPr/>
        </p:nvSpPr>
        <p:spPr>
          <a:xfrm>
            <a:off x="1390650" y="37147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公園で食べる</a:t>
            </a:r>
          </a:p>
        </p:txBody>
      </p:sp>
      <p:sp>
        <p:nvSpPr>
          <p:cNvPr id="21" name=""/>
          <p:cNvSpPr/>
          <p:nvPr/>
        </p:nvSpPr>
        <p:spPr>
          <a:xfrm>
            <a:off x="609600" y="4343400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857250" y="462915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00100" y="46863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4" name=""/>
          <p:cNvSpPr txBox="1"/>
          <p:nvPr/>
        </p:nvSpPr>
        <p:spPr>
          <a:xfrm>
            <a:off x="1390650" y="446722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25" name=""/>
          <p:cNvSpPr txBox="1"/>
          <p:nvPr/>
        </p:nvSpPr>
        <p:spPr>
          <a:xfrm>
            <a:off x="27051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6" name=""/>
          <p:cNvSpPr/>
          <p:nvPr/>
        </p:nvSpPr>
        <p:spPr>
          <a:xfrm>
            <a:off x="3009900" y="4457700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7" name=""/>
          <p:cNvSpPr txBox="1"/>
          <p:nvPr/>
        </p:nvSpPr>
        <p:spPr>
          <a:xfrm>
            <a:off x="3162300" y="4495800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8" name=""/>
          <p:cNvSpPr txBox="1"/>
          <p:nvPr/>
        </p:nvSpPr>
        <p:spPr>
          <a:xfrm>
            <a:off x="46863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9" name=""/>
          <p:cNvSpPr/>
          <p:nvPr/>
        </p:nvSpPr>
        <p:spPr>
          <a:xfrm>
            <a:off x="4991100" y="4457700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30" name=""/>
          <p:cNvSpPr txBox="1"/>
          <p:nvPr/>
        </p:nvSpPr>
        <p:spPr>
          <a:xfrm>
            <a:off x="5143500" y="4495800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31" name=""/>
          <p:cNvSpPr txBox="1"/>
          <p:nvPr/>
        </p:nvSpPr>
        <p:spPr>
          <a:xfrm>
            <a:off x="1390650" y="4905375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夜8時に、公園で食べる</a:t>
            </a:r>
          </a:p>
        </p:txBody>
      </p:sp>
      <p:sp>
        <p:nvSpPr>
          <p:cNvPr id="32" name=""/>
          <p:cNvSpPr/>
          <p:nvPr/>
        </p:nvSpPr>
        <p:spPr>
          <a:xfrm>
            <a:off x="609600" y="553402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3" name=""/>
          <p:cNvSpPr/>
          <p:nvPr/>
        </p:nvSpPr>
        <p:spPr>
          <a:xfrm>
            <a:off x="857250" y="58197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4" name=""/>
          <p:cNvSpPr txBox="1"/>
          <p:nvPr/>
        </p:nvSpPr>
        <p:spPr>
          <a:xfrm>
            <a:off x="790575" y="58769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5" name=""/>
          <p:cNvSpPr txBox="1"/>
          <p:nvPr/>
        </p:nvSpPr>
        <p:spPr>
          <a:xfrm>
            <a:off x="1390650" y="565785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36" name=""/>
          <p:cNvSpPr txBox="1"/>
          <p:nvPr/>
        </p:nvSpPr>
        <p:spPr>
          <a:xfrm>
            <a:off x="27051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7" name=""/>
          <p:cNvSpPr/>
          <p:nvPr/>
        </p:nvSpPr>
        <p:spPr>
          <a:xfrm>
            <a:off x="3009900" y="564832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38" name=""/>
          <p:cNvSpPr txBox="1"/>
          <p:nvPr/>
        </p:nvSpPr>
        <p:spPr>
          <a:xfrm>
            <a:off x="3162300" y="568642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39" name=""/>
          <p:cNvSpPr txBox="1"/>
          <p:nvPr/>
        </p:nvSpPr>
        <p:spPr>
          <a:xfrm>
            <a:off x="46863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0" name=""/>
          <p:cNvSpPr/>
          <p:nvPr/>
        </p:nvSpPr>
        <p:spPr>
          <a:xfrm>
            <a:off x="4991100" y="5648325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41" name=""/>
          <p:cNvSpPr txBox="1"/>
          <p:nvPr/>
        </p:nvSpPr>
        <p:spPr>
          <a:xfrm>
            <a:off x="5143500" y="5686425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42" name=""/>
          <p:cNvSpPr txBox="1"/>
          <p:nvPr/>
        </p:nvSpPr>
        <p:spPr>
          <a:xfrm>
            <a:off x="6219825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3" name=""/>
          <p:cNvSpPr/>
          <p:nvPr/>
        </p:nvSpPr>
        <p:spPr>
          <a:xfrm>
            <a:off x="6524625" y="5648325"/>
            <a:ext cx="2114550" cy="4095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44" name=""/>
          <p:cNvSpPr txBox="1"/>
          <p:nvPr/>
        </p:nvSpPr>
        <p:spPr>
          <a:xfrm>
            <a:off x="6677025" y="56864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5" name=""/>
          <p:cNvSpPr txBox="1"/>
          <p:nvPr/>
        </p:nvSpPr>
        <p:spPr>
          <a:xfrm>
            <a:off x="1390650" y="6096000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夜8時に、友達と公園で食べる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763000" y="390525"/>
            <a:ext cx="28194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88963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0590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63225" y="447675"/>
            <a:ext cx="1314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ネイティブ版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0764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239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 ＋ 名詞をつけて、もう一回！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52625"/>
            <a:ext cx="7867650" cy="723900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57250" y="2152650"/>
            <a:ext cx="3162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＋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＋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動詞</a:t>
            </a:r>
          </a:p>
        </p:txBody>
      </p:sp>
      <p:sp>
        <p:nvSpPr>
          <p:cNvPr id="10" name=""/>
          <p:cNvSpPr txBox="1"/>
          <p:nvPr/>
        </p:nvSpPr>
        <p:spPr>
          <a:xfrm>
            <a:off x="341947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1" name=""/>
          <p:cNvSpPr/>
          <p:nvPr/>
        </p:nvSpPr>
        <p:spPr>
          <a:xfrm>
            <a:off x="3781425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933825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5048250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5410200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562600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6" name=""/>
          <p:cNvSpPr txBox="1"/>
          <p:nvPr/>
        </p:nvSpPr>
        <p:spPr>
          <a:xfrm>
            <a:off x="667702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7" name=""/>
          <p:cNvSpPr/>
          <p:nvPr/>
        </p:nvSpPr>
        <p:spPr>
          <a:xfrm>
            <a:off x="7038975" y="2114550"/>
            <a:ext cx="1200150" cy="400050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191375" y="2171700"/>
            <a:ext cx="1371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19" name=""/>
          <p:cNvSpPr/>
          <p:nvPr/>
        </p:nvSpPr>
        <p:spPr>
          <a:xfrm>
            <a:off x="609600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933450" y="386715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21" name=""/>
          <p:cNvSpPr txBox="1"/>
          <p:nvPr/>
        </p:nvSpPr>
        <p:spPr>
          <a:xfrm>
            <a:off x="933450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2" name=""/>
          <p:cNvSpPr txBox="1"/>
          <p:nvPr/>
        </p:nvSpPr>
        <p:spPr>
          <a:xfrm>
            <a:off x="933450" y="4524375"/>
            <a:ext cx="2095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tomorrow?</a:t>
            </a:r>
          </a:p>
        </p:txBody>
      </p:sp>
      <p:sp>
        <p:nvSpPr>
          <p:cNvPr id="23" name=""/>
          <p:cNvSpPr txBox="1"/>
          <p:nvPr/>
        </p:nvSpPr>
        <p:spPr>
          <a:xfrm>
            <a:off x="933450" y="4991100"/>
            <a:ext cx="2009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24" name=""/>
          <p:cNvSpPr/>
          <p:nvPr/>
        </p:nvSpPr>
        <p:spPr>
          <a:xfrm>
            <a:off x="433387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4657725" y="3867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26" name=""/>
          <p:cNvSpPr txBox="1"/>
          <p:nvPr/>
        </p:nvSpPr>
        <p:spPr>
          <a:xfrm>
            <a:off x="465772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7" name=""/>
          <p:cNvSpPr txBox="1"/>
          <p:nvPr/>
        </p:nvSpPr>
        <p:spPr>
          <a:xfrm>
            <a:off x="4657725" y="4524375"/>
            <a:ext cx="2657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this weekend?</a:t>
            </a:r>
          </a:p>
        </p:txBody>
      </p:sp>
      <p:sp>
        <p:nvSpPr>
          <p:cNvPr id="28" name=""/>
          <p:cNvSpPr txBox="1"/>
          <p:nvPr/>
        </p:nvSpPr>
        <p:spPr>
          <a:xfrm>
            <a:off x="4657725" y="499110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今週末なにするの？</a:t>
            </a:r>
          </a:p>
        </p:txBody>
      </p:sp>
      <p:sp>
        <p:nvSpPr>
          <p:cNvPr id="29" name=""/>
          <p:cNvSpPr/>
          <p:nvPr/>
        </p:nvSpPr>
        <p:spPr>
          <a:xfrm>
            <a:off x="804862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 txBox="1"/>
          <p:nvPr/>
        </p:nvSpPr>
        <p:spPr>
          <a:xfrm>
            <a:off x="8372475" y="386715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31" name=""/>
          <p:cNvSpPr txBox="1"/>
          <p:nvPr/>
        </p:nvSpPr>
        <p:spPr>
          <a:xfrm>
            <a:off x="837247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32" name=""/>
          <p:cNvSpPr txBox="1"/>
          <p:nvPr/>
        </p:nvSpPr>
        <p:spPr>
          <a:xfrm>
            <a:off x="8372475" y="4524375"/>
            <a:ext cx="2695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for Christmas?</a:t>
            </a:r>
          </a:p>
        </p:txBody>
      </p:sp>
      <p:sp>
        <p:nvSpPr>
          <p:cNvPr id="33" name=""/>
          <p:cNvSpPr txBox="1"/>
          <p:nvPr/>
        </p:nvSpPr>
        <p:spPr>
          <a:xfrm>
            <a:off x="8372475" y="49911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1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2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19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this weekend?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今週末なにするの？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3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for Christmas?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0201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1535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9363075" y="466725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TALK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267950" y="4476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クリスマスの雑談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04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Let's talk!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371600"/>
            <a:ext cx="6115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クリスマス、どう過ごす？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33450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33450" y="3695700"/>
            <a:ext cx="34766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アメリカ・カナダの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05350"/>
            <a:ext cx="3486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the U.S. &amp; Canada</a:t>
            </a:r>
          </a:p>
        </p:txBody>
      </p:sp>
      <p:sp>
        <p:nvSpPr>
          <p:cNvPr id="13" name=""/>
          <p:cNvSpPr/>
          <p:nvPr/>
        </p:nvSpPr>
        <p:spPr>
          <a:xfrm>
            <a:off x="43338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46577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15" name=""/>
          <p:cNvSpPr txBox="1"/>
          <p:nvPr/>
        </p:nvSpPr>
        <p:spPr>
          <a:xfrm>
            <a:off x="4657725" y="369570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日本の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4705350"/>
            <a:ext cx="2295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Japan</a:t>
            </a:r>
          </a:p>
        </p:txBody>
      </p:sp>
      <p:sp>
        <p:nvSpPr>
          <p:cNvPr id="18" name=""/>
          <p:cNvSpPr/>
          <p:nvPr/>
        </p:nvSpPr>
        <p:spPr>
          <a:xfrm>
            <a:off x="80676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3915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391525" y="3695700"/>
            <a:ext cx="31337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サンクスギビング</a:t>
            </a:r>
          </a:p>
        </p:txBody>
      </p:sp>
      <p:sp>
        <p:nvSpPr>
          <p:cNvPr id="21" name=""/>
          <p:cNvSpPr txBox="1"/>
          <p:nvPr/>
        </p:nvSpPr>
        <p:spPr>
          <a:xfrm>
            <a:off x="8391525" y="4133850"/>
            <a:ext cx="2095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（感謝祭）</a:t>
            </a:r>
          </a:p>
        </p:txBody>
      </p:sp>
      <p:sp>
        <p:nvSpPr>
          <p:cNvPr id="22" name=""/>
          <p:cNvSpPr txBox="1"/>
          <p:nvPr/>
        </p:nvSpPr>
        <p:spPr>
          <a:xfrm>
            <a:off x="8391525" y="4705350"/>
            <a:ext cx="1676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Thanksgiving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01275" y="390525"/>
            <a:ext cx="1381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346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44175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11633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838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＝ 〜できる</a:t>
            </a:r>
          </a:p>
        </p:txBody>
      </p:sp>
      <p:sp>
        <p:nvSpPr>
          <p:cNvPr id="8" name=""/>
          <p:cNvSpPr/>
          <p:nvPr/>
        </p:nvSpPr>
        <p:spPr>
          <a:xfrm>
            <a:off x="609600" y="2419350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238250" y="2571750"/>
            <a:ext cx="10858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1028700" y="3076575"/>
            <a:ext cx="1581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 / You / We など</a:t>
            </a:r>
          </a:p>
        </p:txBody>
      </p:sp>
      <p:sp>
        <p:nvSpPr>
          <p:cNvPr id="11" name=""/>
          <p:cNvSpPr txBox="1"/>
          <p:nvPr/>
        </p:nvSpPr>
        <p:spPr>
          <a:xfrm>
            <a:off x="268605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105150" y="2409825"/>
            <a:ext cx="190500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733800" y="2562225"/>
            <a:ext cx="10953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4" name=""/>
          <p:cNvSpPr txBox="1"/>
          <p:nvPr/>
        </p:nvSpPr>
        <p:spPr>
          <a:xfrm>
            <a:off x="3705225" y="30765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可能・能力</a:t>
            </a:r>
          </a:p>
        </p:txBody>
      </p:sp>
      <p:sp>
        <p:nvSpPr>
          <p:cNvPr id="15" name=""/>
          <p:cNvSpPr txBox="1"/>
          <p:nvPr/>
        </p:nvSpPr>
        <p:spPr>
          <a:xfrm>
            <a:off x="518160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5600700" y="241935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5886450" y="257175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8" name=""/>
          <p:cNvSpPr txBox="1"/>
          <p:nvPr/>
        </p:nvSpPr>
        <p:spPr>
          <a:xfrm>
            <a:off x="6267450" y="30765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will と同じ形</a:t>
            </a:r>
          </a:p>
        </p:txBody>
      </p:sp>
      <p:sp>
        <p:nvSpPr>
          <p:cNvPr id="19" name=""/>
          <p:cNvSpPr/>
          <p:nvPr/>
        </p:nvSpPr>
        <p:spPr>
          <a:xfrm>
            <a:off x="60960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1295400" y="392430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可能（都合がつく・時間がある）</a:t>
            </a:r>
          </a:p>
        </p:txBody>
      </p:sp>
      <p:sp>
        <p:nvSpPr>
          <p:cNvPr id="21" name=""/>
          <p:cNvSpPr/>
          <p:nvPr/>
        </p:nvSpPr>
        <p:spPr>
          <a:xfrm>
            <a:off x="91440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7250" y="398145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914400" y="4362450"/>
            <a:ext cx="2924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talk now.</a:t>
            </a:r>
          </a:p>
        </p:txBody>
      </p:sp>
      <p:sp>
        <p:nvSpPr>
          <p:cNvPr id="24" name=""/>
          <p:cNvSpPr txBox="1"/>
          <p:nvPr/>
        </p:nvSpPr>
        <p:spPr>
          <a:xfrm>
            <a:off x="914400" y="48291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今なら話せるよ</a:t>
            </a:r>
          </a:p>
        </p:txBody>
      </p:sp>
      <p:sp>
        <p:nvSpPr>
          <p:cNvPr id="25" name=""/>
          <p:cNvSpPr/>
          <p:nvPr/>
        </p:nvSpPr>
        <p:spPr>
          <a:xfrm>
            <a:off x="619125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 txBox="1"/>
          <p:nvPr/>
        </p:nvSpPr>
        <p:spPr>
          <a:xfrm>
            <a:off x="68770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能力（自分ができること）</a:t>
            </a:r>
          </a:p>
        </p:txBody>
      </p:sp>
      <p:sp>
        <p:nvSpPr>
          <p:cNvPr id="27" name=""/>
          <p:cNvSpPr/>
          <p:nvPr/>
        </p:nvSpPr>
        <p:spPr>
          <a:xfrm>
            <a:off x="649605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419850" y="398145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9" name=""/>
          <p:cNvSpPr txBox="1"/>
          <p:nvPr/>
        </p:nvSpPr>
        <p:spPr>
          <a:xfrm>
            <a:off x="6496050" y="4362450"/>
            <a:ext cx="23336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swim.</a:t>
            </a:r>
          </a:p>
        </p:txBody>
      </p:sp>
      <p:sp>
        <p:nvSpPr>
          <p:cNvPr id="30" name=""/>
          <p:cNvSpPr txBox="1"/>
          <p:nvPr/>
        </p:nvSpPr>
        <p:spPr>
          <a:xfrm>
            <a:off x="6496050" y="482917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泳げるよ</a:t>
            </a:r>
          </a:p>
        </p:txBody>
      </p:sp>
      <p:sp>
        <p:nvSpPr>
          <p:cNvPr id="31" name=""/>
          <p:cNvSpPr txBox="1"/>
          <p:nvPr/>
        </p:nvSpPr>
        <p:spPr>
          <a:xfrm>
            <a:off x="1543050" y="5543550"/>
            <a:ext cx="5038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Scott先生のあとについて、声に出してみよう！</a:t>
            </a:r>
          </a:p>
        </p:txBody>
      </p:sp>
      <p:sp>
        <p:nvSpPr>
          <p:cNvPr id="32" name=""/>
          <p:cNvSpPr/>
          <p:nvPr/>
        </p:nvSpPr>
        <p:spPr>
          <a:xfrm>
            <a:off x="609600" y="5524500"/>
            <a:ext cx="80010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3" name=""/>
          <p:cNvSpPr txBox="1"/>
          <p:nvPr/>
        </p:nvSpPr>
        <p:spPr>
          <a:xfrm>
            <a:off x="742950" y="5572125"/>
            <a:ext cx="9620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REPEAT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734550" y="390525"/>
            <a:ext cx="1847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8679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077450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と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WILL vs CAN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172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can、なにが違う？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42975" y="2762250"/>
            <a:ext cx="11239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0" name=""/>
          <p:cNvSpPr/>
          <p:nvPr/>
        </p:nvSpPr>
        <p:spPr>
          <a:xfrm>
            <a:off x="174307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87642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意志</a:t>
            </a:r>
          </a:p>
        </p:txBody>
      </p:sp>
      <p:sp>
        <p:nvSpPr>
          <p:cNvPr id="12" name=""/>
          <p:cNvSpPr txBox="1"/>
          <p:nvPr/>
        </p:nvSpPr>
        <p:spPr>
          <a:xfrm>
            <a:off x="942975" y="34099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「やります！！」</a:t>
            </a:r>
          </a:p>
        </p:txBody>
      </p:sp>
      <p:sp>
        <p:nvSpPr>
          <p:cNvPr id="13" name=""/>
          <p:cNvSpPr/>
          <p:nvPr/>
        </p:nvSpPr>
        <p:spPr>
          <a:xfrm>
            <a:off x="94297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4" name=""/>
          <p:cNvSpPr txBox="1"/>
          <p:nvPr/>
        </p:nvSpPr>
        <p:spPr>
          <a:xfrm>
            <a:off x="942975" y="41529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15" name=""/>
          <p:cNvSpPr txBox="1"/>
          <p:nvPr/>
        </p:nvSpPr>
        <p:spPr>
          <a:xfrm>
            <a:off x="94297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明日行きます！</a:t>
            </a:r>
          </a:p>
        </p:txBody>
      </p:sp>
      <p:sp>
        <p:nvSpPr>
          <p:cNvPr id="16" name=""/>
          <p:cNvSpPr/>
          <p:nvPr/>
        </p:nvSpPr>
        <p:spPr>
          <a:xfrm>
            <a:off x="5753100" y="3438525"/>
            <a:ext cx="685800" cy="6858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5772150" y="3648075"/>
            <a:ext cx="647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VS</a:t>
            </a:r>
          </a:p>
        </p:txBody>
      </p:sp>
      <p:sp>
        <p:nvSpPr>
          <p:cNvPr id="18" name=""/>
          <p:cNvSpPr/>
          <p:nvPr/>
        </p:nvSpPr>
        <p:spPr>
          <a:xfrm>
            <a:off x="661035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7DBDEB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943725" y="2762250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C6496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20" name=""/>
          <p:cNvSpPr/>
          <p:nvPr/>
        </p:nvSpPr>
        <p:spPr>
          <a:xfrm>
            <a:off x="782002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95337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C6496"/>
                </a:solidFill>
                <a:latin typeface="Noto Sans JP"/>
                <a:ea typeface="Noto Sans JP"/>
              </a:rPr>
              <a:t>可能</a:t>
            </a:r>
          </a:p>
        </p:txBody>
      </p:sp>
      <p:sp>
        <p:nvSpPr>
          <p:cNvPr id="22" name=""/>
          <p:cNvSpPr txBox="1"/>
          <p:nvPr/>
        </p:nvSpPr>
        <p:spPr>
          <a:xfrm>
            <a:off x="6943725" y="34099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「時間空いてるよ〜」</a:t>
            </a:r>
          </a:p>
        </p:txBody>
      </p:sp>
      <p:sp>
        <p:nvSpPr>
          <p:cNvPr id="23" name=""/>
          <p:cNvSpPr/>
          <p:nvPr/>
        </p:nvSpPr>
        <p:spPr>
          <a:xfrm>
            <a:off x="694372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943725" y="4152900"/>
            <a:ext cx="3819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25" name=""/>
          <p:cNvSpPr txBox="1"/>
          <p:nvPr/>
        </p:nvSpPr>
        <p:spPr>
          <a:xfrm>
            <a:off x="694372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明日行けるよ〜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19775"/>
            <a:ext cx="10972800" cy="619125"/>
          </a:xfrm>
          <a:prstGeom prst="roundRect">
            <a:avLst>
              <a:gd name="adj" fmla="val 30769"/>
            </a:avLst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914650" y="5953125"/>
            <a:ext cx="6362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Noto Sans JP"/>
                <a:ea typeface="Noto Sans JP"/>
              </a:rPr>
              <a:t>意味はほぼ同じ！ ニュアンスが少し変わるだけ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15475" y="390525"/>
            <a:ext cx="20669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6488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858375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＆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124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INSTANT ENGLISH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762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で、瞬間英作文！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4410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日本語を見たら、5秒で英語にしてみよう</a:t>
            </a:r>
          </a:p>
        </p:txBody>
      </p:sp>
      <p:sp>
        <p:nvSpPr>
          <p:cNvPr id="9" name=""/>
          <p:cNvSpPr/>
          <p:nvPr/>
        </p:nvSpPr>
        <p:spPr>
          <a:xfrm>
            <a:off x="609600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933450" y="358140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3752850"/>
            <a:ext cx="18478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1487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3" name=""/>
          <p:cNvSpPr/>
          <p:nvPr/>
        </p:nvSpPr>
        <p:spPr>
          <a:xfrm>
            <a:off x="433387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4657725" y="358140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5" name=""/>
          <p:cNvSpPr txBox="1"/>
          <p:nvPr/>
        </p:nvSpPr>
        <p:spPr>
          <a:xfrm>
            <a:off x="4657725" y="3752850"/>
            <a:ext cx="16954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714875"/>
            <a:ext cx="2209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7" name=""/>
          <p:cNvSpPr/>
          <p:nvPr/>
        </p:nvSpPr>
        <p:spPr>
          <a:xfrm>
            <a:off x="804862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8372475" y="35814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19" name=""/>
          <p:cNvSpPr txBox="1"/>
          <p:nvPr/>
        </p:nvSpPr>
        <p:spPr>
          <a:xfrm>
            <a:off x="8372475" y="3752850"/>
            <a:ext cx="18669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20" name=""/>
          <p:cNvSpPr txBox="1"/>
          <p:nvPr/>
        </p:nvSpPr>
        <p:spPr>
          <a:xfrm>
            <a:off x="8372475" y="4714875"/>
            <a:ext cx="22574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6" name=""/>
          <p:cNvSpPr txBox="1"/>
          <p:nvPr/>
        </p:nvSpPr>
        <p:spPr>
          <a:xfrm>
            <a:off x="5619750" y="21145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4848225" y="2238375"/>
            <a:ext cx="3219450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4219575" y="4057650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00600" y="4781550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〜できる・〜行けるよ 全5問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0" name=""/>
          <p:cNvSpPr txBox="1"/>
          <p:nvPr/>
        </p:nvSpPr>
        <p:spPr>
          <a:xfrm>
            <a:off x="3067050" y="3886200"/>
            <a:ext cx="72961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for lunch tomorrow.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648075" y="3581400"/>
            <a:ext cx="59817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200650" y="34766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457450" y="3886200"/>
            <a:ext cx="87058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meet you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station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8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今週末は家族とキャンプに行けるよ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419600" y="34766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今週末は家族とキャンプに行けるよ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047750" y="3886200"/>
            <a:ext cx="119538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camping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524250" y="3581400"/>
            <a:ext cx="62579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153025" y="3476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48025" y="3886200"/>
            <a:ext cx="68865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speak a little English.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886075" y="3886200"/>
            <a:ext cx="7734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run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you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4991100" y="2238375"/>
            <a:ext cx="288607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4200525" y="4057650"/>
            <a:ext cx="4705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95850" y="4781550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〜するよ・〜します 全5問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876425" y="3886200"/>
            <a:ext cx="10058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watch a movie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home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tomorrow.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924050" y="3581400"/>
            <a:ext cx="99441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72000" y="34766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19325" y="3886200"/>
            <a:ext cx="9258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eat dinner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7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今週末は妹と海に行くよ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18135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今週末は妹と海に行くよ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86000" y="3590925"/>
            <a:ext cx="91154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beach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sister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191000" y="4181475"/>
            <a:ext cx="38100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this weekend.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809750" y="3581400"/>
            <a:ext cx="102012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24375" y="347662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28850" y="3886200"/>
            <a:ext cx="92487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study English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a cafe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tonight.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390775" y="3581400"/>
            <a:ext cx="88773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733925" y="34766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019300" y="3886200"/>
            <a:ext cx="9705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spend Christmas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4829175" y="2238375"/>
            <a:ext cx="324802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4143375" y="4057650"/>
            <a:ext cx="4838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9" name=""/>
          <p:cNvSpPr txBox="1"/>
          <p:nvPr/>
        </p:nvSpPr>
        <p:spPr>
          <a:xfrm>
            <a:off x="5086350" y="4781550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どっちを使う？ 全5問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352800" y="3581400"/>
            <a:ext cx="66579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95875" y="34766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19450" y="3886200"/>
            <a:ext cx="69532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station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3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933575" y="3886200"/>
            <a:ext cx="99155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gym tomorrow morning.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48025" y="3581400"/>
            <a:ext cx="69056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790950" y="3886200"/>
            <a:ext cx="56388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call you tonight.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476375" y="3581400"/>
            <a:ext cx="109728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今週末は友達とビーチでBBQするよ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410075" y="3181350"/>
            <a:ext cx="4229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今週末は友達とビーチでBBQするよ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76475" y="3590925"/>
            <a:ext cx="76390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 algn="ctr"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have a BBQ </a:t>
            </a:r>
            <a:pPr algn="ctr"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beach</a:t>
            </a:r>
          </a:p>
        </p:txBody>
      </p:sp>
      <p:sp>
        <p:nvSpPr>
          <p:cNvPr id="11" name=""/>
          <p:cNvSpPr txBox="1"/>
          <p:nvPr/>
        </p:nvSpPr>
        <p:spPr>
          <a:xfrm>
            <a:off x="2838450" y="4181475"/>
            <a:ext cx="78295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クリスマスは実家でのんびりするよ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419600" y="31813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クリスマスは実家でのんびりするよ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695575" y="3590925"/>
            <a:ext cx="81629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relax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my parents' house</a:t>
            </a:r>
          </a:p>
        </p:txBody>
      </p:sp>
      <p:sp>
        <p:nvSpPr>
          <p:cNvPr id="11" name=""/>
          <p:cNvSpPr txBox="1"/>
          <p:nvPr/>
        </p:nvSpPr>
        <p:spPr>
          <a:xfrm>
            <a:off x="3952875" y="4181475"/>
            <a:ext cx="42767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over Christmas.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3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3743325"/>
            <a:ext cx="24193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will と can、今日から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40576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どんどん使ってみてね！</a:t>
            </a:r>
          </a:p>
        </p:txBody>
      </p:sp>
      <p:sp>
        <p:nvSpPr>
          <p:cNvPr id="6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7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8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0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2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1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1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1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