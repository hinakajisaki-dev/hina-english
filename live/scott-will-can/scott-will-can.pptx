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
		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3" Type="http://schemas.openxmlformats.org/officeDocument/2006/relationships/presProps" Target="presProps.xml"/><Relationship Id="rId5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2192000" cy="285750"/>
          </a:xfrm>
          <a:custGeom>
            <a:avLst/>
            <a:gdLst/>
            <a:ahLst/>
            <a:cxnLst/>
            <a:rect l="l" t="t" r="r" b="b"/>
            <a:pathLst>
              <a:path w="12192000" h="285750">
                <a:moveTo>
                  <a:pt x="0" y="0"/>
                </a:moveTo>
                <a:lnTo>
                  <a:pt x="12192000" y="0"/>
                </a:lnTo>
                <a:lnTo>
                  <a:pt x="121920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4488A"/>
          </a:solidFill>
          <a:ln/>
        </p:spPr>
      </p:sp>
      <p:sp>
        <p:nvSpPr>
          <p:cNvPr id="3" name=""/>
          <p:cNvSpPr/>
          <p:nvPr/>
        </p:nvSpPr>
        <p:spPr>
          <a:xfrm>
            <a:off x="171450" y="85725"/>
            <a:ext cx="11887200" cy="114300"/>
          </a:xfrm>
          <a:custGeom>
            <a:avLst/>
            <a:gdLst/>
            <a:ahLst/>
            <a:cxnLst/>
            <a:rect l="l" t="t" r="r" b="b"/>
            <a:pathLst>
              <a:path w="118872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close/>
                <a:moveTo>
                  <a:pt x="152400" y="0"/>
                </a:moveTo>
                <a:lnTo>
                  <a:pt x="266700" y="0"/>
                </a:lnTo>
                <a:lnTo>
                  <a:pt x="266700" y="114300"/>
                </a:lnTo>
                <a:lnTo>
                  <a:pt x="152400" y="114300"/>
                </a:lnTo>
                <a:close/>
                <a:moveTo>
                  <a:pt x="304800" y="0"/>
                </a:moveTo>
                <a:lnTo>
                  <a:pt x="419100" y="0"/>
                </a:lnTo>
                <a:lnTo>
                  <a:pt x="419100" y="114300"/>
                </a:lnTo>
                <a:lnTo>
                  <a:pt x="304800" y="114300"/>
                </a:lnTo>
                <a:close/>
                <a:moveTo>
                  <a:pt x="457200" y="0"/>
                </a:moveTo>
                <a:lnTo>
                  <a:pt x="571500" y="0"/>
                </a:lnTo>
                <a:lnTo>
                  <a:pt x="571500" y="114300"/>
                </a:lnTo>
                <a:lnTo>
                  <a:pt x="457200" y="114300"/>
                </a:lnTo>
                <a:close/>
                <a:moveTo>
                  <a:pt x="609600" y="0"/>
                </a:moveTo>
                <a:lnTo>
                  <a:pt x="723900" y="0"/>
                </a:lnTo>
                <a:lnTo>
                  <a:pt x="723900" y="114300"/>
                </a:lnTo>
                <a:lnTo>
                  <a:pt x="609600" y="114300"/>
                </a:lnTo>
                <a:close/>
                <a:moveTo>
                  <a:pt x="952500" y="0"/>
                </a:moveTo>
                <a:lnTo>
                  <a:pt x="1066800" y="0"/>
                </a:lnTo>
                <a:lnTo>
                  <a:pt x="1066800" y="114300"/>
                </a:lnTo>
                <a:lnTo>
                  <a:pt x="952500" y="114300"/>
                </a:lnTo>
                <a:close/>
                <a:moveTo>
                  <a:pt x="1104900" y="0"/>
                </a:moveTo>
                <a:lnTo>
                  <a:pt x="1219200" y="0"/>
                </a:lnTo>
                <a:lnTo>
                  <a:pt x="1219200" y="114300"/>
                </a:lnTo>
                <a:lnTo>
                  <a:pt x="1104900" y="114300"/>
                </a:lnTo>
                <a:close/>
                <a:moveTo>
                  <a:pt x="1257300" y="0"/>
                </a:moveTo>
                <a:lnTo>
                  <a:pt x="1371600" y="0"/>
                </a:lnTo>
                <a:lnTo>
                  <a:pt x="1371600" y="114300"/>
                </a:lnTo>
                <a:lnTo>
                  <a:pt x="1257300" y="114300"/>
                </a:lnTo>
                <a:close/>
                <a:moveTo>
                  <a:pt x="1409700" y="0"/>
                </a:moveTo>
                <a:lnTo>
                  <a:pt x="1524000" y="0"/>
                </a:lnTo>
                <a:lnTo>
                  <a:pt x="1524000" y="114300"/>
                </a:lnTo>
                <a:lnTo>
                  <a:pt x="1409700" y="114300"/>
                </a:lnTo>
                <a:close/>
                <a:moveTo>
                  <a:pt x="1752600" y="0"/>
                </a:moveTo>
                <a:lnTo>
                  <a:pt x="1866900" y="0"/>
                </a:lnTo>
                <a:lnTo>
                  <a:pt x="1866900" y="114300"/>
                </a:lnTo>
                <a:lnTo>
                  <a:pt x="1752600" y="114300"/>
                </a:lnTo>
                <a:close/>
                <a:moveTo>
                  <a:pt x="1905000" y="0"/>
                </a:moveTo>
                <a:lnTo>
                  <a:pt x="2019300" y="0"/>
                </a:lnTo>
                <a:lnTo>
                  <a:pt x="2019300" y="114300"/>
                </a:lnTo>
                <a:lnTo>
                  <a:pt x="1905000" y="114300"/>
                </a:lnTo>
                <a:close/>
                <a:moveTo>
                  <a:pt x="2057400" y="0"/>
                </a:moveTo>
                <a:lnTo>
                  <a:pt x="2171700" y="0"/>
                </a:lnTo>
                <a:lnTo>
                  <a:pt x="2171700" y="114300"/>
                </a:lnTo>
                <a:lnTo>
                  <a:pt x="2057400" y="114300"/>
                </a:lnTo>
                <a:close/>
                <a:moveTo>
                  <a:pt x="2209800" y="0"/>
                </a:moveTo>
                <a:lnTo>
                  <a:pt x="2324100" y="0"/>
                </a:lnTo>
                <a:lnTo>
                  <a:pt x="2324100" y="114300"/>
                </a:lnTo>
                <a:lnTo>
                  <a:pt x="2209800" y="114300"/>
                </a:lnTo>
                <a:close/>
                <a:moveTo>
                  <a:pt x="2362200" y="0"/>
                </a:moveTo>
                <a:lnTo>
                  <a:pt x="2476500" y="0"/>
                </a:lnTo>
                <a:lnTo>
                  <a:pt x="2476500" y="114300"/>
                </a:lnTo>
                <a:lnTo>
                  <a:pt x="2362200" y="114300"/>
                </a:lnTo>
                <a:close/>
                <a:moveTo>
                  <a:pt x="2705100" y="0"/>
                </a:moveTo>
                <a:lnTo>
                  <a:pt x="2819400" y="0"/>
                </a:lnTo>
                <a:lnTo>
                  <a:pt x="2819400" y="114300"/>
                </a:lnTo>
                <a:lnTo>
                  <a:pt x="2705100" y="114300"/>
                </a:lnTo>
                <a:close/>
                <a:moveTo>
                  <a:pt x="2857500" y="0"/>
                </a:moveTo>
                <a:lnTo>
                  <a:pt x="2971800" y="0"/>
                </a:lnTo>
                <a:lnTo>
                  <a:pt x="2971800" y="114300"/>
                </a:lnTo>
                <a:lnTo>
                  <a:pt x="2857500" y="114300"/>
                </a:lnTo>
                <a:close/>
                <a:moveTo>
                  <a:pt x="3009900" y="0"/>
                </a:moveTo>
                <a:lnTo>
                  <a:pt x="3124200" y="0"/>
                </a:lnTo>
                <a:lnTo>
                  <a:pt x="3124200" y="114300"/>
                </a:lnTo>
                <a:lnTo>
                  <a:pt x="3009900" y="114300"/>
                </a:lnTo>
                <a:close/>
                <a:moveTo>
                  <a:pt x="3162300" y="0"/>
                </a:moveTo>
                <a:lnTo>
                  <a:pt x="3276600" y="0"/>
                </a:lnTo>
                <a:lnTo>
                  <a:pt x="3276600" y="114300"/>
                </a:lnTo>
                <a:lnTo>
                  <a:pt x="3162300" y="114300"/>
                </a:lnTo>
                <a:close/>
                <a:moveTo>
                  <a:pt x="3505200" y="0"/>
                </a:moveTo>
                <a:lnTo>
                  <a:pt x="3619500" y="0"/>
                </a:lnTo>
                <a:lnTo>
                  <a:pt x="3619500" y="114300"/>
                </a:lnTo>
                <a:lnTo>
                  <a:pt x="3505200" y="114300"/>
                </a:lnTo>
                <a:close/>
                <a:moveTo>
                  <a:pt x="3657600" y="0"/>
                </a:moveTo>
                <a:lnTo>
                  <a:pt x="3771900" y="0"/>
                </a:lnTo>
                <a:lnTo>
                  <a:pt x="3771900" y="114300"/>
                </a:lnTo>
                <a:lnTo>
                  <a:pt x="3657600" y="114300"/>
                </a:lnTo>
                <a:close/>
                <a:moveTo>
                  <a:pt x="3810000" y="0"/>
                </a:moveTo>
                <a:lnTo>
                  <a:pt x="3924300" y="0"/>
                </a:lnTo>
                <a:lnTo>
                  <a:pt x="3924300" y="114300"/>
                </a:lnTo>
                <a:lnTo>
                  <a:pt x="3810000" y="114300"/>
                </a:lnTo>
                <a:close/>
                <a:moveTo>
                  <a:pt x="3962400" y="0"/>
                </a:moveTo>
                <a:lnTo>
                  <a:pt x="4076700" y="0"/>
                </a:lnTo>
                <a:lnTo>
                  <a:pt x="4076700" y="114300"/>
                </a:lnTo>
                <a:lnTo>
                  <a:pt x="3962400" y="114300"/>
                </a:lnTo>
                <a:close/>
                <a:moveTo>
                  <a:pt x="4114800" y="0"/>
                </a:moveTo>
                <a:lnTo>
                  <a:pt x="4229100" y="0"/>
                </a:lnTo>
                <a:lnTo>
                  <a:pt x="4229100" y="114300"/>
                </a:lnTo>
                <a:lnTo>
                  <a:pt x="4114800" y="114300"/>
                </a:lnTo>
                <a:close/>
                <a:moveTo>
                  <a:pt x="4457700" y="0"/>
                </a:moveTo>
                <a:lnTo>
                  <a:pt x="4572000" y="0"/>
                </a:lnTo>
                <a:lnTo>
                  <a:pt x="4572000" y="114300"/>
                </a:lnTo>
                <a:lnTo>
                  <a:pt x="4457700" y="114300"/>
                </a:lnTo>
                <a:close/>
                <a:moveTo>
                  <a:pt x="4610100" y="0"/>
                </a:moveTo>
                <a:lnTo>
                  <a:pt x="4724400" y="0"/>
                </a:lnTo>
                <a:lnTo>
                  <a:pt x="4724400" y="114300"/>
                </a:lnTo>
                <a:lnTo>
                  <a:pt x="4610100" y="114300"/>
                </a:lnTo>
                <a:close/>
                <a:moveTo>
                  <a:pt x="4762500" y="0"/>
                </a:moveTo>
                <a:lnTo>
                  <a:pt x="4876800" y="0"/>
                </a:lnTo>
                <a:lnTo>
                  <a:pt x="4876800" y="114300"/>
                </a:lnTo>
                <a:lnTo>
                  <a:pt x="4762500" y="114300"/>
                </a:lnTo>
                <a:close/>
                <a:moveTo>
                  <a:pt x="4914900" y="0"/>
                </a:moveTo>
                <a:lnTo>
                  <a:pt x="5029200" y="0"/>
                </a:lnTo>
                <a:lnTo>
                  <a:pt x="5029200" y="114300"/>
                </a:lnTo>
                <a:lnTo>
                  <a:pt x="4914900" y="114300"/>
                </a:lnTo>
                <a:close/>
                <a:moveTo>
                  <a:pt x="5257800" y="0"/>
                </a:moveTo>
                <a:lnTo>
                  <a:pt x="5372100" y="0"/>
                </a:lnTo>
                <a:lnTo>
                  <a:pt x="5372100" y="114300"/>
                </a:lnTo>
                <a:lnTo>
                  <a:pt x="5257800" y="114300"/>
                </a:lnTo>
                <a:close/>
                <a:moveTo>
                  <a:pt x="5410200" y="0"/>
                </a:moveTo>
                <a:lnTo>
                  <a:pt x="5524500" y="0"/>
                </a:lnTo>
                <a:lnTo>
                  <a:pt x="5524500" y="114300"/>
                </a:lnTo>
                <a:lnTo>
                  <a:pt x="5410200" y="114300"/>
                </a:lnTo>
                <a:close/>
                <a:moveTo>
                  <a:pt x="5562600" y="0"/>
                </a:moveTo>
                <a:lnTo>
                  <a:pt x="5676900" y="0"/>
                </a:lnTo>
                <a:lnTo>
                  <a:pt x="5676900" y="114300"/>
                </a:lnTo>
                <a:lnTo>
                  <a:pt x="5562600" y="114300"/>
                </a:lnTo>
                <a:close/>
                <a:moveTo>
                  <a:pt x="5715000" y="0"/>
                </a:moveTo>
                <a:lnTo>
                  <a:pt x="5829300" y="0"/>
                </a:lnTo>
                <a:lnTo>
                  <a:pt x="5829300" y="114300"/>
                </a:lnTo>
                <a:lnTo>
                  <a:pt x="5715000" y="114300"/>
                </a:lnTo>
                <a:close/>
                <a:moveTo>
                  <a:pt x="5867400" y="0"/>
                </a:moveTo>
                <a:lnTo>
                  <a:pt x="5981700" y="0"/>
                </a:lnTo>
                <a:lnTo>
                  <a:pt x="5981700" y="114300"/>
                </a:lnTo>
                <a:lnTo>
                  <a:pt x="5867400" y="114300"/>
                </a:lnTo>
                <a:close/>
                <a:moveTo>
                  <a:pt x="6210300" y="0"/>
                </a:moveTo>
                <a:lnTo>
                  <a:pt x="6324600" y="0"/>
                </a:lnTo>
                <a:lnTo>
                  <a:pt x="6324600" y="114300"/>
                </a:lnTo>
                <a:lnTo>
                  <a:pt x="6210300" y="114300"/>
                </a:lnTo>
                <a:close/>
                <a:moveTo>
                  <a:pt x="6362700" y="0"/>
                </a:moveTo>
                <a:lnTo>
                  <a:pt x="6477000" y="0"/>
                </a:lnTo>
                <a:lnTo>
                  <a:pt x="6477000" y="114300"/>
                </a:lnTo>
                <a:lnTo>
                  <a:pt x="6362700" y="114300"/>
                </a:lnTo>
                <a:close/>
                <a:moveTo>
                  <a:pt x="6515100" y="0"/>
                </a:moveTo>
                <a:lnTo>
                  <a:pt x="6629400" y="0"/>
                </a:lnTo>
                <a:lnTo>
                  <a:pt x="6629400" y="114300"/>
                </a:lnTo>
                <a:lnTo>
                  <a:pt x="6515100" y="114300"/>
                </a:lnTo>
                <a:close/>
                <a:moveTo>
                  <a:pt x="6667500" y="0"/>
                </a:moveTo>
                <a:lnTo>
                  <a:pt x="6781800" y="0"/>
                </a:lnTo>
                <a:lnTo>
                  <a:pt x="6781800" y="114300"/>
                </a:lnTo>
                <a:lnTo>
                  <a:pt x="6667500" y="114300"/>
                </a:lnTo>
                <a:close/>
                <a:moveTo>
                  <a:pt x="7010400" y="0"/>
                </a:moveTo>
                <a:lnTo>
                  <a:pt x="7124700" y="0"/>
                </a:lnTo>
                <a:lnTo>
                  <a:pt x="7124700" y="114300"/>
                </a:lnTo>
                <a:lnTo>
                  <a:pt x="7010400" y="114300"/>
                </a:lnTo>
                <a:close/>
                <a:moveTo>
                  <a:pt x="7162800" y="0"/>
                </a:moveTo>
                <a:lnTo>
                  <a:pt x="7277100" y="0"/>
                </a:lnTo>
                <a:lnTo>
                  <a:pt x="7277100" y="114300"/>
                </a:lnTo>
                <a:lnTo>
                  <a:pt x="7162800" y="114300"/>
                </a:lnTo>
                <a:close/>
                <a:moveTo>
                  <a:pt x="7315200" y="0"/>
                </a:moveTo>
                <a:lnTo>
                  <a:pt x="7429500" y="0"/>
                </a:lnTo>
                <a:lnTo>
                  <a:pt x="7429500" y="114300"/>
                </a:lnTo>
                <a:lnTo>
                  <a:pt x="7315200" y="114300"/>
                </a:lnTo>
                <a:close/>
                <a:moveTo>
                  <a:pt x="7467600" y="0"/>
                </a:moveTo>
                <a:lnTo>
                  <a:pt x="7581900" y="0"/>
                </a:lnTo>
                <a:lnTo>
                  <a:pt x="7581900" y="114300"/>
                </a:lnTo>
                <a:lnTo>
                  <a:pt x="7467600" y="114300"/>
                </a:lnTo>
                <a:close/>
                <a:moveTo>
                  <a:pt x="7620000" y="0"/>
                </a:moveTo>
                <a:lnTo>
                  <a:pt x="7734300" y="0"/>
                </a:lnTo>
                <a:lnTo>
                  <a:pt x="7734300" y="114300"/>
                </a:lnTo>
                <a:lnTo>
                  <a:pt x="7620000" y="114300"/>
                </a:lnTo>
                <a:close/>
                <a:moveTo>
                  <a:pt x="7962900" y="0"/>
                </a:moveTo>
                <a:lnTo>
                  <a:pt x="8077200" y="0"/>
                </a:lnTo>
                <a:lnTo>
                  <a:pt x="8077200" y="114300"/>
                </a:lnTo>
                <a:lnTo>
                  <a:pt x="7962900" y="114300"/>
                </a:lnTo>
                <a:close/>
                <a:moveTo>
                  <a:pt x="8115300" y="0"/>
                </a:moveTo>
                <a:lnTo>
                  <a:pt x="8229600" y="0"/>
                </a:lnTo>
                <a:lnTo>
                  <a:pt x="8229600" y="114300"/>
                </a:lnTo>
                <a:lnTo>
                  <a:pt x="8115300" y="114300"/>
                </a:lnTo>
                <a:close/>
                <a:moveTo>
                  <a:pt x="8267700" y="0"/>
                </a:moveTo>
                <a:lnTo>
                  <a:pt x="8382000" y="0"/>
                </a:lnTo>
                <a:lnTo>
                  <a:pt x="8382000" y="114300"/>
                </a:lnTo>
                <a:lnTo>
                  <a:pt x="8267700" y="114300"/>
                </a:lnTo>
                <a:close/>
                <a:moveTo>
                  <a:pt x="8420100" y="0"/>
                </a:moveTo>
                <a:lnTo>
                  <a:pt x="8534400" y="0"/>
                </a:lnTo>
                <a:lnTo>
                  <a:pt x="8534400" y="114300"/>
                </a:lnTo>
                <a:lnTo>
                  <a:pt x="8420100" y="114300"/>
                </a:lnTo>
                <a:close/>
                <a:moveTo>
                  <a:pt x="8763000" y="0"/>
                </a:moveTo>
                <a:lnTo>
                  <a:pt x="8877300" y="0"/>
                </a:lnTo>
                <a:lnTo>
                  <a:pt x="8877300" y="114300"/>
                </a:lnTo>
                <a:lnTo>
                  <a:pt x="8763000" y="114300"/>
                </a:lnTo>
                <a:close/>
                <a:moveTo>
                  <a:pt x="8915400" y="0"/>
                </a:moveTo>
                <a:lnTo>
                  <a:pt x="9029700" y="0"/>
                </a:lnTo>
                <a:lnTo>
                  <a:pt x="9029700" y="114300"/>
                </a:lnTo>
                <a:lnTo>
                  <a:pt x="8915400" y="114300"/>
                </a:lnTo>
                <a:close/>
                <a:moveTo>
                  <a:pt x="9067800" y="0"/>
                </a:moveTo>
                <a:lnTo>
                  <a:pt x="9182100" y="0"/>
                </a:lnTo>
                <a:lnTo>
                  <a:pt x="9182100" y="114300"/>
                </a:lnTo>
                <a:lnTo>
                  <a:pt x="9067800" y="114300"/>
                </a:lnTo>
                <a:close/>
                <a:moveTo>
                  <a:pt x="9220200" y="0"/>
                </a:moveTo>
                <a:lnTo>
                  <a:pt x="9334500" y="0"/>
                </a:lnTo>
                <a:lnTo>
                  <a:pt x="9334500" y="114300"/>
                </a:lnTo>
                <a:lnTo>
                  <a:pt x="9220200" y="114300"/>
                </a:lnTo>
                <a:close/>
                <a:moveTo>
                  <a:pt x="9372600" y="0"/>
                </a:moveTo>
                <a:lnTo>
                  <a:pt x="9486900" y="0"/>
                </a:lnTo>
                <a:lnTo>
                  <a:pt x="9486900" y="114300"/>
                </a:lnTo>
                <a:lnTo>
                  <a:pt x="9372600" y="114300"/>
                </a:lnTo>
                <a:close/>
                <a:moveTo>
                  <a:pt x="9715500" y="0"/>
                </a:moveTo>
                <a:lnTo>
                  <a:pt x="9829800" y="0"/>
                </a:lnTo>
                <a:lnTo>
                  <a:pt x="9829800" y="114300"/>
                </a:lnTo>
                <a:lnTo>
                  <a:pt x="9715500" y="114300"/>
                </a:lnTo>
                <a:close/>
                <a:moveTo>
                  <a:pt x="9867900" y="0"/>
                </a:moveTo>
                <a:lnTo>
                  <a:pt x="9982200" y="0"/>
                </a:lnTo>
                <a:lnTo>
                  <a:pt x="9982200" y="114300"/>
                </a:lnTo>
                <a:lnTo>
                  <a:pt x="9867900" y="114300"/>
                </a:lnTo>
                <a:close/>
                <a:moveTo>
                  <a:pt x="10020300" y="0"/>
                </a:moveTo>
                <a:lnTo>
                  <a:pt x="10134600" y="0"/>
                </a:lnTo>
                <a:lnTo>
                  <a:pt x="10134600" y="114300"/>
                </a:lnTo>
                <a:lnTo>
                  <a:pt x="10020300" y="114300"/>
                </a:lnTo>
                <a:close/>
                <a:moveTo>
                  <a:pt x="10172700" y="0"/>
                </a:moveTo>
                <a:lnTo>
                  <a:pt x="10287000" y="0"/>
                </a:lnTo>
                <a:lnTo>
                  <a:pt x="10287000" y="114300"/>
                </a:lnTo>
                <a:lnTo>
                  <a:pt x="10172700" y="114300"/>
                </a:lnTo>
                <a:close/>
                <a:moveTo>
                  <a:pt x="10515600" y="0"/>
                </a:moveTo>
                <a:lnTo>
                  <a:pt x="10629900" y="0"/>
                </a:lnTo>
                <a:lnTo>
                  <a:pt x="10629900" y="114300"/>
                </a:lnTo>
                <a:lnTo>
                  <a:pt x="10515600" y="114300"/>
                </a:lnTo>
                <a:close/>
                <a:moveTo>
                  <a:pt x="10668000" y="0"/>
                </a:moveTo>
                <a:lnTo>
                  <a:pt x="10782300" y="0"/>
                </a:lnTo>
                <a:lnTo>
                  <a:pt x="10782300" y="114300"/>
                </a:lnTo>
                <a:lnTo>
                  <a:pt x="10668000" y="114300"/>
                </a:lnTo>
                <a:close/>
                <a:moveTo>
                  <a:pt x="10820400" y="0"/>
                </a:moveTo>
                <a:lnTo>
                  <a:pt x="10934700" y="0"/>
                </a:lnTo>
                <a:lnTo>
                  <a:pt x="10934700" y="114300"/>
                </a:lnTo>
                <a:lnTo>
                  <a:pt x="10820400" y="114300"/>
                </a:lnTo>
                <a:close/>
                <a:moveTo>
                  <a:pt x="10972800" y="0"/>
                </a:moveTo>
                <a:lnTo>
                  <a:pt x="11087100" y="0"/>
                </a:lnTo>
                <a:lnTo>
                  <a:pt x="11087100" y="114300"/>
                </a:lnTo>
                <a:lnTo>
                  <a:pt x="10972800" y="114300"/>
                </a:lnTo>
                <a:close/>
                <a:moveTo>
                  <a:pt x="11125200" y="0"/>
                </a:moveTo>
                <a:lnTo>
                  <a:pt x="11239500" y="0"/>
                </a:lnTo>
                <a:lnTo>
                  <a:pt x="11239500" y="114300"/>
                </a:lnTo>
                <a:lnTo>
                  <a:pt x="11125200" y="114300"/>
                </a:lnTo>
                <a:close/>
                <a:moveTo>
                  <a:pt x="11468100" y="0"/>
                </a:moveTo>
                <a:lnTo>
                  <a:pt x="11582400" y="0"/>
                </a:lnTo>
                <a:lnTo>
                  <a:pt x="11582400" y="114300"/>
                </a:lnTo>
                <a:lnTo>
                  <a:pt x="11468100" y="114300"/>
                </a:lnTo>
                <a:close/>
                <a:moveTo>
                  <a:pt x="11620500" y="0"/>
                </a:moveTo>
                <a:lnTo>
                  <a:pt x="11734800" y="0"/>
                </a:lnTo>
                <a:lnTo>
                  <a:pt x="11734800" y="114300"/>
                </a:lnTo>
                <a:lnTo>
                  <a:pt x="11620500" y="114300"/>
                </a:lnTo>
                <a:close/>
                <a:moveTo>
                  <a:pt x="11772900" y="0"/>
                </a:moveTo>
                <a:lnTo>
                  <a:pt x="11887200" y="0"/>
                </a:lnTo>
                <a:lnTo>
                  <a:pt x="11887200" y="114300"/>
                </a:lnTo>
                <a:lnTo>
                  <a:pt x="11772900" y="1143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"/>
          <p:cNvSpPr/>
          <p:nvPr/>
        </p:nvSpPr>
        <p:spPr>
          <a:xfrm>
            <a:off x="10439400" y="342900"/>
            <a:ext cx="1447800" cy="1447800"/>
          </a:xfrm>
          <a:custGeom>
            <a:avLst/>
            <a:gdLst/>
            <a:ahLst/>
            <a:cxnLst/>
            <a:rect l="l" t="t" r="r" b="b"/>
            <a:pathLst>
              <a:path w="1447800" h="1447800">
                <a:moveTo>
                  <a:pt x="1447800" y="723900"/>
                </a:moveTo>
                <a:cubicBezTo>
                  <a:pt x="1447800" y="1123950"/>
                  <a:pt x="1123950" y="1447800"/>
                  <a:pt x="723900" y="1447800"/>
                </a:cubicBezTo>
                <a:cubicBezTo>
                  <a:pt x="323850" y="1447800"/>
                  <a:pt x="0" y="1123950"/>
                  <a:pt x="0" y="723900"/>
                </a:cubicBezTo>
                <a:cubicBezTo>
                  <a:pt x="0" y="323850"/>
                  <a:pt x="323850" y="0"/>
                  <a:pt x="723900" y="0"/>
                </a:cubicBezTo>
                <a:cubicBezTo>
                  <a:pt x="1123950" y="0"/>
                  <a:pt x="1447800" y="323850"/>
                  <a:pt x="1447800" y="723900"/>
                </a:cubicBezTo>
                <a:close/>
              </a:path>
            </a:pathLst>
          </a:custGeom>
          <a:solidFill>
            <a:srgbClr val="FFF0B8"/>
          </a:solidFill>
          <a:ln/>
        </p:spPr>
      </p:sp>
      <p:sp>
        <p:nvSpPr>
          <p:cNvPr id="5" name=""/>
          <p:cNvSpPr/>
          <p:nvPr/>
        </p:nvSpPr>
        <p:spPr>
          <a:xfrm>
            <a:off x="10668000" y="57150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990600" y="495300"/>
                </a:moveTo>
                <a:cubicBezTo>
                  <a:pt x="990600" y="768667"/>
                  <a:pt x="768668" y="990600"/>
                  <a:pt x="495300" y="990600"/>
                </a:cubicBezTo>
                <a:cubicBezTo>
                  <a:pt x="221932" y="990600"/>
                  <a:pt x="0" y="768667"/>
                  <a:pt x="0" y="495300"/>
                </a:cubicBezTo>
                <a:cubicBezTo>
                  <a:pt x="0" y="221932"/>
                  <a:pt x="221932" y="0"/>
                  <a:pt x="495300" y="0"/>
                </a:cubicBezTo>
                <a:cubicBezTo>
                  <a:pt x="768668" y="0"/>
                  <a:pt x="990600" y="221932"/>
                  <a:pt x="990600" y="495300"/>
                </a:cubicBezTo>
                <a:close/>
              </a:path>
            </a:pathLst>
          </a:custGeom>
          <a:solidFill>
            <a:srgbClr val="FFD24A"/>
          </a:solidFill>
          <a:ln/>
        </p:spPr>
      </p:sp>
      <p:sp>
        <p:nvSpPr>
          <p:cNvPr id="6" name=""/>
          <p:cNvSpPr/>
          <p:nvPr/>
        </p:nvSpPr>
        <p:spPr>
          <a:xfrm>
            <a:off x="876300" y="742950"/>
            <a:ext cx="1162050" cy="723900"/>
          </a:xfrm>
          <a:custGeom>
            <a:avLst/>
            <a:gdLst/>
            <a:ahLst/>
            <a:cxnLst/>
            <a:rect l="l" t="t" r="r" b="b"/>
            <a:pathLst>
              <a:path w="1162050" h="723900">
                <a:moveTo>
                  <a:pt x="495300" y="476250"/>
                </a:moveTo>
                <a:cubicBezTo>
                  <a:pt x="495300" y="613410"/>
                  <a:pt x="384810" y="723900"/>
                  <a:pt x="247650" y="723900"/>
                </a:cubicBezTo>
                <a:cubicBezTo>
                  <a:pt x="110490" y="723900"/>
                  <a:pt x="0" y="613410"/>
                  <a:pt x="0" y="476250"/>
                </a:cubicBezTo>
                <a:cubicBezTo>
                  <a:pt x="0" y="339090"/>
                  <a:pt x="110490" y="228600"/>
                  <a:pt x="247650" y="228600"/>
                </a:cubicBezTo>
                <a:cubicBezTo>
                  <a:pt x="384810" y="228600"/>
                  <a:pt x="495300" y="339090"/>
                  <a:pt x="495300" y="476250"/>
                </a:cubicBezTo>
                <a:close/>
                <a:moveTo>
                  <a:pt x="895350" y="323850"/>
                </a:moveTo>
                <a:cubicBezTo>
                  <a:pt x="895350" y="502920"/>
                  <a:pt x="750570" y="647700"/>
                  <a:pt x="571500" y="647700"/>
                </a:cubicBezTo>
                <a:cubicBezTo>
                  <a:pt x="392430" y="647700"/>
                  <a:pt x="247650" y="502920"/>
                  <a:pt x="247650" y="323850"/>
                </a:cubicBezTo>
                <a:cubicBezTo>
                  <a:pt x="247650" y="144780"/>
                  <a:pt x="392430" y="0"/>
                  <a:pt x="571500" y="0"/>
                </a:cubicBezTo>
                <a:cubicBezTo>
                  <a:pt x="750570" y="0"/>
                  <a:pt x="895350" y="144780"/>
                  <a:pt x="895350" y="323850"/>
                </a:cubicBezTo>
                <a:close/>
                <a:moveTo>
                  <a:pt x="1162050" y="495300"/>
                </a:moveTo>
                <a:cubicBezTo>
                  <a:pt x="1162050" y="621983"/>
                  <a:pt x="1060133" y="723900"/>
                  <a:pt x="933450" y="723900"/>
                </a:cubicBezTo>
                <a:cubicBezTo>
                  <a:pt x="806767" y="723900"/>
                  <a:pt x="704850" y="621983"/>
                  <a:pt x="704850" y="495300"/>
                </a:cubicBezTo>
                <a:cubicBezTo>
                  <a:pt x="704850" y="368618"/>
                  <a:pt x="806767" y="266700"/>
                  <a:pt x="933450" y="266700"/>
                </a:cubicBezTo>
                <a:cubicBezTo>
                  <a:pt x="1060133" y="266700"/>
                  <a:pt x="1162050" y="368618"/>
                  <a:pt x="1162050" y="495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"/>
          <p:cNvSpPr/>
          <p:nvPr/>
        </p:nvSpPr>
        <p:spPr>
          <a:xfrm>
            <a:off x="8686800" y="552450"/>
            <a:ext cx="838200" cy="495300"/>
          </a:xfrm>
          <a:custGeom>
            <a:avLst/>
            <a:gdLst/>
            <a:ahLst/>
            <a:cxnLst/>
            <a:rect l="l" t="t" r="r" b="b"/>
            <a:pathLst>
              <a:path w="838200" h="495300">
                <a:moveTo>
                  <a:pt x="342900" y="323850"/>
                </a:moveTo>
                <a:cubicBezTo>
                  <a:pt x="342900" y="418148"/>
                  <a:pt x="265747" y="495300"/>
                  <a:pt x="171450" y="495300"/>
                </a:cubicBezTo>
                <a:cubicBezTo>
                  <a:pt x="77153" y="495300"/>
                  <a:pt x="0" y="418148"/>
                  <a:pt x="0" y="323850"/>
                </a:cubicBezTo>
                <a:cubicBezTo>
                  <a:pt x="0" y="229552"/>
                  <a:pt x="77153" y="152400"/>
                  <a:pt x="171450" y="152400"/>
                </a:cubicBezTo>
                <a:cubicBezTo>
                  <a:pt x="265747" y="152400"/>
                  <a:pt x="342900" y="229552"/>
                  <a:pt x="342900" y="323850"/>
                </a:cubicBezTo>
                <a:close/>
                <a:moveTo>
                  <a:pt x="647700" y="228600"/>
                </a:moveTo>
                <a:cubicBezTo>
                  <a:pt x="647700" y="355282"/>
                  <a:pt x="545782" y="457200"/>
                  <a:pt x="419100" y="457200"/>
                </a:cubicBezTo>
                <a:cubicBezTo>
                  <a:pt x="292418" y="457200"/>
                  <a:pt x="190500" y="355282"/>
                  <a:pt x="190500" y="228600"/>
                </a:cubicBezTo>
                <a:cubicBezTo>
                  <a:pt x="190500" y="101918"/>
                  <a:pt x="292418" y="0"/>
                  <a:pt x="419100" y="0"/>
                </a:cubicBezTo>
                <a:cubicBezTo>
                  <a:pt x="545782" y="0"/>
                  <a:pt x="647700" y="101918"/>
                  <a:pt x="647700" y="228600"/>
                </a:cubicBezTo>
                <a:close/>
                <a:moveTo>
                  <a:pt x="838200" y="342900"/>
                </a:moveTo>
                <a:cubicBezTo>
                  <a:pt x="838200" y="426720"/>
                  <a:pt x="769620" y="495300"/>
                  <a:pt x="685800" y="495300"/>
                </a:cubicBezTo>
                <a:cubicBezTo>
                  <a:pt x="601980" y="495300"/>
                  <a:pt x="533400" y="426720"/>
                  <a:pt x="533400" y="342900"/>
                </a:cubicBezTo>
                <a:cubicBezTo>
                  <a:pt x="533400" y="259080"/>
                  <a:pt x="601980" y="190500"/>
                  <a:pt x="685800" y="190500"/>
                </a:cubicBezTo>
                <a:cubicBezTo>
                  <a:pt x="769620" y="190500"/>
                  <a:pt x="838200" y="259080"/>
                  <a:pt x="838200" y="3429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"/>
          <p:cNvSpPr/>
          <p:nvPr/>
        </p:nvSpPr>
        <p:spPr>
          <a:xfrm>
            <a:off x="0" y="4629150"/>
            <a:ext cx="12192000" cy="2228850"/>
          </a:xfrm>
          <a:custGeom>
            <a:avLst/>
            <a:gdLst/>
            <a:ahLst/>
            <a:cxnLst/>
            <a:rect l="l" t="t" r="r" b="b"/>
            <a:pathLst>
              <a:path w="12192000" h="2228850">
                <a:moveTo>
                  <a:pt x="0" y="133350"/>
                </a:moveTo>
                <a:cubicBezTo>
                  <a:pt x="1524000" y="0"/>
                  <a:pt x="3048000" y="266700"/>
                  <a:pt x="4572000" y="133350"/>
                </a:cubicBezTo>
                <a:cubicBezTo>
                  <a:pt x="6096000" y="0"/>
                  <a:pt x="7620000" y="266700"/>
                  <a:pt x="9144000" y="133350"/>
                </a:cubicBezTo>
                <a:cubicBezTo>
                  <a:pt x="10668000" y="0"/>
                  <a:pt x="11430000" y="266700"/>
                  <a:pt x="12192000" y="133350"/>
                </a:cubicBezTo>
                <a:lnTo>
                  <a:pt x="12192000" y="2228850"/>
                </a:lnTo>
                <a:lnTo>
                  <a:pt x="0" y="2228850"/>
                </a:lnTo>
                <a:close/>
              </a:path>
            </a:pathLst>
          </a:custGeom>
          <a:solidFill>
            <a:srgbClr val="86D9E6"/>
          </a:solidFill>
          <a:ln/>
        </p:spPr>
      </p:sp>
      <p:sp>
        <p:nvSpPr>
          <p:cNvPr id="9" name=""/>
          <p:cNvSpPr/>
          <p:nvPr/>
        </p:nvSpPr>
        <p:spPr>
          <a:xfrm>
            <a:off x="0" y="5276850"/>
            <a:ext cx="12192000" cy="1581150"/>
          </a:xfrm>
          <a:custGeom>
            <a:avLst/>
            <a:gdLst/>
            <a:ahLst/>
            <a:cxnLst/>
            <a:rect l="l" t="t" r="r" b="b"/>
            <a:pathLst>
              <a:path w="12192000" h="1581150">
                <a:moveTo>
                  <a:pt x="0" y="114300"/>
                </a:moveTo>
                <a:cubicBezTo>
                  <a:pt x="1524000" y="0"/>
                  <a:pt x="3048000" y="228600"/>
                  <a:pt x="4572000" y="114300"/>
                </a:cubicBezTo>
                <a:cubicBezTo>
                  <a:pt x="6096000" y="0"/>
                  <a:pt x="7620000" y="228600"/>
                  <a:pt x="9144000" y="114300"/>
                </a:cubicBezTo>
                <a:cubicBezTo>
                  <a:pt x="10668000" y="0"/>
                  <a:pt x="11430000" y="228600"/>
                  <a:pt x="12192000" y="114300"/>
                </a:cubicBezTo>
                <a:lnTo>
                  <a:pt x="12192000" y="1581150"/>
                </a:lnTo>
                <a:lnTo>
                  <a:pt x="0" y="1581150"/>
                </a:lnTo>
                <a:close/>
              </a:path>
            </a:pathLst>
          </a:custGeom>
          <a:solidFill>
            <a:srgbClr val="2AB3CB"/>
          </a:solidFill>
          <a:ln/>
        </p:spPr>
      </p:sp>
      <p:sp>
        <p:nvSpPr>
          <p:cNvPr id="10" name=""/>
          <p:cNvSpPr/>
          <p:nvPr/>
        </p:nvSpPr>
        <p:spPr>
          <a:xfrm>
            <a:off x="0" y="6019800"/>
            <a:ext cx="12192000" cy="838200"/>
          </a:xfrm>
          <a:custGeom>
            <a:avLst/>
            <a:gdLst/>
            <a:ahLst/>
            <a:cxnLst/>
            <a:rect l="l" t="t" r="r" b="b"/>
            <a:pathLst>
              <a:path w="12192000" h="838200">
                <a:moveTo>
                  <a:pt x="0" y="76200"/>
                </a:moveTo>
                <a:cubicBezTo>
                  <a:pt x="1524000" y="0"/>
                  <a:pt x="3048000" y="152400"/>
                  <a:pt x="4572000" y="76200"/>
                </a:cubicBezTo>
                <a:cubicBezTo>
                  <a:pt x="6096000" y="0"/>
                  <a:pt x="7620000" y="152400"/>
                  <a:pt x="9144000" y="76200"/>
                </a:cubicBezTo>
                <a:cubicBezTo>
                  <a:pt x="10668000" y="0"/>
                  <a:pt x="11430000" y="152400"/>
                  <a:pt x="12192000" y="76200"/>
                </a:cubicBezTo>
                <a:lnTo>
                  <a:pt x="12192000" y="838200"/>
                </a:lnTo>
                <a:lnTo>
                  <a:pt x="0" y="8382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"/>
          <p:cNvSpPr/>
          <p:nvPr/>
        </p:nvSpPr>
        <p:spPr>
          <a:xfrm>
            <a:off x="0" y="609600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76200"/>
                </a:moveTo>
                <a:cubicBezTo>
                  <a:pt x="1524000" y="0"/>
                  <a:pt x="3048000" y="152400"/>
                  <a:pt x="4572000" y="76200"/>
                </a:cubicBezTo>
                <a:cubicBezTo>
                  <a:pt x="6096000" y="0"/>
                  <a:pt x="7620000" y="152400"/>
                  <a:pt x="9144000" y="76200"/>
                </a:cubicBezTo>
                <a:cubicBezTo>
                  <a:pt x="10668000" y="0"/>
                  <a:pt x="11430000" y="152400"/>
                  <a:pt x="12192000" y="76200"/>
                </a:cubicBezTo>
                <a:lnTo>
                  <a:pt x="12192000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FBE8C4"/>
          </a:solidFill>
          <a:ln/>
        </p:spPr>
      </p:sp>
      <p:sp>
        <p:nvSpPr>
          <p:cNvPr id="12" name=""/>
          <p:cNvSpPr/>
          <p:nvPr/>
        </p:nvSpPr>
        <p:spPr>
          <a:xfrm>
            <a:off x="11125200" y="4038600"/>
            <a:ext cx="609600" cy="2819400"/>
          </a:xfrm>
          <a:custGeom>
            <a:avLst/>
            <a:gdLst/>
            <a:ahLst/>
            <a:cxnLst/>
            <a:rect l="l" t="t" r="r" b="b"/>
            <a:pathLst>
              <a:path w="609600" h="2819400">
                <a:moveTo>
                  <a:pt x="361950" y="2819400"/>
                </a:moveTo>
                <a:cubicBezTo>
                  <a:pt x="266700" y="1771650"/>
                  <a:pt x="171450" y="723900"/>
                  <a:pt x="0" y="0"/>
                </a:cubicBezTo>
                <a:lnTo>
                  <a:pt x="152400" y="19050"/>
                </a:lnTo>
                <a:cubicBezTo>
                  <a:pt x="323850" y="723900"/>
                  <a:pt x="514350" y="1771650"/>
                  <a:pt x="609600" y="2819400"/>
                </a:cubicBezTo>
                <a:close/>
              </a:path>
            </a:pathLst>
          </a:custGeom>
          <a:solidFill>
            <a:srgbClr val="A8743F"/>
          </a:solidFill>
          <a:ln/>
        </p:spPr>
      </p:sp>
      <p:sp>
        <p:nvSpPr>
          <p:cNvPr id="13" name=""/>
          <p:cNvSpPr/>
          <p:nvPr/>
        </p:nvSpPr>
        <p:spPr>
          <a:xfrm>
            <a:off x="10248900" y="3590925"/>
            <a:ext cx="952500" cy="533400"/>
          </a:xfrm>
          <a:custGeom>
            <a:avLst/>
            <a:gdLst/>
            <a:ahLst/>
            <a:cxnLst/>
            <a:rect l="l" t="t" r="r" b="b"/>
            <a:pathLst>
              <a:path w="952500" h="533400">
                <a:moveTo>
                  <a:pt x="948690" y="446722"/>
                </a:moveTo>
                <a:cubicBezTo>
                  <a:pt x="732472" y="155257"/>
                  <a:pt x="305752" y="0"/>
                  <a:pt x="0" y="100965"/>
                </a:cubicBezTo>
                <a:cubicBezTo>
                  <a:pt x="168592" y="375285"/>
                  <a:pt x="595313" y="531495"/>
                  <a:pt x="948690" y="446722"/>
                </a:cubicBezTo>
                <a:close/>
              </a:path>
            </a:pathLst>
          </a:custGeom>
          <a:solidFill>
            <a:srgbClr val="2E9E64"/>
          </a:solidFill>
          <a:ln/>
        </p:spPr>
      </p:sp>
      <p:sp>
        <p:nvSpPr>
          <p:cNvPr id="14" name=""/>
          <p:cNvSpPr/>
          <p:nvPr/>
        </p:nvSpPr>
        <p:spPr>
          <a:xfrm>
            <a:off x="10487025" y="3324225"/>
            <a:ext cx="714375" cy="714375"/>
          </a:xfrm>
          <a:custGeom>
            <a:avLst/>
            <a:gdLst/>
            <a:ahLst/>
            <a:cxnLst/>
            <a:rect l="l" t="t" r="r" b="b"/>
            <a:pathLst>
              <a:path w="714375" h="714375">
                <a:moveTo>
                  <a:pt x="714375" y="714375"/>
                </a:moveTo>
                <a:cubicBezTo>
                  <a:pt x="641985" y="359092"/>
                  <a:pt x="320040" y="37147"/>
                  <a:pt x="0" y="0"/>
                </a:cubicBezTo>
                <a:cubicBezTo>
                  <a:pt x="37148" y="320040"/>
                  <a:pt x="359093" y="641985"/>
                  <a:pt x="714375" y="714375"/>
                </a:cubicBezTo>
                <a:close/>
              </a:path>
            </a:pathLst>
          </a:custGeom>
          <a:solidFill>
            <a:srgbClr val="23824F"/>
          </a:solidFill>
          <a:ln/>
        </p:spPr>
      </p:sp>
      <p:sp>
        <p:nvSpPr>
          <p:cNvPr id="15" name=""/>
          <p:cNvSpPr/>
          <p:nvPr/>
        </p:nvSpPr>
        <p:spPr>
          <a:xfrm>
            <a:off x="10810875" y="3067050"/>
            <a:ext cx="504825" cy="971550"/>
          </a:xfrm>
          <a:custGeom>
            <a:avLst/>
            <a:gdLst/>
            <a:ahLst/>
            <a:cxnLst/>
            <a:rect l="l" t="t" r="r" b="b"/>
            <a:pathLst>
              <a:path w="504825" h="971550">
                <a:moveTo>
                  <a:pt x="389573" y="975360"/>
                </a:moveTo>
                <a:cubicBezTo>
                  <a:pt x="504825" y="630555"/>
                  <a:pt x="386715" y="192405"/>
                  <a:pt x="128588" y="0"/>
                </a:cubicBezTo>
                <a:cubicBezTo>
                  <a:pt x="0" y="295275"/>
                  <a:pt x="118110" y="734377"/>
                  <a:pt x="389573" y="975360"/>
                </a:cubicBezTo>
                <a:close/>
              </a:path>
            </a:pathLst>
          </a:custGeom>
          <a:solidFill>
            <a:srgbClr val="2E9E64"/>
          </a:solidFill>
          <a:ln/>
        </p:spPr>
      </p:sp>
      <p:sp>
        <p:nvSpPr>
          <p:cNvPr id="16" name=""/>
          <p:cNvSpPr/>
          <p:nvPr/>
        </p:nvSpPr>
        <p:spPr>
          <a:xfrm>
            <a:off x="11115675" y="3086100"/>
            <a:ext cx="533400" cy="952500"/>
          </a:xfrm>
          <a:custGeom>
            <a:avLst/>
            <a:gdLst/>
            <a:ahLst/>
            <a:cxnLst/>
            <a:rect l="l" t="t" r="r" b="b"/>
            <a:pathLst>
              <a:path w="533400" h="952500">
                <a:moveTo>
                  <a:pt x="84773" y="948690"/>
                </a:moveTo>
                <a:cubicBezTo>
                  <a:pt x="376238" y="732473"/>
                  <a:pt x="531495" y="305753"/>
                  <a:pt x="430530" y="0"/>
                </a:cubicBezTo>
                <a:cubicBezTo>
                  <a:pt x="156210" y="168593"/>
                  <a:pt x="0" y="595313"/>
                  <a:pt x="84773" y="948690"/>
                </a:cubicBezTo>
                <a:close/>
              </a:path>
            </a:pathLst>
          </a:custGeom>
          <a:solidFill>
            <a:srgbClr val="23824F"/>
          </a:solidFill>
          <a:ln/>
        </p:spPr>
      </p:sp>
      <p:sp>
        <p:nvSpPr>
          <p:cNvPr id="17" name=""/>
          <p:cNvSpPr/>
          <p:nvPr/>
        </p:nvSpPr>
        <p:spPr>
          <a:xfrm>
            <a:off x="11201400" y="3390900"/>
            <a:ext cx="771525" cy="647700"/>
          </a:xfrm>
          <a:custGeom>
            <a:avLst/>
            <a:gdLst/>
            <a:ahLst/>
            <a:cxnLst/>
            <a:rect l="l" t="t" r="r" b="b"/>
            <a:pathLst>
              <a:path w="771525" h="647700">
                <a:moveTo>
                  <a:pt x="0" y="648653"/>
                </a:moveTo>
                <a:cubicBezTo>
                  <a:pt x="360998" y="606743"/>
                  <a:pt x="708660" y="315278"/>
                  <a:pt x="773430" y="0"/>
                </a:cubicBezTo>
                <a:cubicBezTo>
                  <a:pt x="451485" y="8573"/>
                  <a:pt x="103823" y="300990"/>
                  <a:pt x="0" y="648653"/>
                </a:cubicBezTo>
                <a:close/>
              </a:path>
            </a:pathLst>
          </a:custGeom>
          <a:solidFill>
            <a:srgbClr val="2E9E64"/>
          </a:solidFill>
          <a:ln/>
        </p:spPr>
      </p:sp>
      <p:sp>
        <p:nvSpPr>
          <p:cNvPr id="18" name=""/>
          <p:cNvSpPr/>
          <p:nvPr/>
        </p:nvSpPr>
        <p:spPr>
          <a:xfrm>
            <a:off x="11201400" y="3714750"/>
            <a:ext cx="990600" cy="476250"/>
          </a:xfrm>
          <a:custGeom>
            <a:avLst/>
            <a:gdLst/>
            <a:ahLst/>
            <a:cxnLst/>
            <a:rect l="l" t="t" r="r" b="b"/>
            <a:pathLst>
              <a:path w="990600" h="476250">
                <a:moveTo>
                  <a:pt x="0" y="328613"/>
                </a:moveTo>
                <a:cubicBezTo>
                  <a:pt x="333375" y="473392"/>
                  <a:pt x="780098" y="394335"/>
                  <a:pt x="994410" y="153353"/>
                </a:cubicBezTo>
                <a:cubicBezTo>
                  <a:pt x="710565" y="0"/>
                  <a:pt x="263843" y="79058"/>
                  <a:pt x="0" y="328613"/>
                </a:cubicBezTo>
                <a:close/>
              </a:path>
            </a:pathLst>
          </a:custGeom>
          <a:solidFill>
            <a:srgbClr val="23824F"/>
          </a:solidFill>
          <a:ln/>
        </p:spPr>
      </p:sp>
      <p:sp>
        <p:nvSpPr>
          <p:cNvPr id="19" name=""/>
          <p:cNvSpPr/>
          <p:nvPr/>
        </p:nvSpPr>
        <p:spPr>
          <a:xfrm>
            <a:off x="11201400" y="3952875"/>
            <a:ext cx="952500" cy="533400"/>
          </a:xfrm>
          <a:custGeom>
            <a:avLst/>
            <a:gdLst/>
            <a:ahLst/>
            <a:cxnLst/>
            <a:rect l="l" t="t" r="r" b="b"/>
            <a:pathLst>
              <a:path w="952500" h="533400">
                <a:moveTo>
                  <a:pt x="0" y="84772"/>
                </a:moveTo>
                <a:cubicBezTo>
                  <a:pt x="216218" y="376238"/>
                  <a:pt x="642938" y="531495"/>
                  <a:pt x="948690" y="430530"/>
                </a:cubicBezTo>
                <a:cubicBezTo>
                  <a:pt x="780098" y="156210"/>
                  <a:pt x="353377" y="0"/>
                  <a:pt x="0" y="84772"/>
                </a:cubicBezTo>
                <a:close/>
              </a:path>
            </a:pathLst>
          </a:custGeom>
          <a:solidFill>
            <a:srgbClr val="2E9E64"/>
          </a:solidFill>
          <a:ln/>
        </p:spPr>
      </p:sp>
      <p:sp>
        <p:nvSpPr>
          <p:cNvPr id="20" name=""/>
          <p:cNvSpPr/>
          <p:nvPr/>
        </p:nvSpPr>
        <p:spPr>
          <a:xfrm>
            <a:off x="4352925" y="559117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40970" y="106680"/>
                  <a:pt x="140970" y="106680"/>
                  <a:pt x="247650" y="123825"/>
                </a:cubicBezTo>
                <a:cubicBezTo>
                  <a:pt x="140970" y="140970"/>
                  <a:pt x="140970" y="140970"/>
                  <a:pt x="123825" y="247650"/>
                </a:cubicBezTo>
                <a:cubicBezTo>
                  <a:pt x="106680" y="140970"/>
                  <a:pt x="106680" y="140970"/>
                  <a:pt x="0" y="123825"/>
                </a:cubicBezTo>
                <a:cubicBezTo>
                  <a:pt x="106680" y="106680"/>
                  <a:pt x="106680" y="106680"/>
                  <a:pt x="1238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"/>
          <p:cNvSpPr/>
          <p:nvPr/>
        </p:nvSpPr>
        <p:spPr>
          <a:xfrm>
            <a:off x="6486525" y="5838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8107" y="73343"/>
                  <a:pt x="98107" y="73343"/>
                  <a:pt x="171450" y="85725"/>
                </a:cubicBezTo>
                <a:cubicBezTo>
                  <a:pt x="98107" y="98107"/>
                  <a:pt x="98107" y="98107"/>
                  <a:pt x="85725" y="171450"/>
                </a:cubicBezTo>
                <a:cubicBezTo>
                  <a:pt x="73343" y="98107"/>
                  <a:pt x="73343" y="98107"/>
                  <a:pt x="0" y="85725"/>
                </a:cubicBezTo>
                <a:cubicBezTo>
                  <a:pt x="73343" y="73343"/>
                  <a:pt x="73343" y="73343"/>
                  <a:pt x="857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"/>
          <p:cNvSpPr/>
          <p:nvPr/>
        </p:nvSpPr>
        <p:spPr>
          <a:xfrm>
            <a:off x="8086725" y="55721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0"/>
                </a:moveTo>
                <a:cubicBezTo>
                  <a:pt x="119062" y="90488"/>
                  <a:pt x="119062" y="90488"/>
                  <a:pt x="209550" y="104775"/>
                </a:cubicBezTo>
                <a:cubicBezTo>
                  <a:pt x="119062" y="119062"/>
                  <a:pt x="119062" y="119062"/>
                  <a:pt x="104775" y="209550"/>
                </a:cubicBezTo>
                <a:cubicBezTo>
                  <a:pt x="90488" y="119062"/>
                  <a:pt x="90488" y="119062"/>
                  <a:pt x="0" y="104775"/>
                </a:cubicBezTo>
                <a:cubicBezTo>
                  <a:pt x="90488" y="90488"/>
                  <a:pt x="90488" y="90488"/>
                  <a:pt x="10477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"/>
          <p:cNvSpPr/>
          <p:nvPr/>
        </p:nvSpPr>
        <p:spPr>
          <a:xfrm>
            <a:off x="2190750" y="1647825"/>
            <a:ext cx="7810500" cy="3524250"/>
          </a:xfrm>
          <a:prstGeom prst="roundRect">
            <a:avLst>
              <a:gd name="adj" fmla="val 11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4" name=""/>
          <p:cNvSpPr/>
          <p:nvPr/>
        </p:nvSpPr>
        <p:spPr>
          <a:xfrm>
            <a:off x="2609850" y="3505200"/>
            <a:ext cx="6981825" cy="285750"/>
          </a:xfrm>
          <a:prstGeom prst="roundRect">
            <a:avLst>
              <a:gd name="adj" fmla="val 40000"/>
            </a:avLst>
          </a:prstGeom>
          <a:solidFill>
            <a:srgbClr val="FFD966"/>
          </a:solidFill>
          <a:ln/>
        </p:spPr>
      </p:sp>
      <p:sp>
        <p:nvSpPr>
          <p:cNvPr id="25" name=""/>
          <p:cNvSpPr txBox="1"/>
          <p:nvPr/>
        </p:nvSpPr>
        <p:spPr>
          <a:xfrm>
            <a:off x="2524125" y="1905000"/>
            <a:ext cx="7134225" cy="1047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5700" b="1" spc="171" kern="0">
                <a:solidFill>
                  <a:srgbClr val="1A2238"/>
                </a:solidFill>
                <a:latin typeface="Noto Sans JP"/>
                <a:ea typeface="Noto Sans JP"/>
              </a:rPr>
              <a:t>ネイティブっぽく</a:t>
            </a:r>
          </a:p>
        </p:txBody>
      </p:sp>
      <p:sp>
        <p:nvSpPr>
          <p:cNvPr id="26" name=""/>
          <p:cNvSpPr txBox="1"/>
          <p:nvPr/>
        </p:nvSpPr>
        <p:spPr>
          <a:xfrm>
            <a:off x="2743200" y="2847975"/>
            <a:ext cx="8058150" cy="1047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5700" b="1" spc="171" kern="0">
                <a:solidFill>
                  <a:srgbClr val="1A2238"/>
                </a:solidFill>
                <a:latin typeface="Noto Sans JP"/>
                <a:ea typeface="Noto Sans JP"/>
              </a:rPr>
              <a:t>長い文章で話す方法</a:t>
            </a:r>
          </a:p>
        </p:txBody>
      </p:sp>
      <p:sp>
        <p:nvSpPr>
          <p:cNvPr id="27" name=""/>
          <p:cNvSpPr/>
          <p:nvPr/>
        </p:nvSpPr>
        <p:spPr>
          <a:xfrm>
            <a:off x="2800350" y="4057650"/>
            <a:ext cx="6591300" cy="800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28" name=""/>
          <p:cNvSpPr txBox="1"/>
          <p:nvPr/>
        </p:nvSpPr>
        <p:spPr>
          <a:xfrm>
            <a:off x="3219450" y="4171950"/>
            <a:ext cx="696277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 spc="240" kern="0">
                <a:solidFill>
                  <a:srgbClr val="FFFFFF"/>
                </a:solidFill>
                <a:latin typeface="Noto Sans JP"/>
                <a:ea typeface="Noto Sans JP"/>
              </a:rPr>
              <a:t>Scott先生 × ひな コラボLIVE</a:t>
            </a:r>
          </a:p>
        </p:txBody>
      </p:sp>
      <p:sp>
        <p:nvSpPr>
          <p:cNvPr id="29" name=""/>
          <p:cNvSpPr/>
          <p:nvPr/>
        </p:nvSpPr>
        <p:spPr>
          <a:xfrm>
            <a:off x="1390650" y="4905375"/>
            <a:ext cx="857250" cy="609600"/>
          </a:xfrm>
          <a:custGeom>
            <a:avLst/>
            <a:gdLst/>
            <a:ahLst/>
            <a:cxnLst/>
            <a:rect l="l" t="t" r="r" b="b"/>
            <a:pathLst>
              <a:path w="857250" h="609600">
                <a:moveTo>
                  <a:pt x="859155" y="139065"/>
                </a:moveTo>
                <a:cubicBezTo>
                  <a:pt x="516255" y="0"/>
                  <a:pt x="129540" y="140970"/>
                  <a:pt x="0" y="451485"/>
                </a:cubicBezTo>
                <a:cubicBezTo>
                  <a:pt x="299085" y="606743"/>
                  <a:pt x="685800" y="465772"/>
                  <a:pt x="859155" y="139065"/>
                </a:cubicBezTo>
                <a:close/>
              </a:path>
            </a:pathLst>
          </a:custGeom>
          <a:solidFill>
            <a:srgbClr val="2E9E64"/>
          </a:solidFill>
          <a:ln/>
        </p:spPr>
      </p:sp>
      <p:sp>
        <p:nvSpPr>
          <p:cNvPr id="30" name=""/>
          <p:cNvSpPr/>
          <p:nvPr/>
        </p:nvSpPr>
        <p:spPr>
          <a:xfrm>
            <a:off x="1581150" y="4505325"/>
            <a:ext cx="666750" cy="590550"/>
          </a:xfrm>
          <a:custGeom>
            <a:avLst/>
            <a:gdLst/>
            <a:ahLst/>
            <a:cxnLst/>
            <a:rect l="l" t="t" r="r" b="b"/>
            <a:pathLst>
              <a:path w="666750" h="590550">
                <a:moveTo>
                  <a:pt x="670560" y="540067"/>
                </a:moveTo>
                <a:cubicBezTo>
                  <a:pt x="600075" y="211455"/>
                  <a:pt x="298133" y="0"/>
                  <a:pt x="0" y="70485"/>
                </a:cubicBezTo>
                <a:cubicBezTo>
                  <a:pt x="36195" y="375285"/>
                  <a:pt x="338137" y="586740"/>
                  <a:pt x="670560" y="540067"/>
                </a:cubicBezTo>
                <a:close/>
              </a:path>
            </a:pathLst>
          </a:custGeom>
          <a:solidFill>
            <a:srgbClr val="23824F"/>
          </a:solidFill>
          <a:ln/>
        </p:spPr>
      </p:sp>
      <p:sp>
        <p:nvSpPr>
          <p:cNvPr id="31" name=""/>
          <p:cNvSpPr/>
          <p:nvPr/>
        </p:nvSpPr>
        <p:spPr>
          <a:xfrm>
            <a:off x="1905000" y="4352925"/>
            <a:ext cx="781050" cy="695325"/>
          </a:xfrm>
          <a:custGeom>
            <a:avLst/>
            <a:gdLst/>
            <a:ahLst/>
            <a:cxnLst/>
            <a:rect l="l" t="t" r="r" b="b"/>
            <a:pathLst>
              <a:path w="781050" h="695325">
                <a:moveTo>
                  <a:pt x="344805" y="697230"/>
                </a:moveTo>
                <a:cubicBezTo>
                  <a:pt x="721042" y="673417"/>
                  <a:pt x="782002" y="114300"/>
                  <a:pt x="447675" y="115252"/>
                </a:cubicBezTo>
                <a:cubicBezTo>
                  <a:pt x="133350" y="0"/>
                  <a:pt x="0" y="546735"/>
                  <a:pt x="344805" y="697230"/>
                </a:cubicBezTo>
                <a:close/>
              </a:path>
            </a:pathLst>
          </a:custGeom>
          <a:solidFill>
            <a:srgbClr val="E8364E"/>
          </a:solidFill>
          <a:ln/>
        </p:spPr>
      </p:sp>
      <p:sp>
        <p:nvSpPr>
          <p:cNvPr id="32" name=""/>
          <p:cNvSpPr/>
          <p:nvPr/>
        </p:nvSpPr>
        <p:spPr>
          <a:xfrm>
            <a:off x="2247900" y="4629150"/>
            <a:ext cx="685800" cy="771525"/>
          </a:xfrm>
          <a:custGeom>
            <a:avLst/>
            <a:gdLst/>
            <a:ahLst/>
            <a:cxnLst/>
            <a:rect l="l" t="t" r="r" b="b"/>
            <a:pathLst>
              <a:path w="685800" h="771525">
                <a:moveTo>
                  <a:pt x="0" y="417195"/>
                </a:moveTo>
                <a:cubicBezTo>
                  <a:pt x="139065" y="767715"/>
                  <a:pt x="689610" y="653415"/>
                  <a:pt x="584835" y="335280"/>
                </a:cubicBezTo>
                <a:cubicBezTo>
                  <a:pt x="597217" y="0"/>
                  <a:pt x="37148" y="41910"/>
                  <a:pt x="0" y="417195"/>
                </a:cubicBezTo>
                <a:close/>
              </a:path>
            </a:pathLst>
          </a:custGeom>
          <a:solidFill>
            <a:srgbClr val="E8364E"/>
          </a:solidFill>
          <a:ln/>
        </p:spPr>
      </p:sp>
      <p:sp>
        <p:nvSpPr>
          <p:cNvPr id="33" name=""/>
          <p:cNvSpPr/>
          <p:nvPr/>
        </p:nvSpPr>
        <p:spPr>
          <a:xfrm>
            <a:off x="1962150" y="4972050"/>
            <a:ext cx="876300" cy="809625"/>
          </a:xfrm>
          <a:custGeom>
            <a:avLst/>
            <a:gdLst/>
            <a:ahLst/>
            <a:cxnLst/>
            <a:rect l="l" t="t" r="r" b="b"/>
            <a:pathLst>
              <a:path w="876300" h="809625">
                <a:moveTo>
                  <a:pt x="290513" y="80962"/>
                </a:moveTo>
                <a:cubicBezTo>
                  <a:pt x="0" y="320993"/>
                  <a:pt x="279083" y="809625"/>
                  <a:pt x="549592" y="611505"/>
                </a:cubicBezTo>
                <a:cubicBezTo>
                  <a:pt x="871538" y="520065"/>
                  <a:pt x="658178" y="0"/>
                  <a:pt x="290513" y="80962"/>
                </a:cubicBezTo>
                <a:close/>
              </a:path>
            </a:pathLst>
          </a:custGeom>
          <a:solidFill>
            <a:srgbClr val="E8364E"/>
          </a:solidFill>
          <a:ln/>
        </p:spPr>
      </p:sp>
      <p:sp>
        <p:nvSpPr>
          <p:cNvPr id="34" name=""/>
          <p:cNvSpPr/>
          <p:nvPr/>
        </p:nvSpPr>
        <p:spPr>
          <a:xfrm>
            <a:off x="1552575" y="4848225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696277" y="201930"/>
                </a:moveTo>
                <a:cubicBezTo>
                  <a:pt x="378142" y="0"/>
                  <a:pt x="0" y="416242"/>
                  <a:pt x="271463" y="612458"/>
                </a:cubicBezTo>
                <a:cubicBezTo>
                  <a:pt x="458152" y="890587"/>
                  <a:pt x="886778" y="526733"/>
                  <a:pt x="696277" y="201930"/>
                </a:cubicBezTo>
                <a:close/>
              </a:path>
            </a:pathLst>
          </a:custGeom>
          <a:solidFill>
            <a:srgbClr val="E8364E"/>
          </a:solidFill>
          <a:ln/>
        </p:spPr>
      </p:sp>
      <p:sp>
        <p:nvSpPr>
          <p:cNvPr id="35" name=""/>
          <p:cNvSpPr/>
          <p:nvPr/>
        </p:nvSpPr>
        <p:spPr>
          <a:xfrm>
            <a:off x="1524000" y="4448175"/>
            <a:ext cx="819150" cy="876300"/>
          </a:xfrm>
          <a:custGeom>
            <a:avLst/>
            <a:gdLst/>
            <a:ahLst/>
            <a:cxnLst/>
            <a:rect l="l" t="t" r="r" b="b"/>
            <a:pathLst>
              <a:path w="819150" h="876300">
                <a:moveTo>
                  <a:pt x="728663" y="596265"/>
                </a:moveTo>
                <a:cubicBezTo>
                  <a:pt x="822008" y="231458"/>
                  <a:pt x="309562" y="0"/>
                  <a:pt x="207645" y="319088"/>
                </a:cubicBezTo>
                <a:cubicBezTo>
                  <a:pt x="0" y="581978"/>
                  <a:pt x="478155" y="878205"/>
                  <a:pt x="728663" y="596265"/>
                </a:cubicBezTo>
                <a:close/>
              </a:path>
            </a:pathLst>
          </a:custGeom>
          <a:solidFill>
            <a:srgbClr val="E8364E"/>
          </a:solidFill>
          <a:ln/>
        </p:spPr>
      </p:sp>
      <p:sp>
        <p:nvSpPr>
          <p:cNvPr id="36" name=""/>
          <p:cNvSpPr/>
          <p:nvPr/>
        </p:nvSpPr>
        <p:spPr>
          <a:xfrm>
            <a:off x="2133600" y="493395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6220" y="118110"/>
                </a:moveTo>
                <a:cubicBezTo>
                  <a:pt x="236220" y="182880"/>
                  <a:pt x="182880" y="236220"/>
                  <a:pt x="118110" y="236220"/>
                </a:cubicBezTo>
                <a:cubicBezTo>
                  <a:pt x="53340" y="236220"/>
                  <a:pt x="0" y="182880"/>
                  <a:pt x="0" y="118110"/>
                </a:cubicBezTo>
                <a:cubicBezTo>
                  <a:pt x="0" y="53340"/>
                  <a:pt x="53340" y="0"/>
                  <a:pt x="118110" y="0"/>
                </a:cubicBezTo>
                <a:cubicBezTo>
                  <a:pt x="182880" y="0"/>
                  <a:pt x="236220" y="53340"/>
                  <a:pt x="236220" y="118110"/>
                </a:cubicBezTo>
                <a:close/>
              </a:path>
            </a:pathLst>
          </a:custGeom>
          <a:solidFill>
            <a:srgbClr val="B5173A"/>
          </a:solidFill>
          <a:ln/>
        </p:spPr>
      </p:sp>
      <p:sp>
        <p:nvSpPr>
          <p:cNvPr id="37" name=""/>
          <p:cNvSpPr/>
          <p:nvPr/>
        </p:nvSpPr>
        <p:spPr>
          <a:xfrm>
            <a:off x="2247900" y="4724400"/>
            <a:ext cx="342900" cy="333375"/>
          </a:xfrm>
          <a:custGeom>
            <a:avLst/>
            <a:gdLst/>
            <a:ahLst/>
            <a:cxnLst/>
            <a:rect l="l" t="t" r="r" b="b"/>
            <a:pathLst>
              <a:path w="342900" h="333375">
                <a:moveTo>
                  <a:pt x="0" y="328613"/>
                </a:moveTo>
                <a:cubicBezTo>
                  <a:pt x="122873" y="251460"/>
                  <a:pt x="275272" y="103822"/>
                  <a:pt x="340042" y="0"/>
                </a:cubicBezTo>
                <a:cubicBezTo>
                  <a:pt x="234315" y="60960"/>
                  <a:pt x="81915" y="208597"/>
                  <a:pt x="0" y="328613"/>
                </a:cubicBezTo>
                <a:close/>
              </a:path>
            </a:pathLst>
          </a:custGeom>
          <a:solidFill>
            <a:srgbClr val="B5173A"/>
          </a:solidFill>
          <a:ln/>
        </p:spPr>
      </p:sp>
      <p:sp>
        <p:nvSpPr>
          <p:cNvPr id="38" name=""/>
          <p:cNvSpPr/>
          <p:nvPr/>
        </p:nvSpPr>
        <p:spPr>
          <a:xfrm>
            <a:off x="2533650" y="4667250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6680" y="52388"/>
                </a:moveTo>
                <a:cubicBezTo>
                  <a:pt x="106680" y="81915"/>
                  <a:pt x="82867" y="105728"/>
                  <a:pt x="53340" y="105728"/>
                </a:cubicBezTo>
                <a:cubicBezTo>
                  <a:pt x="23812" y="105728"/>
                  <a:pt x="0" y="81915"/>
                  <a:pt x="0" y="52388"/>
                </a:cubicBezTo>
                <a:cubicBezTo>
                  <a:pt x="0" y="23812"/>
                  <a:pt x="23812" y="0"/>
                  <a:pt x="53340" y="0"/>
                </a:cubicBezTo>
                <a:cubicBezTo>
                  <a:pt x="82867" y="0"/>
                  <a:pt x="106680" y="23812"/>
                  <a:pt x="106680" y="52388"/>
                </a:cubicBezTo>
                <a:close/>
              </a:path>
            </a:pathLst>
          </a:custGeom>
          <a:solidFill>
            <a:srgbClr val="FFD24A"/>
          </a:solidFill>
          <a:ln/>
        </p:spPr>
      </p:sp>
      <p:sp>
        <p:nvSpPr>
          <p:cNvPr id="39" name=""/>
          <p:cNvSpPr/>
          <p:nvPr/>
        </p:nvSpPr>
        <p:spPr>
          <a:xfrm>
            <a:off x="9448800" y="1304925"/>
            <a:ext cx="571500" cy="419100"/>
          </a:xfrm>
          <a:custGeom>
            <a:avLst/>
            <a:gdLst/>
            <a:ahLst/>
            <a:cxnLst/>
            <a:rect l="l" t="t" r="r" b="b"/>
            <a:pathLst>
              <a:path w="571500" h="419100">
                <a:moveTo>
                  <a:pt x="572453" y="317183"/>
                </a:moveTo>
                <a:cubicBezTo>
                  <a:pt x="459105" y="93345"/>
                  <a:pt x="201930" y="0"/>
                  <a:pt x="0" y="108585"/>
                </a:cubicBezTo>
                <a:cubicBezTo>
                  <a:pt x="83820" y="321945"/>
                  <a:pt x="341947" y="415290"/>
                  <a:pt x="572453" y="317183"/>
                </a:cubicBezTo>
                <a:close/>
              </a:path>
            </a:pathLst>
          </a:custGeom>
          <a:solidFill>
            <a:srgbClr val="2E9E64"/>
          </a:solidFill>
          <a:ln/>
        </p:spPr>
      </p:sp>
      <p:sp>
        <p:nvSpPr>
          <p:cNvPr id="40" name=""/>
          <p:cNvSpPr/>
          <p:nvPr/>
        </p:nvSpPr>
        <p:spPr>
          <a:xfrm>
            <a:off x="9715500" y="1162050"/>
            <a:ext cx="523875" cy="457200"/>
          </a:xfrm>
          <a:custGeom>
            <a:avLst/>
            <a:gdLst/>
            <a:ahLst/>
            <a:cxnLst/>
            <a:rect l="l" t="t" r="r" b="b"/>
            <a:pathLst>
              <a:path w="523875" h="457200">
                <a:moveTo>
                  <a:pt x="307657" y="458152"/>
                </a:moveTo>
                <a:cubicBezTo>
                  <a:pt x="522922" y="345757"/>
                  <a:pt x="412432" y="0"/>
                  <a:pt x="215265" y="88582"/>
                </a:cubicBezTo>
                <a:cubicBezTo>
                  <a:pt x="0" y="102870"/>
                  <a:pt x="64770" y="460057"/>
                  <a:pt x="307657" y="458152"/>
                </a:cubicBezTo>
                <a:close/>
              </a:path>
            </a:pathLst>
          </a:custGeom>
          <a:solidFill>
            <a:srgbClr val="FF6F91"/>
          </a:solidFill>
          <a:ln/>
        </p:spPr>
      </p:sp>
      <p:sp>
        <p:nvSpPr>
          <p:cNvPr id="41" name=""/>
          <p:cNvSpPr/>
          <p:nvPr/>
        </p:nvSpPr>
        <p:spPr>
          <a:xfrm>
            <a:off x="9944100" y="1219200"/>
            <a:ext cx="542925" cy="571500"/>
          </a:xfrm>
          <a:custGeom>
            <a:avLst/>
            <a:gdLst/>
            <a:ahLst/>
            <a:cxnLst/>
            <a:rect l="l" t="t" r="r" b="b"/>
            <a:pathLst>
              <a:path w="542925" h="571500">
                <a:moveTo>
                  <a:pt x="77152" y="401955"/>
                </a:moveTo>
                <a:cubicBezTo>
                  <a:pt x="250507" y="572453"/>
                  <a:pt x="544830" y="360045"/>
                  <a:pt x="400050" y="200025"/>
                </a:cubicBezTo>
                <a:cubicBezTo>
                  <a:pt x="320040" y="0"/>
                  <a:pt x="0" y="171450"/>
                  <a:pt x="77152" y="401955"/>
                </a:cubicBezTo>
                <a:close/>
              </a:path>
            </a:pathLst>
          </a:custGeom>
          <a:solidFill>
            <a:srgbClr val="FF6F91"/>
          </a:solidFill>
          <a:ln/>
        </p:spPr>
      </p:sp>
      <p:sp>
        <p:nvSpPr>
          <p:cNvPr id="42" name=""/>
          <p:cNvSpPr/>
          <p:nvPr/>
        </p:nvSpPr>
        <p:spPr>
          <a:xfrm>
            <a:off x="9915525" y="1476375"/>
            <a:ext cx="561975" cy="581025"/>
          </a:xfrm>
          <a:custGeom>
            <a:avLst/>
            <a:gdLst/>
            <a:ahLst/>
            <a:cxnLst/>
            <a:rect l="l" t="t" r="r" b="b"/>
            <a:pathLst>
              <a:path w="561975" h="581025">
                <a:moveTo>
                  <a:pt x="107632" y="143827"/>
                </a:moveTo>
                <a:cubicBezTo>
                  <a:pt x="0" y="361950"/>
                  <a:pt x="292418" y="576262"/>
                  <a:pt x="399097" y="388620"/>
                </a:cubicBezTo>
                <a:cubicBezTo>
                  <a:pt x="565785" y="250507"/>
                  <a:pt x="302895" y="0"/>
                  <a:pt x="107632" y="143827"/>
                </a:cubicBezTo>
                <a:close/>
              </a:path>
            </a:pathLst>
          </a:custGeom>
          <a:solidFill>
            <a:srgbClr val="FF6F91"/>
          </a:solidFill>
          <a:ln/>
        </p:spPr>
      </p:sp>
      <p:sp>
        <p:nvSpPr>
          <p:cNvPr id="43" name=""/>
          <p:cNvSpPr/>
          <p:nvPr/>
        </p:nvSpPr>
        <p:spPr>
          <a:xfrm>
            <a:off x="9667875" y="1581150"/>
            <a:ext cx="552450" cy="504825"/>
          </a:xfrm>
          <a:custGeom>
            <a:avLst/>
            <a:gdLst/>
            <a:ahLst/>
            <a:cxnLst/>
            <a:rect l="l" t="t" r="r" b="b"/>
            <a:pathLst>
              <a:path w="552450" h="504825">
                <a:moveTo>
                  <a:pt x="354330" y="35242"/>
                </a:moveTo>
                <a:cubicBezTo>
                  <a:pt x="114300" y="0"/>
                  <a:pt x="0" y="343852"/>
                  <a:pt x="211455" y="388620"/>
                </a:cubicBezTo>
                <a:cubicBezTo>
                  <a:pt x="394335" y="503872"/>
                  <a:pt x="551498" y="177165"/>
                  <a:pt x="354330" y="35242"/>
                </a:cubicBezTo>
                <a:close/>
              </a:path>
            </a:pathLst>
          </a:custGeom>
          <a:solidFill>
            <a:srgbClr val="FF6F91"/>
          </a:solidFill>
          <a:ln/>
        </p:spPr>
      </p:sp>
      <p:sp>
        <p:nvSpPr>
          <p:cNvPr id="44" name=""/>
          <p:cNvSpPr/>
          <p:nvPr/>
        </p:nvSpPr>
        <p:spPr>
          <a:xfrm>
            <a:off x="9591675" y="1381125"/>
            <a:ext cx="428625" cy="476250"/>
          </a:xfrm>
          <a:custGeom>
            <a:avLst/>
            <a:gdLst/>
            <a:ahLst/>
            <a:cxnLst/>
            <a:rect l="l" t="t" r="r" b="b"/>
            <a:pathLst>
              <a:path w="428625" h="476250">
                <a:moveTo>
                  <a:pt x="432435" y="240983"/>
                </a:moveTo>
                <a:cubicBezTo>
                  <a:pt x="391478" y="953"/>
                  <a:pt x="29528" y="0"/>
                  <a:pt x="52388" y="214313"/>
                </a:cubicBezTo>
                <a:cubicBezTo>
                  <a:pt x="0" y="423862"/>
                  <a:pt x="359092" y="472440"/>
                  <a:pt x="432435" y="240983"/>
                </a:cubicBezTo>
                <a:close/>
              </a:path>
            </a:pathLst>
          </a:custGeom>
          <a:solidFill>
            <a:srgbClr val="FF6F91"/>
          </a:solidFill>
          <a:ln/>
        </p:spPr>
      </p:sp>
      <p:sp>
        <p:nvSpPr>
          <p:cNvPr id="45" name=""/>
          <p:cNvSpPr/>
          <p:nvPr/>
        </p:nvSpPr>
        <p:spPr>
          <a:xfrm>
            <a:off x="9944100" y="1543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118110"/>
                  <a:pt x="118110" y="152400"/>
                  <a:pt x="76200" y="152400"/>
                </a:cubicBezTo>
                <a:cubicBezTo>
                  <a:pt x="34290" y="152400"/>
                  <a:pt x="0" y="118110"/>
                  <a:pt x="0" y="76200"/>
                </a:cubicBezTo>
                <a:cubicBezTo>
                  <a:pt x="0" y="34290"/>
                  <a:pt x="34290" y="0"/>
                  <a:pt x="76200" y="0"/>
                </a:cubicBezTo>
                <a:cubicBezTo>
                  <a:pt x="118110" y="0"/>
                  <a:pt x="152400" y="34290"/>
                  <a:pt x="152400" y="76200"/>
                </a:cubicBezTo>
                <a:close/>
              </a:path>
            </a:pathLst>
          </a:custGeom>
          <a:solidFill>
            <a:srgbClr val="D63A6A"/>
          </a:solidFill>
          <a:ln/>
        </p:spPr>
      </p:sp>
      <p:sp>
        <p:nvSpPr>
          <p:cNvPr id="46" name=""/>
          <p:cNvSpPr/>
          <p:nvPr/>
        </p:nvSpPr>
        <p:spPr>
          <a:xfrm>
            <a:off x="10020300" y="1333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282892"/>
                </a:moveTo>
                <a:cubicBezTo>
                  <a:pt x="52388" y="204787"/>
                  <a:pt x="102870" y="78105"/>
                  <a:pt x="114300" y="0"/>
                </a:cubicBezTo>
                <a:cubicBezTo>
                  <a:pt x="67627" y="63817"/>
                  <a:pt x="16193" y="190500"/>
                  <a:pt x="0" y="282892"/>
                </a:cubicBezTo>
                <a:close/>
              </a:path>
            </a:pathLst>
          </a:custGeom>
          <a:solidFill>
            <a:srgbClr val="D63A6A"/>
          </a:solidFill>
          <a:ln/>
        </p:spPr>
      </p:sp>
      <p:sp>
        <p:nvSpPr>
          <p:cNvPr id="47" name=""/>
          <p:cNvSpPr/>
          <p:nvPr/>
        </p:nvSpPr>
        <p:spPr>
          <a:xfrm>
            <a:off x="10096500" y="1304925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68580" y="34290"/>
                </a:moveTo>
                <a:cubicBezTo>
                  <a:pt x="68580" y="53340"/>
                  <a:pt x="53340" y="68580"/>
                  <a:pt x="34290" y="68580"/>
                </a:cubicBezTo>
                <a:cubicBezTo>
                  <a:pt x="15240" y="68580"/>
                  <a:pt x="0" y="53340"/>
                  <a:pt x="0" y="34290"/>
                </a:cubicBezTo>
                <a:cubicBezTo>
                  <a:pt x="0" y="15240"/>
                  <a:pt x="15240" y="0"/>
                  <a:pt x="34290" y="0"/>
                </a:cubicBezTo>
                <a:cubicBezTo>
                  <a:pt x="53340" y="0"/>
                  <a:pt x="68580" y="15240"/>
                  <a:pt x="68580" y="34290"/>
                </a:cubicBezTo>
                <a:close/>
              </a:path>
            </a:pathLst>
          </a:custGeom>
          <a:solidFill>
            <a:srgbClr val="FFD2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877300" y="390525"/>
            <a:ext cx="2705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01065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220200" y="466725"/>
            <a:ext cx="17621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TODAY'S THEME</a:t>
            </a:r>
          </a:p>
        </p:txBody>
      </p:sp>
      <p:sp>
        <p:nvSpPr>
          <p:cNvPr id="7" name=""/>
          <p:cNvSpPr txBox="1"/>
          <p:nvPr/>
        </p:nvSpPr>
        <p:spPr>
          <a:xfrm>
            <a:off x="10553700" y="447675"/>
            <a:ext cx="13335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今日のテーマ</a:t>
            </a:r>
          </a:p>
        </p:txBody>
      </p:sp>
      <p:sp>
        <p:nvSpPr>
          <p:cNvPr id="8" name=""/>
          <p:cNvSpPr/>
          <p:nvPr/>
        </p:nvSpPr>
        <p:spPr>
          <a:xfrm>
            <a:off x="609600" y="1647825"/>
            <a:ext cx="1362075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9" name=""/>
          <p:cNvSpPr txBox="1"/>
          <p:nvPr/>
        </p:nvSpPr>
        <p:spPr>
          <a:xfrm>
            <a:off x="742950" y="1695450"/>
            <a:ext cx="16002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SPECIAL GUEST</a:t>
            </a:r>
          </a:p>
        </p:txBody>
      </p:sp>
      <p:sp>
        <p:nvSpPr>
          <p:cNvPr id="10" name=""/>
          <p:cNvSpPr txBox="1"/>
          <p:nvPr/>
        </p:nvSpPr>
        <p:spPr>
          <a:xfrm>
            <a:off x="2105025" y="1619250"/>
            <a:ext cx="16478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A2238"/>
                </a:solidFill>
                <a:latin typeface="Noto Sans JP"/>
                <a:ea typeface="Noto Sans JP"/>
              </a:rPr>
              <a:t>Scott先生</a:t>
            </a:r>
          </a:p>
        </p:txBody>
      </p:sp>
      <p:sp>
        <p:nvSpPr>
          <p:cNvPr id="11" name=""/>
          <p:cNvSpPr txBox="1"/>
          <p:nvPr/>
        </p:nvSpPr>
        <p:spPr>
          <a:xfrm>
            <a:off x="609600" y="2114550"/>
            <a:ext cx="5200650" cy="7715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200" b="1">
                <a:solidFill>
                  <a:srgbClr val="1A2238"/>
                </a:solidFill>
                <a:latin typeface="Noto Sans JP"/>
                <a:ea typeface="Noto Sans JP"/>
              </a:rPr>
              <a:t>ネイティブっぽく</a:t>
            </a:r>
          </a:p>
        </p:txBody>
      </p:sp>
      <p:sp>
        <p:nvSpPr>
          <p:cNvPr id="12" name=""/>
          <p:cNvSpPr txBox="1"/>
          <p:nvPr/>
        </p:nvSpPr>
        <p:spPr>
          <a:xfrm>
            <a:off x="609600" y="2838450"/>
            <a:ext cx="9544050" cy="7715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200" b="1">
                <a:solidFill>
                  <a:srgbClr val="F0521E"/>
                </a:solidFill>
                <a:latin typeface="Noto Sans JP"/>
                <a:ea typeface="Noto Sans JP"/>
              </a:rPr>
              <a:t>長い文章</a:t>
            </a:r>
            <a:pPr/>
            <a:r>
              <a:rPr sz="4200" b="1">
                <a:solidFill>
                  <a:srgbClr val="1A2238"/>
                </a:solidFill>
                <a:latin typeface="Noto Sans JP"/>
                <a:ea typeface="Noto Sans JP"/>
              </a:rPr>
              <a:t>で話せるようになる方法</a:t>
            </a:r>
          </a:p>
        </p:txBody>
      </p:sp>
      <p:sp>
        <p:nvSpPr>
          <p:cNvPr id="13" name=""/>
          <p:cNvSpPr/>
          <p:nvPr/>
        </p:nvSpPr>
        <p:spPr>
          <a:xfrm>
            <a:off x="609600" y="3971925"/>
            <a:ext cx="2619375" cy="1571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4" name=""/>
          <p:cNvSpPr/>
          <p:nvPr/>
        </p:nvSpPr>
        <p:spPr>
          <a:xfrm>
            <a:off x="838200" y="4181475"/>
            <a:ext cx="381000" cy="3810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15" name=""/>
          <p:cNvSpPr txBox="1"/>
          <p:nvPr/>
        </p:nvSpPr>
        <p:spPr>
          <a:xfrm>
            <a:off x="819150" y="4248150"/>
            <a:ext cx="4191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16" name=""/>
          <p:cNvSpPr txBox="1"/>
          <p:nvPr/>
        </p:nvSpPr>
        <p:spPr>
          <a:xfrm>
            <a:off x="838200" y="4695825"/>
            <a:ext cx="1895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A2238"/>
                </a:solidFill>
                <a:latin typeface="Noto Sans JP"/>
                <a:ea typeface="Noto Sans JP"/>
              </a:rPr>
              <a:t>I will ＋ 動詞</a:t>
            </a:r>
          </a:p>
        </p:txBody>
      </p:sp>
      <p:sp>
        <p:nvSpPr>
          <p:cNvPr id="17" name=""/>
          <p:cNvSpPr txBox="1"/>
          <p:nvPr/>
        </p:nvSpPr>
        <p:spPr>
          <a:xfrm>
            <a:off x="838200" y="508635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未来のことを言う</a:t>
            </a:r>
          </a:p>
        </p:txBody>
      </p:sp>
      <p:sp>
        <p:nvSpPr>
          <p:cNvPr id="18" name=""/>
          <p:cNvSpPr/>
          <p:nvPr/>
        </p:nvSpPr>
        <p:spPr>
          <a:xfrm>
            <a:off x="3400425" y="3971925"/>
            <a:ext cx="2619375" cy="1571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9" name=""/>
          <p:cNvSpPr/>
          <p:nvPr/>
        </p:nvSpPr>
        <p:spPr>
          <a:xfrm>
            <a:off x="3629025" y="4181475"/>
            <a:ext cx="381000" cy="3810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0" name=""/>
          <p:cNvSpPr txBox="1"/>
          <p:nvPr/>
        </p:nvSpPr>
        <p:spPr>
          <a:xfrm>
            <a:off x="3581400" y="4248150"/>
            <a:ext cx="4667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21" name=""/>
          <p:cNvSpPr txBox="1"/>
          <p:nvPr/>
        </p:nvSpPr>
        <p:spPr>
          <a:xfrm>
            <a:off x="3629025" y="4695825"/>
            <a:ext cx="20383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A2238"/>
                </a:solidFill>
                <a:latin typeface="Noto Sans JP"/>
                <a:ea typeface="Noto Sans JP"/>
              </a:rPr>
              <a:t>前置詞 ＋ 名詞</a:t>
            </a:r>
          </a:p>
        </p:txBody>
      </p:sp>
      <p:sp>
        <p:nvSpPr>
          <p:cNvPr id="22" name=""/>
          <p:cNvSpPr txBox="1"/>
          <p:nvPr/>
        </p:nvSpPr>
        <p:spPr>
          <a:xfrm>
            <a:off x="3629025" y="508635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文を長くする</a:t>
            </a:r>
          </a:p>
        </p:txBody>
      </p:sp>
      <p:sp>
        <p:nvSpPr>
          <p:cNvPr id="23" name=""/>
          <p:cNvSpPr/>
          <p:nvPr/>
        </p:nvSpPr>
        <p:spPr>
          <a:xfrm>
            <a:off x="6181725" y="3971925"/>
            <a:ext cx="2619375" cy="1571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4" name=""/>
          <p:cNvSpPr/>
          <p:nvPr/>
        </p:nvSpPr>
        <p:spPr>
          <a:xfrm>
            <a:off x="6410325" y="4181475"/>
            <a:ext cx="381000" cy="3810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5" name=""/>
          <p:cNvSpPr txBox="1"/>
          <p:nvPr/>
        </p:nvSpPr>
        <p:spPr>
          <a:xfrm>
            <a:off x="6362700" y="4248150"/>
            <a:ext cx="476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sp>
        <p:nvSpPr>
          <p:cNvPr id="26" name=""/>
          <p:cNvSpPr txBox="1"/>
          <p:nvPr/>
        </p:nvSpPr>
        <p:spPr>
          <a:xfrm>
            <a:off x="6410325" y="4695825"/>
            <a:ext cx="18764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A2238"/>
                </a:solidFill>
                <a:latin typeface="Noto Sans JP"/>
                <a:ea typeface="Noto Sans JP"/>
              </a:rPr>
              <a:t>I can ＋ 動詞</a:t>
            </a:r>
          </a:p>
        </p:txBody>
      </p:sp>
      <p:sp>
        <p:nvSpPr>
          <p:cNvPr id="27" name=""/>
          <p:cNvSpPr txBox="1"/>
          <p:nvPr/>
        </p:nvSpPr>
        <p:spPr>
          <a:xfrm>
            <a:off x="6410325" y="508635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will との違い</a:t>
            </a:r>
          </a:p>
        </p:txBody>
      </p:sp>
      <p:sp>
        <p:nvSpPr>
          <p:cNvPr id="28" name=""/>
          <p:cNvSpPr/>
          <p:nvPr/>
        </p:nvSpPr>
        <p:spPr>
          <a:xfrm>
            <a:off x="8972550" y="3971925"/>
            <a:ext cx="2619375" cy="1571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9" name=""/>
          <p:cNvSpPr/>
          <p:nvPr/>
        </p:nvSpPr>
        <p:spPr>
          <a:xfrm>
            <a:off x="9201150" y="4181475"/>
            <a:ext cx="381000" cy="3810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0" name=""/>
          <p:cNvSpPr txBox="1"/>
          <p:nvPr/>
        </p:nvSpPr>
        <p:spPr>
          <a:xfrm>
            <a:off x="9144000" y="4248150"/>
            <a:ext cx="4857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4</a:t>
            </a:r>
          </a:p>
        </p:txBody>
      </p:sp>
      <p:sp>
        <p:nvSpPr>
          <p:cNvPr id="31" name=""/>
          <p:cNvSpPr txBox="1"/>
          <p:nvPr/>
        </p:nvSpPr>
        <p:spPr>
          <a:xfrm>
            <a:off x="9201150" y="4695825"/>
            <a:ext cx="16573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A2238"/>
                </a:solidFill>
                <a:latin typeface="Noto Sans JP"/>
                <a:ea typeface="Noto Sans JP"/>
              </a:rPr>
              <a:t>瞬間英作文</a:t>
            </a:r>
          </a:p>
        </p:txBody>
      </p:sp>
      <p:sp>
        <p:nvSpPr>
          <p:cNvPr id="32" name=""/>
          <p:cNvSpPr txBox="1"/>
          <p:nvPr/>
        </p:nvSpPr>
        <p:spPr>
          <a:xfrm>
            <a:off x="9201150" y="508635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will と can で練習</a:t>
            </a:r>
          </a:p>
        </p:txBody>
      </p:sp>
      <p:sp>
        <p:nvSpPr>
          <p:cNvPr id="3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10220325" y="390525"/>
            <a:ext cx="13620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1035367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10563225" y="466725"/>
            <a:ext cx="9144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STEP 1</a:t>
            </a:r>
          </a:p>
        </p:txBody>
      </p:sp>
      <p:sp>
        <p:nvSpPr>
          <p:cNvPr id="7" name=""/>
          <p:cNvSpPr txBox="1"/>
          <p:nvPr/>
        </p:nvSpPr>
        <p:spPr>
          <a:xfrm>
            <a:off x="1115377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990600"/>
            <a:ext cx="136207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GRAMMAR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1181100"/>
            <a:ext cx="73342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未来のことは </a:t>
            </a:r>
            <a:pPr/>
            <a:r>
              <a:rPr sz="3300" b="1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 ひとつでOK！</a:t>
            </a:r>
          </a:p>
        </p:txBody>
      </p:sp>
      <p:sp>
        <p:nvSpPr>
          <p:cNvPr id="10" name=""/>
          <p:cNvSpPr/>
          <p:nvPr/>
        </p:nvSpPr>
        <p:spPr>
          <a:xfrm>
            <a:off x="609600" y="2362200"/>
            <a:ext cx="2190750" cy="1038225"/>
          </a:xfrm>
          <a:prstGeom prst="roundRect">
            <a:avLst>
              <a:gd name="adj" fmla="val 20183"/>
            </a:avLst>
          </a:prstGeom>
          <a:solidFill>
            <a:srgbClr val="F0521E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1" name=""/>
          <p:cNvSpPr txBox="1"/>
          <p:nvPr/>
        </p:nvSpPr>
        <p:spPr>
          <a:xfrm>
            <a:off x="1314450" y="2514600"/>
            <a:ext cx="1228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FFFFFF"/>
                </a:solidFill>
                <a:latin typeface="DM Sans"/>
                <a:ea typeface="DM Sans"/>
              </a:rPr>
              <a:t>I will</a:t>
            </a:r>
          </a:p>
        </p:txBody>
      </p:sp>
      <p:sp>
        <p:nvSpPr>
          <p:cNvPr id="12" name=""/>
          <p:cNvSpPr txBox="1"/>
          <p:nvPr/>
        </p:nvSpPr>
        <p:spPr>
          <a:xfrm>
            <a:off x="1343025" y="3028950"/>
            <a:ext cx="1162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FFFFFF"/>
                </a:solidFill>
                <a:latin typeface="Noto Sans JP"/>
                <a:ea typeface="Noto Sans JP"/>
              </a:rPr>
              <a:t>未来・意志</a:t>
            </a:r>
          </a:p>
        </p:txBody>
      </p:sp>
      <p:sp>
        <p:nvSpPr>
          <p:cNvPr id="13" name=""/>
          <p:cNvSpPr txBox="1"/>
          <p:nvPr/>
        </p:nvSpPr>
        <p:spPr>
          <a:xfrm>
            <a:off x="2971800" y="2705100"/>
            <a:ext cx="6286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14" name=""/>
          <p:cNvSpPr/>
          <p:nvPr/>
        </p:nvSpPr>
        <p:spPr>
          <a:xfrm>
            <a:off x="3390900" y="2362200"/>
            <a:ext cx="2190750" cy="1028700"/>
          </a:xfrm>
          <a:prstGeom prst="roundRect">
            <a:avLst>
              <a:gd name="adj" fmla="val 203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 txBox="1"/>
          <p:nvPr/>
        </p:nvSpPr>
        <p:spPr>
          <a:xfrm>
            <a:off x="3676650" y="2514600"/>
            <a:ext cx="22098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6" name=""/>
          <p:cNvSpPr txBox="1"/>
          <p:nvPr/>
        </p:nvSpPr>
        <p:spPr>
          <a:xfrm>
            <a:off x="4000500" y="3019425"/>
            <a:ext cx="14573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ing はつけない</a:t>
            </a:r>
          </a:p>
        </p:txBody>
      </p:sp>
      <p:sp>
        <p:nvSpPr>
          <p:cNvPr id="17" name=""/>
          <p:cNvSpPr txBox="1"/>
          <p:nvPr/>
        </p:nvSpPr>
        <p:spPr>
          <a:xfrm>
            <a:off x="5753100" y="2705100"/>
            <a:ext cx="6286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18" name=""/>
          <p:cNvSpPr/>
          <p:nvPr/>
        </p:nvSpPr>
        <p:spPr>
          <a:xfrm>
            <a:off x="6172200" y="2362200"/>
            <a:ext cx="2190750" cy="1028700"/>
          </a:xfrm>
          <a:prstGeom prst="roundRect">
            <a:avLst>
              <a:gd name="adj" fmla="val 203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9" name=""/>
          <p:cNvSpPr txBox="1"/>
          <p:nvPr/>
        </p:nvSpPr>
        <p:spPr>
          <a:xfrm>
            <a:off x="6781800" y="2514600"/>
            <a:ext cx="145732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20" name=""/>
          <p:cNvSpPr txBox="1"/>
          <p:nvPr/>
        </p:nvSpPr>
        <p:spPr>
          <a:xfrm>
            <a:off x="7058025" y="3019425"/>
            <a:ext cx="8382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なにを</a:t>
            </a:r>
          </a:p>
        </p:txBody>
      </p:sp>
      <p:sp>
        <p:nvSpPr>
          <p:cNvPr id="21" name=""/>
          <p:cNvSpPr/>
          <p:nvPr/>
        </p:nvSpPr>
        <p:spPr>
          <a:xfrm>
            <a:off x="609600" y="3667125"/>
            <a:ext cx="409575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22" name=""/>
          <p:cNvSpPr txBox="1"/>
          <p:nvPr/>
        </p:nvSpPr>
        <p:spPr>
          <a:xfrm>
            <a:off x="742950" y="3714750"/>
            <a:ext cx="5048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例</a:t>
            </a:r>
          </a:p>
        </p:txBody>
      </p:sp>
      <p:sp>
        <p:nvSpPr>
          <p:cNvPr id="23" name=""/>
          <p:cNvSpPr txBox="1"/>
          <p:nvPr/>
        </p:nvSpPr>
        <p:spPr>
          <a:xfrm>
            <a:off x="1171575" y="3609975"/>
            <a:ext cx="3019425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550" b="1">
                <a:solidFill>
                  <a:srgbClr val="1A2238"/>
                </a:solidFill>
                <a:latin typeface="DM Sans"/>
                <a:ea typeface="DM Sans"/>
              </a:rPr>
              <a:t> eat lunch.</a:t>
            </a:r>
          </a:p>
        </p:txBody>
      </p:sp>
      <p:sp>
        <p:nvSpPr>
          <p:cNvPr id="24" name=""/>
          <p:cNvSpPr txBox="1"/>
          <p:nvPr/>
        </p:nvSpPr>
        <p:spPr>
          <a:xfrm>
            <a:off x="3657600" y="3695700"/>
            <a:ext cx="1724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ランチを食べる</a:t>
            </a:r>
          </a:p>
        </p:txBody>
      </p:sp>
      <p:sp>
        <p:nvSpPr>
          <p:cNvPr id="25" name=""/>
          <p:cNvSpPr/>
          <p:nvPr/>
        </p:nvSpPr>
        <p:spPr>
          <a:xfrm>
            <a:off x="609600" y="4248150"/>
            <a:ext cx="10972800" cy="1638300"/>
          </a:xfrm>
          <a:prstGeom prst="roundRect">
            <a:avLst>
              <a:gd name="adj" fmla="val 11628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6" name=""/>
          <p:cNvSpPr txBox="1"/>
          <p:nvPr/>
        </p:nvSpPr>
        <p:spPr>
          <a:xfrm>
            <a:off x="1409700" y="4410075"/>
            <a:ext cx="38195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A2238"/>
                </a:solidFill>
                <a:latin typeface="Noto Sans JP"/>
                <a:ea typeface="Noto Sans JP"/>
              </a:rPr>
              <a:t>will ひとつで、未来のことが言える</a:t>
            </a:r>
          </a:p>
        </p:txBody>
      </p:sp>
      <p:sp>
        <p:nvSpPr>
          <p:cNvPr id="27" name=""/>
          <p:cNvSpPr/>
          <p:nvPr/>
        </p:nvSpPr>
        <p:spPr>
          <a:xfrm>
            <a:off x="876300" y="4429125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28" name=""/>
          <p:cNvSpPr txBox="1"/>
          <p:nvPr/>
        </p:nvSpPr>
        <p:spPr>
          <a:xfrm>
            <a:off x="800100" y="4476750"/>
            <a:ext cx="56197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C23B12"/>
                </a:solidFill>
                <a:latin typeface="DM Sans"/>
                <a:ea typeface="DM Sans"/>
              </a:rPr>
              <a:t>OK</a:t>
            </a:r>
          </a:p>
        </p:txBody>
      </p:sp>
      <p:sp>
        <p:nvSpPr>
          <p:cNvPr id="29" name=""/>
          <p:cNvSpPr/>
          <p:nvPr/>
        </p:nvSpPr>
        <p:spPr>
          <a:xfrm>
            <a:off x="876300" y="4810125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30" name=""/>
          <p:cNvSpPr txBox="1"/>
          <p:nvPr/>
        </p:nvSpPr>
        <p:spPr>
          <a:xfrm>
            <a:off x="1409700" y="4924425"/>
            <a:ext cx="38385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A2238"/>
                </a:solidFill>
                <a:latin typeface="Noto Sans JP"/>
                <a:ea typeface="Noto Sans JP"/>
              </a:rPr>
              <a:t>明日も来週も、どんな時でも使える</a:t>
            </a:r>
          </a:p>
        </p:txBody>
      </p:sp>
      <p:sp>
        <p:nvSpPr>
          <p:cNvPr id="31" name=""/>
          <p:cNvSpPr/>
          <p:nvPr/>
        </p:nvSpPr>
        <p:spPr>
          <a:xfrm>
            <a:off x="876300" y="4943475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800100" y="4991100"/>
            <a:ext cx="56197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C23B12"/>
                </a:solidFill>
                <a:latin typeface="DM Sans"/>
                <a:ea typeface="DM Sans"/>
              </a:rPr>
              <a:t>OK</a:t>
            </a:r>
          </a:p>
        </p:txBody>
      </p:sp>
      <p:sp>
        <p:nvSpPr>
          <p:cNvPr id="33" name=""/>
          <p:cNvSpPr/>
          <p:nvPr/>
        </p:nvSpPr>
        <p:spPr>
          <a:xfrm>
            <a:off x="876300" y="5324475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34" name=""/>
          <p:cNvSpPr txBox="1"/>
          <p:nvPr/>
        </p:nvSpPr>
        <p:spPr>
          <a:xfrm>
            <a:off x="1409700" y="5438775"/>
            <a:ext cx="46577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E6780"/>
                </a:solidFill>
                <a:latin typeface="DM Sans"/>
                <a:ea typeface="DM Sans"/>
              </a:rPr>
              <a:t>I will eating</a:t>
            </a:r>
            <a:pPr/>
            <a:r>
              <a:rPr sz="1500" b="1">
                <a:solidFill>
                  <a:srgbClr val="1A2238"/>
                </a:solidFill>
                <a:latin typeface="Noto Sans JP"/>
                <a:ea typeface="Noto Sans JP"/>
              </a:rPr>
              <a:t> → </a:t>
            </a:r>
            <a:pPr/>
            <a:r>
              <a:rPr sz="1500" b="1">
                <a:solidFill>
                  <a:srgbClr val="1A2238"/>
                </a:solidFill>
                <a:latin typeface="DM Sans"/>
                <a:ea typeface="DM Sans"/>
              </a:rPr>
              <a:t>I will eat</a:t>
            </a:r>
            <a:pPr/>
            <a:r>
              <a:rPr sz="1500" b="1">
                <a:solidFill>
                  <a:srgbClr val="1A2238"/>
                </a:solidFill>
                <a:latin typeface="Noto Sans JP"/>
                <a:ea typeface="Noto Sans JP"/>
              </a:rPr>
              <a:t>（ing はつけない）</a:t>
            </a:r>
          </a:p>
        </p:txBody>
      </p:sp>
      <p:sp>
        <p:nvSpPr>
          <p:cNvPr id="35" name=""/>
          <p:cNvSpPr/>
          <p:nvPr/>
        </p:nvSpPr>
        <p:spPr>
          <a:xfrm>
            <a:off x="876300" y="5457825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E6EAF2"/>
          </a:solidFill>
          <a:ln/>
        </p:spPr>
      </p:sp>
      <p:sp>
        <p:nvSpPr>
          <p:cNvPr id="36" name=""/>
          <p:cNvSpPr txBox="1"/>
          <p:nvPr/>
        </p:nvSpPr>
        <p:spPr>
          <a:xfrm>
            <a:off x="800100" y="55054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4B5569"/>
                </a:solidFill>
                <a:latin typeface="DM Sans"/>
                <a:ea typeface="DM Sans"/>
              </a:rPr>
              <a:t>NG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10220325" y="390525"/>
            <a:ext cx="13620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1035367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10563225" y="466725"/>
            <a:ext cx="9144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STEP 1</a:t>
            </a:r>
          </a:p>
        </p:txBody>
      </p:sp>
      <p:sp>
        <p:nvSpPr>
          <p:cNvPr id="7" name=""/>
          <p:cNvSpPr txBox="1"/>
          <p:nvPr/>
        </p:nvSpPr>
        <p:spPr>
          <a:xfrm>
            <a:off x="1115377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1047750"/>
            <a:ext cx="7572375" cy="628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750" b="1" spc="-60" kern="0">
                <a:solidFill>
                  <a:srgbClr val="1A2238"/>
                </a:solidFill>
                <a:latin typeface="DM Sans"/>
                <a:ea typeface="DM Sans"/>
              </a:rPr>
              <a:t>What </a:t>
            </a:r>
            <a:pPr/>
            <a:r>
              <a:rPr sz="3750" b="1" spc="-60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3750" b="1" spc="-60" kern="0">
                <a:solidFill>
                  <a:srgbClr val="1A2238"/>
                </a:solidFill>
                <a:latin typeface="DM Sans"/>
                <a:ea typeface="DM Sans"/>
              </a:rPr>
              <a:t> you do tomorrow?</a:t>
            </a:r>
          </a:p>
        </p:txBody>
      </p:sp>
      <p:sp>
        <p:nvSpPr>
          <p:cNvPr id="9" name=""/>
          <p:cNvSpPr txBox="1"/>
          <p:nvPr/>
        </p:nvSpPr>
        <p:spPr>
          <a:xfrm>
            <a:off x="7105650" y="1276350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4B5569"/>
                </a:solidFill>
                <a:latin typeface="Noto Sans JP"/>
                <a:ea typeface="Noto Sans JP"/>
              </a:rPr>
              <a:t>明日なにするの？</a:t>
            </a:r>
          </a:p>
        </p:txBody>
      </p:sp>
      <p:sp>
        <p:nvSpPr>
          <p:cNvPr id="10" name=""/>
          <p:cNvSpPr/>
          <p:nvPr/>
        </p:nvSpPr>
        <p:spPr>
          <a:xfrm>
            <a:off x="609600" y="1905000"/>
            <a:ext cx="10972800" cy="453390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1" name=""/>
          <p:cNvSpPr/>
          <p:nvPr/>
        </p:nvSpPr>
        <p:spPr>
          <a:xfrm>
            <a:off x="952500" y="2238375"/>
            <a:ext cx="342900" cy="3429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2" name=""/>
          <p:cNvSpPr txBox="1"/>
          <p:nvPr/>
        </p:nvSpPr>
        <p:spPr>
          <a:xfrm>
            <a:off x="914400" y="2295525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13" name=""/>
          <p:cNvSpPr txBox="1"/>
          <p:nvPr/>
        </p:nvSpPr>
        <p:spPr>
          <a:xfrm>
            <a:off x="1504950" y="2209800"/>
            <a:ext cx="348615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 spc="-22" kern="0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400" b="1" spc="-22" kern="0">
                <a:solidFill>
                  <a:srgbClr val="1A2238"/>
                </a:solidFill>
                <a:latin typeface="DM Sans"/>
                <a:ea typeface="DM Sans"/>
              </a:rPr>
              <a:t> study English.</a:t>
            </a:r>
          </a:p>
        </p:txBody>
      </p:sp>
      <p:sp>
        <p:nvSpPr>
          <p:cNvPr id="14" name=""/>
          <p:cNvSpPr txBox="1"/>
          <p:nvPr/>
        </p:nvSpPr>
        <p:spPr>
          <a:xfrm>
            <a:off x="10039350" y="2286000"/>
            <a:ext cx="1724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5E6780"/>
                </a:solidFill>
                <a:latin typeface="Noto Sans JP"/>
                <a:ea typeface="Noto Sans JP"/>
              </a:rPr>
              <a:t>英語を勉強する</a:t>
            </a:r>
          </a:p>
        </p:txBody>
      </p:sp>
      <p:sp>
        <p:nvSpPr>
          <p:cNvPr id="15" name=""/>
          <p:cNvSpPr/>
          <p:nvPr/>
        </p:nvSpPr>
        <p:spPr>
          <a:xfrm>
            <a:off x="952500" y="2847975"/>
            <a:ext cx="102870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16" name=""/>
          <p:cNvSpPr/>
          <p:nvPr/>
        </p:nvSpPr>
        <p:spPr>
          <a:xfrm>
            <a:off x="952500" y="3124200"/>
            <a:ext cx="342900" cy="3429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7" name=""/>
          <p:cNvSpPr txBox="1"/>
          <p:nvPr/>
        </p:nvSpPr>
        <p:spPr>
          <a:xfrm>
            <a:off x="895350" y="31813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18" name=""/>
          <p:cNvSpPr txBox="1"/>
          <p:nvPr/>
        </p:nvSpPr>
        <p:spPr>
          <a:xfrm>
            <a:off x="1504950" y="3095625"/>
            <a:ext cx="308610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 spc="-22" kern="0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400" b="1" spc="-22" kern="0">
                <a:solidFill>
                  <a:srgbClr val="1A2238"/>
                </a:solidFill>
                <a:latin typeface="DM Sans"/>
                <a:ea typeface="DM Sans"/>
              </a:rPr>
              <a:t> play tennis.</a:t>
            </a:r>
          </a:p>
        </p:txBody>
      </p:sp>
      <p:sp>
        <p:nvSpPr>
          <p:cNvPr id="19" name=""/>
          <p:cNvSpPr txBox="1"/>
          <p:nvPr/>
        </p:nvSpPr>
        <p:spPr>
          <a:xfrm>
            <a:off x="10210800" y="3171825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5E6780"/>
                </a:solidFill>
                <a:latin typeface="Noto Sans JP"/>
                <a:ea typeface="Noto Sans JP"/>
              </a:rPr>
              <a:t>テニスをする</a:t>
            </a:r>
          </a:p>
        </p:txBody>
      </p:sp>
      <p:sp>
        <p:nvSpPr>
          <p:cNvPr id="20" name=""/>
          <p:cNvSpPr/>
          <p:nvPr/>
        </p:nvSpPr>
        <p:spPr>
          <a:xfrm>
            <a:off x="952500" y="3733800"/>
            <a:ext cx="102870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21" name=""/>
          <p:cNvSpPr/>
          <p:nvPr/>
        </p:nvSpPr>
        <p:spPr>
          <a:xfrm>
            <a:off x="952500" y="4000500"/>
            <a:ext cx="342900" cy="3429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2" name=""/>
          <p:cNvSpPr txBox="1"/>
          <p:nvPr/>
        </p:nvSpPr>
        <p:spPr>
          <a:xfrm>
            <a:off x="895350" y="40576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sp>
        <p:nvSpPr>
          <p:cNvPr id="23" name=""/>
          <p:cNvSpPr txBox="1"/>
          <p:nvPr/>
        </p:nvSpPr>
        <p:spPr>
          <a:xfrm>
            <a:off x="1504950" y="3971925"/>
            <a:ext cx="365760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 spc="-22" kern="0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400" b="1" spc="-22" kern="0">
                <a:solidFill>
                  <a:srgbClr val="1A2238"/>
                </a:solidFill>
                <a:latin typeface="DM Sans"/>
                <a:ea typeface="DM Sans"/>
              </a:rPr>
              <a:t> watch a movie.</a:t>
            </a:r>
          </a:p>
        </p:txBody>
      </p:sp>
      <p:sp>
        <p:nvSpPr>
          <p:cNvPr id="24" name=""/>
          <p:cNvSpPr txBox="1"/>
          <p:nvPr/>
        </p:nvSpPr>
        <p:spPr>
          <a:xfrm>
            <a:off x="10382250" y="4048125"/>
            <a:ext cx="13335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5E6780"/>
                </a:solidFill>
                <a:latin typeface="Noto Sans JP"/>
                <a:ea typeface="Noto Sans JP"/>
              </a:rPr>
              <a:t>映画を見る</a:t>
            </a:r>
          </a:p>
        </p:txBody>
      </p:sp>
      <p:sp>
        <p:nvSpPr>
          <p:cNvPr id="25" name=""/>
          <p:cNvSpPr/>
          <p:nvPr/>
        </p:nvSpPr>
        <p:spPr>
          <a:xfrm>
            <a:off x="952500" y="4610100"/>
            <a:ext cx="102870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26" name=""/>
          <p:cNvSpPr/>
          <p:nvPr/>
        </p:nvSpPr>
        <p:spPr>
          <a:xfrm>
            <a:off x="952500" y="4876800"/>
            <a:ext cx="342900" cy="3429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885825" y="4933950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4</a:t>
            </a:r>
          </a:p>
        </p:txBody>
      </p:sp>
      <p:sp>
        <p:nvSpPr>
          <p:cNvPr id="28" name=""/>
          <p:cNvSpPr txBox="1"/>
          <p:nvPr/>
        </p:nvSpPr>
        <p:spPr>
          <a:xfrm>
            <a:off x="1504950" y="4848225"/>
            <a:ext cx="381952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 spc="-22" kern="0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400" b="1" spc="-22" kern="0">
                <a:solidFill>
                  <a:srgbClr val="1A2238"/>
                </a:solidFill>
                <a:latin typeface="DM Sans"/>
                <a:ea typeface="DM Sans"/>
              </a:rPr>
              <a:t> meet my friend.</a:t>
            </a:r>
          </a:p>
        </p:txBody>
      </p:sp>
      <p:sp>
        <p:nvSpPr>
          <p:cNvPr id="29" name=""/>
          <p:cNvSpPr txBox="1"/>
          <p:nvPr/>
        </p:nvSpPr>
        <p:spPr>
          <a:xfrm>
            <a:off x="10382250" y="4924425"/>
            <a:ext cx="13335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5E6780"/>
                </a:solidFill>
                <a:latin typeface="Noto Sans JP"/>
                <a:ea typeface="Noto Sans JP"/>
              </a:rPr>
              <a:t>友達に会う</a:t>
            </a:r>
          </a:p>
        </p:txBody>
      </p:sp>
      <p:sp>
        <p:nvSpPr>
          <p:cNvPr id="30" name=""/>
          <p:cNvSpPr/>
          <p:nvPr/>
        </p:nvSpPr>
        <p:spPr>
          <a:xfrm>
            <a:off x="952500" y="5495925"/>
            <a:ext cx="102870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52500" y="5762625"/>
            <a:ext cx="342900" cy="3429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2" name=""/>
          <p:cNvSpPr txBox="1"/>
          <p:nvPr/>
        </p:nvSpPr>
        <p:spPr>
          <a:xfrm>
            <a:off x="895350" y="5819775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5</a:t>
            </a:r>
          </a:p>
        </p:txBody>
      </p:sp>
      <p:sp>
        <p:nvSpPr>
          <p:cNvPr id="33" name=""/>
          <p:cNvSpPr txBox="1"/>
          <p:nvPr/>
        </p:nvSpPr>
        <p:spPr>
          <a:xfrm>
            <a:off x="1504950" y="5734050"/>
            <a:ext cx="28098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 spc="-22" kern="0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400" b="1" spc="-22" kern="0">
                <a:solidFill>
                  <a:srgbClr val="1A2238"/>
                </a:solidFill>
                <a:latin typeface="DM Sans"/>
                <a:ea typeface="DM Sans"/>
              </a:rPr>
              <a:t> eat lunch.</a:t>
            </a:r>
          </a:p>
        </p:txBody>
      </p:sp>
      <p:sp>
        <p:nvSpPr>
          <p:cNvPr id="34" name=""/>
          <p:cNvSpPr txBox="1"/>
          <p:nvPr/>
        </p:nvSpPr>
        <p:spPr>
          <a:xfrm>
            <a:off x="10039350" y="5810250"/>
            <a:ext cx="1724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5E6780"/>
                </a:solidFill>
                <a:latin typeface="Noto Sans JP"/>
                <a:ea typeface="Noto Sans JP"/>
              </a:rPr>
              <a:t>ランチを食べる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401050" y="390525"/>
            <a:ext cx="31813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5344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8743950" y="466725"/>
            <a:ext cx="204787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CHALLENGE STAGE</a:t>
            </a:r>
          </a:p>
        </p:txBody>
      </p:sp>
      <p:sp>
        <p:nvSpPr>
          <p:cNvPr id="7" name=""/>
          <p:cNvSpPr txBox="1"/>
          <p:nvPr/>
        </p:nvSpPr>
        <p:spPr>
          <a:xfrm>
            <a:off x="10325100" y="447675"/>
            <a:ext cx="15906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1分間チャレンジ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1885950"/>
            <a:ext cx="30765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C23B12"/>
                </a:solidFill>
                <a:latin typeface="Caveat"/>
                <a:ea typeface="Caveat"/>
              </a:rPr>
              <a:t>Challenge Stage!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2409825"/>
            <a:ext cx="59150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1分間で、いくつ書ける？</a:t>
            </a:r>
          </a:p>
        </p:txBody>
      </p:sp>
      <p:sp>
        <p:nvSpPr>
          <p:cNvPr id="10" name=""/>
          <p:cNvSpPr/>
          <p:nvPr/>
        </p:nvSpPr>
        <p:spPr>
          <a:xfrm>
            <a:off x="609600" y="3200400"/>
            <a:ext cx="7448550" cy="1543050"/>
          </a:xfrm>
          <a:prstGeom prst="roundRect">
            <a:avLst>
              <a:gd name="adj" fmla="val 16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1" name=""/>
          <p:cNvSpPr txBox="1"/>
          <p:nvPr/>
        </p:nvSpPr>
        <p:spPr>
          <a:xfrm>
            <a:off x="933450" y="3429000"/>
            <a:ext cx="60769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 spc="-60" kern="0">
                <a:solidFill>
                  <a:srgbClr val="1A2238"/>
                </a:solidFill>
                <a:latin typeface="DM Sans"/>
                <a:ea typeface="DM Sans"/>
              </a:rPr>
              <a:t>What </a:t>
            </a:r>
            <a:pPr/>
            <a:r>
              <a:rPr sz="3000" b="1" spc="-60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3000" b="1" spc="-60" kern="0">
                <a:solidFill>
                  <a:srgbClr val="1A2238"/>
                </a:solidFill>
                <a:latin typeface="DM Sans"/>
                <a:ea typeface="DM Sans"/>
              </a:rPr>
              <a:t> you do tomorrow?</a:t>
            </a:r>
          </a:p>
        </p:txBody>
      </p:sp>
      <p:sp>
        <p:nvSpPr>
          <p:cNvPr id="12" name=""/>
          <p:cNvSpPr txBox="1"/>
          <p:nvPr/>
        </p:nvSpPr>
        <p:spPr>
          <a:xfrm>
            <a:off x="933450" y="4067175"/>
            <a:ext cx="3181350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5E6780"/>
                </a:solidFill>
                <a:latin typeface="DM Sans"/>
                <a:ea typeface="DM Sans"/>
              </a:rPr>
              <a:t>I will </a:t>
            </a:r>
            <a:pPr/>
            <a:r>
              <a:rPr sz="2550" b="1">
                <a:solidFill>
                  <a:srgbClr val="5E6780"/>
                </a:solidFill>
                <a:latin typeface="Noto Sans JP"/>
                <a:ea typeface="Noto Sans JP"/>
              </a:rPr>
              <a:t>＿＿＿＿＿</a:t>
            </a:r>
            <a:pPr/>
            <a:r>
              <a:rPr sz="2550" b="1">
                <a:solidFill>
                  <a:srgbClr val="5E678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3" name=""/>
          <p:cNvSpPr txBox="1"/>
          <p:nvPr/>
        </p:nvSpPr>
        <p:spPr>
          <a:xfrm>
            <a:off x="2009775" y="4943475"/>
            <a:ext cx="36004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A2238"/>
                </a:solidFill>
                <a:latin typeface="Noto Sans JP"/>
                <a:ea typeface="Noto Sans JP"/>
              </a:rPr>
              <a:t>英語で、どんどん書き込んでね！</a:t>
            </a:r>
          </a:p>
        </p:txBody>
      </p:sp>
      <p:sp>
        <p:nvSpPr>
          <p:cNvPr id="14" name=""/>
          <p:cNvSpPr/>
          <p:nvPr/>
        </p:nvSpPr>
        <p:spPr>
          <a:xfrm>
            <a:off x="609600" y="4933950"/>
            <a:ext cx="1266825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15" name=""/>
          <p:cNvSpPr txBox="1"/>
          <p:nvPr/>
        </p:nvSpPr>
        <p:spPr>
          <a:xfrm>
            <a:off x="742950" y="49815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チャットで参加</a:t>
            </a:r>
          </a:p>
        </p:txBody>
      </p:sp>
      <p:sp>
        <p:nvSpPr>
          <p:cNvPr id="16" name=""/>
          <p:cNvSpPr/>
          <p:nvPr/>
        </p:nvSpPr>
        <p:spPr>
          <a:xfrm>
            <a:off x="8582025" y="2152650"/>
            <a:ext cx="2857500" cy="2857500"/>
          </a:xfrm>
          <a:prstGeom prst="ellipse">
            <a:avLst/>
          </a:prstGeom>
          <a:solidFill>
            <a:srgbClr val="F0521E"/>
          </a:solidFill>
          <a:ln w="152400">
            <a:solidFill>
              <a:srgbClr val="FFD3C2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9124950" y="2838450"/>
            <a:ext cx="2381250" cy="1190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7200" b="1" spc="-150" kern="0">
                <a:solidFill>
                  <a:srgbClr val="FFFFFF"/>
                </a:solidFill>
                <a:latin typeface="DM Sans"/>
                <a:ea typeface="DM Sans"/>
              </a:rPr>
              <a:t>1:00</a:t>
            </a:r>
          </a:p>
        </p:txBody>
      </p:sp>
      <p:sp>
        <p:nvSpPr>
          <p:cNvPr id="18" name=""/>
          <p:cNvSpPr txBox="1"/>
          <p:nvPr/>
        </p:nvSpPr>
        <p:spPr>
          <a:xfrm>
            <a:off x="9582150" y="399097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 spc="225" kern="0">
                <a:solidFill>
                  <a:srgbClr val="FFFFFF"/>
                </a:solidFill>
                <a:latin typeface="DM Sans"/>
                <a:ea typeface="DM Sans"/>
              </a:rPr>
              <a:t>1 MINUTE</a:t>
            </a:r>
          </a:p>
        </p:txBody>
      </p:sp>
      <p:sp>
        <p:nvSpPr>
          <p:cNvPr id="19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391650" y="39052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525000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9734550" y="466725"/>
            <a:ext cx="117157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LESSON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553700" y="447675"/>
            <a:ext cx="13335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長く話すコツ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990600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LESSON 1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1181100"/>
            <a:ext cx="80200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ネイティブっぽく、長く話すには？</a:t>
            </a:r>
          </a:p>
        </p:txBody>
      </p:sp>
      <p:sp>
        <p:nvSpPr>
          <p:cNvPr id="10" name=""/>
          <p:cNvSpPr/>
          <p:nvPr/>
        </p:nvSpPr>
        <p:spPr>
          <a:xfrm>
            <a:off x="609600" y="2486025"/>
            <a:ext cx="4381500" cy="1552575"/>
          </a:xfrm>
          <a:prstGeom prst="roundRect">
            <a:avLst>
              <a:gd name="adj" fmla="val 171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1" name=""/>
          <p:cNvSpPr txBox="1"/>
          <p:nvPr/>
        </p:nvSpPr>
        <p:spPr>
          <a:xfrm>
            <a:off x="952500" y="2695575"/>
            <a:ext cx="8096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 spc="144" kern="0">
                <a:solidFill>
                  <a:srgbClr val="C23B12"/>
                </a:solidFill>
                <a:latin typeface="DM Sans"/>
                <a:ea typeface="DM Sans"/>
              </a:rPr>
              <a:t>Hina</a:t>
            </a:r>
          </a:p>
        </p:txBody>
      </p:sp>
      <p:sp>
        <p:nvSpPr>
          <p:cNvPr id="12" name=""/>
          <p:cNvSpPr txBox="1"/>
          <p:nvPr/>
        </p:nvSpPr>
        <p:spPr>
          <a:xfrm>
            <a:off x="952500" y="2933700"/>
            <a:ext cx="42767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どうやったら長い文章で、</a:t>
            </a:r>
          </a:p>
        </p:txBody>
      </p:sp>
      <p:sp>
        <p:nvSpPr>
          <p:cNvPr id="13" name=""/>
          <p:cNvSpPr txBox="1"/>
          <p:nvPr/>
        </p:nvSpPr>
        <p:spPr>
          <a:xfrm>
            <a:off x="952500" y="3362325"/>
            <a:ext cx="45910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ネイティブっぽく話せるの？</a:t>
            </a:r>
          </a:p>
        </p:txBody>
      </p:sp>
      <p:sp>
        <p:nvSpPr>
          <p:cNvPr id="14" name=""/>
          <p:cNvSpPr/>
          <p:nvPr/>
        </p:nvSpPr>
        <p:spPr>
          <a:xfrm>
            <a:off x="7715250" y="4286250"/>
            <a:ext cx="3867150" cy="1438275"/>
          </a:xfrm>
          <a:prstGeom prst="roundRect">
            <a:avLst>
              <a:gd name="adj" fmla="val 18543"/>
            </a:avLst>
          </a:prstGeom>
          <a:solidFill>
            <a:srgbClr val="F0521E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 txBox="1"/>
          <p:nvPr/>
        </p:nvSpPr>
        <p:spPr>
          <a:xfrm>
            <a:off x="8058150" y="4495800"/>
            <a:ext cx="9144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 spc="144" kern="0">
                <a:solidFill>
                  <a:srgbClr val="FFE6DC"/>
                </a:solidFill>
                <a:latin typeface="DM Sans"/>
                <a:ea typeface="DM Sans"/>
              </a:rPr>
              <a:t>Scott</a:t>
            </a:r>
          </a:p>
        </p:txBody>
      </p:sp>
      <p:sp>
        <p:nvSpPr>
          <p:cNvPr id="16" name=""/>
          <p:cNvSpPr txBox="1"/>
          <p:nvPr/>
        </p:nvSpPr>
        <p:spPr>
          <a:xfrm>
            <a:off x="8058150" y="4781550"/>
            <a:ext cx="4010025" cy="647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 spc="-450" kern="0">
                <a:solidFill>
                  <a:srgbClr val="FFFFFF"/>
                </a:solidFill>
                <a:latin typeface="Noto Sans JP"/>
                <a:ea typeface="Noto Sans JP"/>
              </a:rPr>
              <a:t>前置詞</a:t>
            </a:r>
            <a:pPr/>
            <a:r>
              <a:rPr sz="3900" b="1" spc="-450" kern="0">
                <a:solidFill>
                  <a:srgbClr val="FFFFFF"/>
                </a:solidFill>
                <a:latin typeface="DM Sans"/>
                <a:ea typeface="DM Sans"/>
              </a:rPr>
              <a:t> </a:t>
            </a:r>
            <a:pPr/>
            <a:r>
              <a:rPr sz="3900" b="1" spc="-450" kern="0">
                <a:solidFill>
                  <a:srgbClr val="FFFFFF"/>
                </a:solidFill>
                <a:latin typeface="Noto Sans JP"/>
                <a:ea typeface="Noto Sans JP"/>
              </a:rPr>
              <a:t>＋</a:t>
            </a:r>
            <a:pPr/>
            <a:r>
              <a:rPr sz="3900" b="1" spc="-450" kern="0">
                <a:solidFill>
                  <a:srgbClr val="FFFFFF"/>
                </a:solidFill>
                <a:latin typeface="DM Sans"/>
                <a:ea typeface="DM Sans"/>
              </a:rPr>
              <a:t> </a:t>
            </a:r>
            <a:pPr/>
            <a:r>
              <a:rPr sz="3900" b="1" spc="-450" kern="0">
                <a:solidFill>
                  <a:srgbClr val="FFFFFF"/>
                </a:solidFill>
                <a:latin typeface="Noto Sans JP"/>
                <a:ea typeface="Noto Sans JP"/>
              </a:rPr>
              <a:t>名詞！</a:t>
            </a:r>
          </a:p>
        </p:txBody>
      </p:sp>
      <p:sp>
        <p:nvSpPr>
          <p:cNvPr id="1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820275" y="390525"/>
            <a:ext cx="17621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953625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10163175" y="466725"/>
            <a:ext cx="117157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LESSON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982325" y="447675"/>
            <a:ext cx="8382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前置詞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990600"/>
            <a:ext cx="16764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PREPOSITION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118110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前置詞とは？</a:t>
            </a:r>
          </a:p>
        </p:txBody>
      </p:sp>
      <p:sp>
        <p:nvSpPr>
          <p:cNvPr id="10" name=""/>
          <p:cNvSpPr txBox="1"/>
          <p:nvPr/>
        </p:nvSpPr>
        <p:spPr>
          <a:xfrm>
            <a:off x="609600" y="1838325"/>
            <a:ext cx="61245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B5569"/>
                </a:solidFill>
                <a:latin typeface="Noto Sans JP"/>
                <a:ea typeface="Noto Sans JP"/>
              </a:rPr>
              <a:t>名詞の前において、「どこで・いつ・だれと」を足すことば</a:t>
            </a:r>
          </a:p>
        </p:txBody>
      </p:sp>
      <p:sp>
        <p:nvSpPr>
          <p:cNvPr id="11" name=""/>
          <p:cNvSpPr/>
          <p:nvPr/>
        </p:nvSpPr>
        <p:spPr>
          <a:xfrm>
            <a:off x="609600" y="2571750"/>
            <a:ext cx="3533775" cy="3419475"/>
          </a:xfrm>
          <a:prstGeom prst="roundRect">
            <a:avLst>
              <a:gd name="adj" fmla="val 6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2" name=""/>
          <p:cNvSpPr/>
          <p:nvPr/>
        </p:nvSpPr>
        <p:spPr>
          <a:xfrm>
            <a:off x="895350" y="2838450"/>
            <a:ext cx="1495425" cy="371475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047750" y="2895600"/>
            <a:ext cx="17145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2C6496"/>
                </a:solidFill>
                <a:latin typeface="Noto Sans JP"/>
                <a:ea typeface="Noto Sans JP"/>
              </a:rPr>
              <a:t>どこで（場所）</a:t>
            </a:r>
          </a:p>
        </p:txBody>
      </p:sp>
      <p:sp>
        <p:nvSpPr>
          <p:cNvPr id="14" name=""/>
          <p:cNvSpPr txBox="1"/>
          <p:nvPr/>
        </p:nvSpPr>
        <p:spPr>
          <a:xfrm>
            <a:off x="895350" y="3343275"/>
            <a:ext cx="22098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A2238"/>
                </a:solidFill>
                <a:latin typeface="Noto Sans JP"/>
                <a:ea typeface="Noto Sans JP"/>
              </a:rPr>
              <a:t>at ＋ 場所</a:t>
            </a:r>
          </a:p>
        </p:txBody>
      </p:sp>
      <p:sp>
        <p:nvSpPr>
          <p:cNvPr id="15" name=""/>
          <p:cNvSpPr txBox="1"/>
          <p:nvPr/>
        </p:nvSpPr>
        <p:spPr>
          <a:xfrm>
            <a:off x="895350" y="4095750"/>
            <a:ext cx="19335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A2238"/>
                </a:solidFill>
                <a:latin typeface="DM Sans"/>
                <a:ea typeface="DM Sans"/>
              </a:rPr>
              <a:t>at the park</a:t>
            </a:r>
          </a:p>
        </p:txBody>
      </p:sp>
      <p:sp>
        <p:nvSpPr>
          <p:cNvPr id="16" name=""/>
          <p:cNvSpPr txBox="1"/>
          <p:nvPr/>
        </p:nvSpPr>
        <p:spPr>
          <a:xfrm>
            <a:off x="3371850" y="416242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公園で</a:t>
            </a:r>
          </a:p>
        </p:txBody>
      </p:sp>
      <p:sp>
        <p:nvSpPr>
          <p:cNvPr id="17" name=""/>
          <p:cNvSpPr/>
          <p:nvPr/>
        </p:nvSpPr>
        <p:spPr>
          <a:xfrm>
            <a:off x="895350" y="4572000"/>
            <a:ext cx="2962275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18" name=""/>
          <p:cNvSpPr txBox="1"/>
          <p:nvPr/>
        </p:nvSpPr>
        <p:spPr>
          <a:xfrm>
            <a:off x="895350" y="4714875"/>
            <a:ext cx="15335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A2238"/>
                </a:solidFill>
                <a:latin typeface="DM Sans"/>
                <a:ea typeface="DM Sans"/>
              </a:rPr>
              <a:t>at home</a:t>
            </a:r>
          </a:p>
        </p:txBody>
      </p:sp>
      <p:sp>
        <p:nvSpPr>
          <p:cNvPr id="19" name=""/>
          <p:cNvSpPr txBox="1"/>
          <p:nvPr/>
        </p:nvSpPr>
        <p:spPr>
          <a:xfrm>
            <a:off x="3533775" y="4781550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家で</a:t>
            </a:r>
          </a:p>
        </p:txBody>
      </p:sp>
      <p:sp>
        <p:nvSpPr>
          <p:cNvPr id="20" name=""/>
          <p:cNvSpPr/>
          <p:nvPr/>
        </p:nvSpPr>
        <p:spPr>
          <a:xfrm>
            <a:off x="895350" y="5191125"/>
            <a:ext cx="2962275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21" name=""/>
          <p:cNvSpPr txBox="1"/>
          <p:nvPr/>
        </p:nvSpPr>
        <p:spPr>
          <a:xfrm>
            <a:off x="895350" y="5334000"/>
            <a:ext cx="22955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A2238"/>
                </a:solidFill>
                <a:latin typeface="DM Sans"/>
                <a:ea typeface="DM Sans"/>
              </a:rPr>
              <a:t>at the station</a:t>
            </a:r>
          </a:p>
        </p:txBody>
      </p:sp>
      <p:sp>
        <p:nvSpPr>
          <p:cNvPr id="22" name=""/>
          <p:cNvSpPr txBox="1"/>
          <p:nvPr/>
        </p:nvSpPr>
        <p:spPr>
          <a:xfrm>
            <a:off x="3533775" y="54006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駅で</a:t>
            </a:r>
          </a:p>
        </p:txBody>
      </p:sp>
      <p:sp>
        <p:nvSpPr>
          <p:cNvPr id="23" name=""/>
          <p:cNvSpPr/>
          <p:nvPr/>
        </p:nvSpPr>
        <p:spPr>
          <a:xfrm>
            <a:off x="4333875" y="2571750"/>
            <a:ext cx="3533775" cy="3419475"/>
          </a:xfrm>
          <a:prstGeom prst="roundRect">
            <a:avLst>
              <a:gd name="adj" fmla="val 6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4" name=""/>
          <p:cNvSpPr/>
          <p:nvPr/>
        </p:nvSpPr>
        <p:spPr>
          <a:xfrm>
            <a:off x="4619625" y="2838450"/>
            <a:ext cx="1333500" cy="371475"/>
          </a:xfrm>
          <a:prstGeom prst="roundRect">
            <a:avLst>
              <a:gd name="adj" fmla="val 50000"/>
            </a:avLst>
          </a:prstGeom>
          <a:solidFill>
            <a:srgbClr val="FFF0C4"/>
          </a:solidFill>
          <a:ln/>
        </p:spPr>
      </p:sp>
      <p:sp>
        <p:nvSpPr>
          <p:cNvPr id="25" name=""/>
          <p:cNvSpPr txBox="1"/>
          <p:nvPr/>
        </p:nvSpPr>
        <p:spPr>
          <a:xfrm>
            <a:off x="4772025" y="289560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8A5A00"/>
                </a:solidFill>
                <a:latin typeface="Noto Sans JP"/>
                <a:ea typeface="Noto Sans JP"/>
              </a:rPr>
              <a:t>いつ（時間）</a:t>
            </a:r>
          </a:p>
        </p:txBody>
      </p:sp>
      <p:sp>
        <p:nvSpPr>
          <p:cNvPr id="26" name=""/>
          <p:cNvSpPr txBox="1"/>
          <p:nvPr/>
        </p:nvSpPr>
        <p:spPr>
          <a:xfrm>
            <a:off x="4619625" y="3343275"/>
            <a:ext cx="22098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A2238"/>
                </a:solidFill>
                <a:latin typeface="Noto Sans JP"/>
                <a:ea typeface="Noto Sans JP"/>
              </a:rPr>
              <a:t>at ＋ 時間</a:t>
            </a:r>
          </a:p>
        </p:txBody>
      </p:sp>
      <p:sp>
        <p:nvSpPr>
          <p:cNvPr id="27" name=""/>
          <p:cNvSpPr txBox="1"/>
          <p:nvPr/>
        </p:nvSpPr>
        <p:spPr>
          <a:xfrm>
            <a:off x="4619625" y="4095750"/>
            <a:ext cx="13716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A2238"/>
                </a:solidFill>
                <a:latin typeface="DM Sans"/>
                <a:ea typeface="DM Sans"/>
              </a:rPr>
              <a:t>at 8pm</a:t>
            </a:r>
          </a:p>
        </p:txBody>
      </p:sp>
      <p:sp>
        <p:nvSpPr>
          <p:cNvPr id="28" name=""/>
          <p:cNvSpPr txBox="1"/>
          <p:nvPr/>
        </p:nvSpPr>
        <p:spPr>
          <a:xfrm>
            <a:off x="6991350" y="4162425"/>
            <a:ext cx="1009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夜8時に</a:t>
            </a:r>
          </a:p>
        </p:txBody>
      </p:sp>
      <p:sp>
        <p:nvSpPr>
          <p:cNvPr id="29" name=""/>
          <p:cNvSpPr/>
          <p:nvPr/>
        </p:nvSpPr>
        <p:spPr>
          <a:xfrm>
            <a:off x="4619625" y="4572000"/>
            <a:ext cx="2962275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 txBox="1"/>
          <p:nvPr/>
        </p:nvSpPr>
        <p:spPr>
          <a:xfrm>
            <a:off x="4619625" y="4714875"/>
            <a:ext cx="14382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A2238"/>
                </a:solidFill>
                <a:latin typeface="DM Sans"/>
                <a:ea typeface="DM Sans"/>
              </a:rPr>
              <a:t>at noon</a:t>
            </a:r>
          </a:p>
        </p:txBody>
      </p:sp>
      <p:sp>
        <p:nvSpPr>
          <p:cNvPr id="31" name=""/>
          <p:cNvSpPr txBox="1"/>
          <p:nvPr/>
        </p:nvSpPr>
        <p:spPr>
          <a:xfrm>
            <a:off x="7086600" y="4781550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お昼に</a:t>
            </a:r>
          </a:p>
        </p:txBody>
      </p:sp>
      <p:sp>
        <p:nvSpPr>
          <p:cNvPr id="32" name=""/>
          <p:cNvSpPr/>
          <p:nvPr/>
        </p:nvSpPr>
        <p:spPr>
          <a:xfrm>
            <a:off x="4619625" y="5191125"/>
            <a:ext cx="2962275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3" name=""/>
          <p:cNvSpPr txBox="1"/>
          <p:nvPr/>
        </p:nvSpPr>
        <p:spPr>
          <a:xfrm>
            <a:off x="4619625" y="5334000"/>
            <a:ext cx="13335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A2238"/>
                </a:solidFill>
                <a:latin typeface="DM Sans"/>
                <a:ea typeface="DM Sans"/>
              </a:rPr>
              <a:t>at 7:30</a:t>
            </a:r>
          </a:p>
        </p:txBody>
      </p:sp>
      <p:sp>
        <p:nvSpPr>
          <p:cNvPr id="34" name=""/>
          <p:cNvSpPr txBox="1"/>
          <p:nvPr/>
        </p:nvSpPr>
        <p:spPr>
          <a:xfrm>
            <a:off x="6991350" y="5400675"/>
            <a:ext cx="1009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7時半に</a:t>
            </a:r>
          </a:p>
        </p:txBody>
      </p:sp>
      <p:sp>
        <p:nvSpPr>
          <p:cNvPr id="35" name=""/>
          <p:cNvSpPr/>
          <p:nvPr/>
        </p:nvSpPr>
        <p:spPr>
          <a:xfrm>
            <a:off x="8048625" y="2571750"/>
            <a:ext cx="3533775" cy="3419475"/>
          </a:xfrm>
          <a:prstGeom prst="roundRect">
            <a:avLst>
              <a:gd name="adj" fmla="val 6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6" name=""/>
          <p:cNvSpPr/>
          <p:nvPr/>
        </p:nvSpPr>
        <p:spPr>
          <a:xfrm>
            <a:off x="8334375" y="2838450"/>
            <a:ext cx="819150" cy="371475"/>
          </a:xfrm>
          <a:prstGeom prst="roundRect">
            <a:avLst>
              <a:gd name="adj" fmla="val 50000"/>
            </a:avLst>
          </a:prstGeom>
          <a:solidFill>
            <a:srgbClr val="FFE3EA"/>
          </a:solidFill>
          <a:ln/>
        </p:spPr>
      </p:sp>
      <p:sp>
        <p:nvSpPr>
          <p:cNvPr id="37" name=""/>
          <p:cNvSpPr txBox="1"/>
          <p:nvPr/>
        </p:nvSpPr>
        <p:spPr>
          <a:xfrm>
            <a:off x="8486775" y="289560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B0284F"/>
                </a:solidFill>
                <a:latin typeface="Noto Sans JP"/>
                <a:ea typeface="Noto Sans JP"/>
              </a:rPr>
              <a:t>だれと</a:t>
            </a:r>
          </a:p>
        </p:txBody>
      </p:sp>
      <p:sp>
        <p:nvSpPr>
          <p:cNvPr id="38" name=""/>
          <p:cNvSpPr txBox="1"/>
          <p:nvPr/>
        </p:nvSpPr>
        <p:spPr>
          <a:xfrm>
            <a:off x="8334375" y="3343275"/>
            <a:ext cx="23336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A2238"/>
                </a:solidFill>
                <a:latin typeface="Noto Sans JP"/>
                <a:ea typeface="Noto Sans JP"/>
              </a:rPr>
              <a:t>with ＋ 人</a:t>
            </a:r>
          </a:p>
        </p:txBody>
      </p:sp>
      <p:sp>
        <p:nvSpPr>
          <p:cNvPr id="39" name=""/>
          <p:cNvSpPr txBox="1"/>
          <p:nvPr/>
        </p:nvSpPr>
        <p:spPr>
          <a:xfrm>
            <a:off x="8334375" y="4095750"/>
            <a:ext cx="25908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A2238"/>
                </a:solidFill>
                <a:latin typeface="DM Sans"/>
                <a:ea typeface="DM Sans"/>
              </a:rPr>
              <a:t>with my friends</a:t>
            </a:r>
          </a:p>
        </p:txBody>
      </p:sp>
      <p:sp>
        <p:nvSpPr>
          <p:cNvPr id="40" name=""/>
          <p:cNvSpPr txBox="1"/>
          <p:nvPr/>
        </p:nvSpPr>
        <p:spPr>
          <a:xfrm>
            <a:off x="10810875" y="416242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友達と</a:t>
            </a:r>
          </a:p>
        </p:txBody>
      </p:sp>
      <p:sp>
        <p:nvSpPr>
          <p:cNvPr id="41" name=""/>
          <p:cNvSpPr/>
          <p:nvPr/>
        </p:nvSpPr>
        <p:spPr>
          <a:xfrm>
            <a:off x="8334375" y="4572000"/>
            <a:ext cx="2962275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42" name=""/>
          <p:cNvSpPr txBox="1"/>
          <p:nvPr/>
        </p:nvSpPr>
        <p:spPr>
          <a:xfrm>
            <a:off x="8334375" y="4714875"/>
            <a:ext cx="24574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A2238"/>
                </a:solidFill>
                <a:latin typeface="DM Sans"/>
                <a:ea typeface="DM Sans"/>
              </a:rPr>
              <a:t>with my family</a:t>
            </a:r>
          </a:p>
        </p:txBody>
      </p:sp>
      <p:sp>
        <p:nvSpPr>
          <p:cNvPr id="43" name=""/>
          <p:cNvSpPr txBox="1"/>
          <p:nvPr/>
        </p:nvSpPr>
        <p:spPr>
          <a:xfrm>
            <a:off x="10810875" y="4781550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家族と</a:t>
            </a:r>
          </a:p>
        </p:txBody>
      </p:sp>
      <p:sp>
        <p:nvSpPr>
          <p:cNvPr id="44" name=""/>
          <p:cNvSpPr/>
          <p:nvPr/>
        </p:nvSpPr>
        <p:spPr>
          <a:xfrm>
            <a:off x="8334375" y="5191125"/>
            <a:ext cx="2962275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45" name=""/>
          <p:cNvSpPr txBox="1"/>
          <p:nvPr/>
        </p:nvSpPr>
        <p:spPr>
          <a:xfrm>
            <a:off x="8334375" y="5334000"/>
            <a:ext cx="18383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A2238"/>
                </a:solidFill>
                <a:latin typeface="DM Sans"/>
                <a:ea typeface="DM Sans"/>
              </a:rPr>
              <a:t>with Scott</a:t>
            </a:r>
          </a:p>
        </p:txBody>
      </p:sp>
      <p:sp>
        <p:nvSpPr>
          <p:cNvPr id="46" name=""/>
          <p:cNvSpPr txBox="1"/>
          <p:nvPr/>
        </p:nvSpPr>
        <p:spPr>
          <a:xfrm>
            <a:off x="10163175" y="5400675"/>
            <a:ext cx="1647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スコット先生と</a:t>
            </a:r>
          </a:p>
        </p:txBody>
      </p:sp>
      <p:sp>
        <p:nvSpPr>
          <p:cNvPr id="4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324975" y="390525"/>
            <a:ext cx="22574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458325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9667875" y="466725"/>
            <a:ext cx="117157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LESSON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487025" y="447675"/>
            <a:ext cx="1400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前置詞 ＋ 名詞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990600"/>
            <a:ext cx="12668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1181100"/>
            <a:ext cx="75342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つなげると、どんどん長くなる！</a:t>
            </a:r>
          </a:p>
        </p:txBody>
      </p:sp>
      <p:sp>
        <p:nvSpPr>
          <p:cNvPr id="10" name=""/>
          <p:cNvSpPr/>
          <p:nvPr/>
        </p:nvSpPr>
        <p:spPr>
          <a:xfrm>
            <a:off x="609600" y="1971675"/>
            <a:ext cx="10972800" cy="89535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1" name=""/>
          <p:cNvSpPr/>
          <p:nvPr/>
        </p:nvSpPr>
        <p:spPr>
          <a:xfrm>
            <a:off x="857250" y="2247900"/>
            <a:ext cx="342900" cy="3429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2" name=""/>
          <p:cNvSpPr txBox="1"/>
          <p:nvPr/>
        </p:nvSpPr>
        <p:spPr>
          <a:xfrm>
            <a:off x="819150" y="2305050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13" name=""/>
          <p:cNvSpPr txBox="1"/>
          <p:nvPr/>
        </p:nvSpPr>
        <p:spPr>
          <a:xfrm>
            <a:off x="1390650" y="2085975"/>
            <a:ext cx="17430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400" b="1">
                <a:solidFill>
                  <a:srgbClr val="1A2238"/>
                </a:solidFill>
                <a:latin typeface="DM Sans"/>
                <a:ea typeface="DM Sans"/>
              </a:rPr>
              <a:t> eat</a:t>
            </a:r>
          </a:p>
        </p:txBody>
      </p:sp>
      <p:sp>
        <p:nvSpPr>
          <p:cNvPr id="14" name=""/>
          <p:cNvSpPr txBox="1"/>
          <p:nvPr/>
        </p:nvSpPr>
        <p:spPr>
          <a:xfrm>
            <a:off x="1390650" y="2524125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食べる</a:t>
            </a:r>
          </a:p>
        </p:txBody>
      </p:sp>
      <p:sp>
        <p:nvSpPr>
          <p:cNvPr id="15" name=""/>
          <p:cNvSpPr/>
          <p:nvPr/>
        </p:nvSpPr>
        <p:spPr>
          <a:xfrm>
            <a:off x="609600" y="3152775"/>
            <a:ext cx="10972800" cy="904875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6" name=""/>
          <p:cNvSpPr/>
          <p:nvPr/>
        </p:nvSpPr>
        <p:spPr>
          <a:xfrm>
            <a:off x="857250" y="3438525"/>
            <a:ext cx="342900" cy="3429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7" name=""/>
          <p:cNvSpPr txBox="1"/>
          <p:nvPr/>
        </p:nvSpPr>
        <p:spPr>
          <a:xfrm>
            <a:off x="800100" y="349567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18" name=""/>
          <p:cNvSpPr txBox="1"/>
          <p:nvPr/>
        </p:nvSpPr>
        <p:spPr>
          <a:xfrm>
            <a:off x="1390650" y="3276600"/>
            <a:ext cx="17430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400" b="1">
                <a:solidFill>
                  <a:srgbClr val="1A2238"/>
                </a:solidFill>
                <a:latin typeface="DM Sans"/>
                <a:ea typeface="DM Sans"/>
              </a:rPr>
              <a:t> eat</a:t>
            </a:r>
          </a:p>
        </p:txBody>
      </p:sp>
      <p:sp>
        <p:nvSpPr>
          <p:cNvPr id="19" name=""/>
          <p:cNvSpPr txBox="1"/>
          <p:nvPr/>
        </p:nvSpPr>
        <p:spPr>
          <a:xfrm>
            <a:off x="2705100" y="3324225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20" name=""/>
          <p:cNvSpPr/>
          <p:nvPr/>
        </p:nvSpPr>
        <p:spPr>
          <a:xfrm>
            <a:off x="3009900" y="3267075"/>
            <a:ext cx="1581150" cy="409575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21" name=""/>
          <p:cNvSpPr txBox="1"/>
          <p:nvPr/>
        </p:nvSpPr>
        <p:spPr>
          <a:xfrm>
            <a:off x="3162300" y="3305175"/>
            <a:ext cx="18097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2C6496"/>
                </a:solidFill>
                <a:latin typeface="DM Sans"/>
                <a:ea typeface="DM Sans"/>
              </a:rPr>
              <a:t>at the park</a:t>
            </a:r>
          </a:p>
        </p:txBody>
      </p:sp>
      <p:sp>
        <p:nvSpPr>
          <p:cNvPr id="22" name=""/>
          <p:cNvSpPr txBox="1"/>
          <p:nvPr/>
        </p:nvSpPr>
        <p:spPr>
          <a:xfrm>
            <a:off x="1390650" y="371475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公園で食べる</a:t>
            </a:r>
          </a:p>
        </p:txBody>
      </p:sp>
      <p:sp>
        <p:nvSpPr>
          <p:cNvPr id="23" name=""/>
          <p:cNvSpPr/>
          <p:nvPr/>
        </p:nvSpPr>
        <p:spPr>
          <a:xfrm>
            <a:off x="609600" y="4343400"/>
            <a:ext cx="10972800" cy="904875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4" name=""/>
          <p:cNvSpPr/>
          <p:nvPr/>
        </p:nvSpPr>
        <p:spPr>
          <a:xfrm>
            <a:off x="857250" y="4629150"/>
            <a:ext cx="342900" cy="3429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5" name=""/>
          <p:cNvSpPr txBox="1"/>
          <p:nvPr/>
        </p:nvSpPr>
        <p:spPr>
          <a:xfrm>
            <a:off x="800100" y="4686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sp>
        <p:nvSpPr>
          <p:cNvPr id="26" name=""/>
          <p:cNvSpPr txBox="1"/>
          <p:nvPr/>
        </p:nvSpPr>
        <p:spPr>
          <a:xfrm>
            <a:off x="1390650" y="4467225"/>
            <a:ext cx="17430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400" b="1">
                <a:solidFill>
                  <a:srgbClr val="1A2238"/>
                </a:solidFill>
                <a:latin typeface="DM Sans"/>
                <a:ea typeface="DM Sans"/>
              </a:rPr>
              <a:t> eat</a:t>
            </a:r>
          </a:p>
        </p:txBody>
      </p:sp>
      <p:sp>
        <p:nvSpPr>
          <p:cNvPr id="27" name=""/>
          <p:cNvSpPr txBox="1"/>
          <p:nvPr/>
        </p:nvSpPr>
        <p:spPr>
          <a:xfrm>
            <a:off x="2705100" y="451485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28" name=""/>
          <p:cNvSpPr/>
          <p:nvPr/>
        </p:nvSpPr>
        <p:spPr>
          <a:xfrm>
            <a:off x="3009900" y="4457700"/>
            <a:ext cx="1581150" cy="409575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29" name=""/>
          <p:cNvSpPr txBox="1"/>
          <p:nvPr/>
        </p:nvSpPr>
        <p:spPr>
          <a:xfrm>
            <a:off x="3162300" y="4495800"/>
            <a:ext cx="18097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2C6496"/>
                </a:solidFill>
                <a:latin typeface="DM Sans"/>
                <a:ea typeface="DM Sans"/>
              </a:rPr>
              <a:t>at the park</a:t>
            </a:r>
          </a:p>
        </p:txBody>
      </p:sp>
      <p:sp>
        <p:nvSpPr>
          <p:cNvPr id="30" name=""/>
          <p:cNvSpPr txBox="1"/>
          <p:nvPr/>
        </p:nvSpPr>
        <p:spPr>
          <a:xfrm>
            <a:off x="4686300" y="451485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31" name=""/>
          <p:cNvSpPr/>
          <p:nvPr/>
        </p:nvSpPr>
        <p:spPr>
          <a:xfrm>
            <a:off x="4991100" y="4457700"/>
            <a:ext cx="1133475" cy="409575"/>
          </a:xfrm>
          <a:prstGeom prst="roundRect">
            <a:avLst>
              <a:gd name="adj" fmla="val 50000"/>
            </a:avLst>
          </a:prstGeom>
          <a:solidFill>
            <a:srgbClr val="FFF0C4"/>
          </a:solidFill>
          <a:ln/>
        </p:spPr>
      </p:sp>
      <p:sp>
        <p:nvSpPr>
          <p:cNvPr id="32" name=""/>
          <p:cNvSpPr txBox="1"/>
          <p:nvPr/>
        </p:nvSpPr>
        <p:spPr>
          <a:xfrm>
            <a:off x="5143500" y="4495800"/>
            <a:ext cx="12954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8A5A00"/>
                </a:solidFill>
                <a:latin typeface="DM Sans"/>
                <a:ea typeface="DM Sans"/>
              </a:rPr>
              <a:t>at 8pm</a:t>
            </a:r>
          </a:p>
        </p:txBody>
      </p:sp>
      <p:sp>
        <p:nvSpPr>
          <p:cNvPr id="33" name=""/>
          <p:cNvSpPr txBox="1"/>
          <p:nvPr/>
        </p:nvSpPr>
        <p:spPr>
          <a:xfrm>
            <a:off x="1390650" y="4905375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夜8時に、公園で食べる</a:t>
            </a:r>
          </a:p>
        </p:txBody>
      </p:sp>
      <p:sp>
        <p:nvSpPr>
          <p:cNvPr id="34" name=""/>
          <p:cNvSpPr/>
          <p:nvPr/>
        </p:nvSpPr>
        <p:spPr>
          <a:xfrm>
            <a:off x="609600" y="5534025"/>
            <a:ext cx="10972800" cy="904875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5" name=""/>
          <p:cNvSpPr/>
          <p:nvPr/>
        </p:nvSpPr>
        <p:spPr>
          <a:xfrm>
            <a:off x="857250" y="5819775"/>
            <a:ext cx="342900" cy="3429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6" name=""/>
          <p:cNvSpPr txBox="1"/>
          <p:nvPr/>
        </p:nvSpPr>
        <p:spPr>
          <a:xfrm>
            <a:off x="790575" y="5876925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4</a:t>
            </a:r>
          </a:p>
        </p:txBody>
      </p:sp>
      <p:sp>
        <p:nvSpPr>
          <p:cNvPr id="37" name=""/>
          <p:cNvSpPr txBox="1"/>
          <p:nvPr/>
        </p:nvSpPr>
        <p:spPr>
          <a:xfrm>
            <a:off x="1390650" y="5657850"/>
            <a:ext cx="17430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400" b="1">
                <a:solidFill>
                  <a:srgbClr val="1A2238"/>
                </a:solidFill>
                <a:latin typeface="DM Sans"/>
                <a:ea typeface="DM Sans"/>
              </a:rPr>
              <a:t> eat</a:t>
            </a:r>
          </a:p>
        </p:txBody>
      </p:sp>
      <p:sp>
        <p:nvSpPr>
          <p:cNvPr id="38" name=""/>
          <p:cNvSpPr txBox="1"/>
          <p:nvPr/>
        </p:nvSpPr>
        <p:spPr>
          <a:xfrm>
            <a:off x="2705100" y="5705475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39" name=""/>
          <p:cNvSpPr/>
          <p:nvPr/>
        </p:nvSpPr>
        <p:spPr>
          <a:xfrm>
            <a:off x="3009900" y="5648325"/>
            <a:ext cx="1581150" cy="409575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40" name=""/>
          <p:cNvSpPr txBox="1"/>
          <p:nvPr/>
        </p:nvSpPr>
        <p:spPr>
          <a:xfrm>
            <a:off x="3162300" y="5686425"/>
            <a:ext cx="18097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2C6496"/>
                </a:solidFill>
                <a:latin typeface="DM Sans"/>
                <a:ea typeface="DM Sans"/>
              </a:rPr>
              <a:t>at the park</a:t>
            </a:r>
          </a:p>
        </p:txBody>
      </p:sp>
      <p:sp>
        <p:nvSpPr>
          <p:cNvPr id="41" name=""/>
          <p:cNvSpPr txBox="1"/>
          <p:nvPr/>
        </p:nvSpPr>
        <p:spPr>
          <a:xfrm>
            <a:off x="4686300" y="5705475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42" name=""/>
          <p:cNvSpPr/>
          <p:nvPr/>
        </p:nvSpPr>
        <p:spPr>
          <a:xfrm>
            <a:off x="4991100" y="5648325"/>
            <a:ext cx="1133475" cy="409575"/>
          </a:xfrm>
          <a:prstGeom prst="roundRect">
            <a:avLst>
              <a:gd name="adj" fmla="val 50000"/>
            </a:avLst>
          </a:prstGeom>
          <a:solidFill>
            <a:srgbClr val="FFF0C4"/>
          </a:solidFill>
          <a:ln/>
        </p:spPr>
      </p:sp>
      <p:sp>
        <p:nvSpPr>
          <p:cNvPr id="43" name=""/>
          <p:cNvSpPr txBox="1"/>
          <p:nvPr/>
        </p:nvSpPr>
        <p:spPr>
          <a:xfrm>
            <a:off x="5143500" y="5686425"/>
            <a:ext cx="12954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8A5A00"/>
                </a:solidFill>
                <a:latin typeface="DM Sans"/>
                <a:ea typeface="DM Sans"/>
              </a:rPr>
              <a:t>at 8pm</a:t>
            </a:r>
          </a:p>
        </p:txBody>
      </p:sp>
      <p:sp>
        <p:nvSpPr>
          <p:cNvPr id="44" name=""/>
          <p:cNvSpPr txBox="1"/>
          <p:nvPr/>
        </p:nvSpPr>
        <p:spPr>
          <a:xfrm>
            <a:off x="6219825" y="5705475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45" name=""/>
          <p:cNvSpPr/>
          <p:nvPr/>
        </p:nvSpPr>
        <p:spPr>
          <a:xfrm>
            <a:off x="6524625" y="5648325"/>
            <a:ext cx="2114550" cy="409575"/>
          </a:xfrm>
          <a:prstGeom prst="roundRect">
            <a:avLst>
              <a:gd name="adj" fmla="val 50000"/>
            </a:avLst>
          </a:prstGeom>
          <a:solidFill>
            <a:srgbClr val="FFE3EA"/>
          </a:solidFill>
          <a:ln/>
        </p:spPr>
      </p:sp>
      <p:sp>
        <p:nvSpPr>
          <p:cNvPr id="46" name=""/>
          <p:cNvSpPr txBox="1"/>
          <p:nvPr/>
        </p:nvSpPr>
        <p:spPr>
          <a:xfrm>
            <a:off x="6677025" y="5686425"/>
            <a:ext cx="24288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B0284F"/>
                </a:solidFill>
                <a:latin typeface="DM Sans"/>
                <a:ea typeface="DM Sans"/>
              </a:rPr>
              <a:t>with my friends</a:t>
            </a:r>
          </a:p>
        </p:txBody>
      </p:sp>
      <p:sp>
        <p:nvSpPr>
          <p:cNvPr id="47" name=""/>
          <p:cNvSpPr txBox="1"/>
          <p:nvPr/>
        </p:nvSpPr>
        <p:spPr>
          <a:xfrm>
            <a:off x="1390650" y="609600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夜8時に、友達と公園で食べる</a:t>
            </a:r>
          </a:p>
        </p:txBody>
      </p:sp>
      <p:sp>
        <p:nvSpPr>
          <p:cNvPr id="48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763000" y="390525"/>
            <a:ext cx="28194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89635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9105900" y="466725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CHALLENGE TIME</a:t>
            </a:r>
          </a:p>
        </p:txBody>
      </p:sp>
      <p:sp>
        <p:nvSpPr>
          <p:cNvPr id="7" name=""/>
          <p:cNvSpPr txBox="1"/>
          <p:nvPr/>
        </p:nvSpPr>
        <p:spPr>
          <a:xfrm>
            <a:off x="10563225" y="447675"/>
            <a:ext cx="13144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ネイティブ版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904875"/>
            <a:ext cx="258127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Native version!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1371600"/>
            <a:ext cx="82391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前置詞 ＋ 名詞をつけて、もう一回！</a:t>
            </a:r>
          </a:p>
        </p:txBody>
      </p:sp>
      <p:sp>
        <p:nvSpPr>
          <p:cNvPr id="10" name=""/>
          <p:cNvSpPr/>
          <p:nvPr/>
        </p:nvSpPr>
        <p:spPr>
          <a:xfrm>
            <a:off x="609600" y="2143125"/>
            <a:ext cx="6667500" cy="723900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857250" y="2343150"/>
            <a:ext cx="17811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250" b="1">
                <a:solidFill>
                  <a:srgbClr val="1A2238"/>
                </a:solidFill>
                <a:latin typeface="DM Sans"/>
                <a:ea typeface="DM Sans"/>
              </a:rPr>
              <a:t> </a:t>
            </a:r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＿＿</a:t>
            </a:r>
          </a:p>
        </p:txBody>
      </p:sp>
      <p:sp>
        <p:nvSpPr>
          <p:cNvPr id="12" name=""/>
          <p:cNvSpPr txBox="1"/>
          <p:nvPr/>
        </p:nvSpPr>
        <p:spPr>
          <a:xfrm>
            <a:off x="2219325" y="2333625"/>
            <a:ext cx="6286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13" name=""/>
          <p:cNvSpPr/>
          <p:nvPr/>
        </p:nvSpPr>
        <p:spPr>
          <a:xfrm>
            <a:off x="2581275" y="2305050"/>
            <a:ext cx="1152525" cy="400050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14" name=""/>
          <p:cNvSpPr txBox="1"/>
          <p:nvPr/>
        </p:nvSpPr>
        <p:spPr>
          <a:xfrm>
            <a:off x="2733675" y="2362200"/>
            <a:ext cx="13144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2C6496"/>
                </a:solidFill>
                <a:latin typeface="Noto Sans JP"/>
                <a:ea typeface="Noto Sans JP"/>
              </a:rPr>
              <a:t>at ＋ 場所</a:t>
            </a:r>
          </a:p>
        </p:txBody>
      </p:sp>
      <p:sp>
        <p:nvSpPr>
          <p:cNvPr id="15" name=""/>
          <p:cNvSpPr txBox="1"/>
          <p:nvPr/>
        </p:nvSpPr>
        <p:spPr>
          <a:xfrm>
            <a:off x="3848100" y="2333625"/>
            <a:ext cx="6286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16" name=""/>
          <p:cNvSpPr/>
          <p:nvPr/>
        </p:nvSpPr>
        <p:spPr>
          <a:xfrm>
            <a:off x="4210050" y="2305050"/>
            <a:ext cx="1152525" cy="400050"/>
          </a:xfrm>
          <a:prstGeom prst="roundRect">
            <a:avLst>
              <a:gd name="adj" fmla="val 50000"/>
            </a:avLst>
          </a:prstGeom>
          <a:solidFill>
            <a:srgbClr val="FFF0C4"/>
          </a:solidFill>
          <a:ln/>
        </p:spPr>
      </p:sp>
      <p:sp>
        <p:nvSpPr>
          <p:cNvPr id="17" name=""/>
          <p:cNvSpPr txBox="1"/>
          <p:nvPr/>
        </p:nvSpPr>
        <p:spPr>
          <a:xfrm>
            <a:off x="4362450" y="2362200"/>
            <a:ext cx="13144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8A5A00"/>
                </a:solidFill>
                <a:latin typeface="Noto Sans JP"/>
                <a:ea typeface="Noto Sans JP"/>
              </a:rPr>
              <a:t>at ＋ 時間</a:t>
            </a:r>
          </a:p>
        </p:txBody>
      </p:sp>
      <p:sp>
        <p:nvSpPr>
          <p:cNvPr id="18" name=""/>
          <p:cNvSpPr txBox="1"/>
          <p:nvPr/>
        </p:nvSpPr>
        <p:spPr>
          <a:xfrm>
            <a:off x="5476875" y="2333625"/>
            <a:ext cx="6286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19" name=""/>
          <p:cNvSpPr/>
          <p:nvPr/>
        </p:nvSpPr>
        <p:spPr>
          <a:xfrm>
            <a:off x="5838825" y="230505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3EA"/>
          </a:solidFill>
          <a:ln/>
        </p:spPr>
      </p:sp>
      <p:sp>
        <p:nvSpPr>
          <p:cNvPr id="20" name=""/>
          <p:cNvSpPr txBox="1"/>
          <p:nvPr/>
        </p:nvSpPr>
        <p:spPr>
          <a:xfrm>
            <a:off x="5991225" y="2362200"/>
            <a:ext cx="13716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B0284F"/>
                </a:solidFill>
                <a:latin typeface="Noto Sans JP"/>
                <a:ea typeface="Noto Sans JP"/>
              </a:rPr>
              <a:t>with ＋ 人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14725"/>
            <a:ext cx="3533775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33450" y="3962400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 spc="169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23" name=""/>
          <p:cNvSpPr txBox="1"/>
          <p:nvPr/>
        </p:nvSpPr>
        <p:spPr>
          <a:xfrm>
            <a:off x="933450" y="4248150"/>
            <a:ext cx="29813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DM Sans"/>
                <a:ea typeface="DM Sans"/>
              </a:rPr>
              <a:t>What will you do</a:t>
            </a:r>
          </a:p>
        </p:txBody>
      </p:sp>
      <p:sp>
        <p:nvSpPr>
          <p:cNvPr id="24" name=""/>
          <p:cNvSpPr txBox="1"/>
          <p:nvPr/>
        </p:nvSpPr>
        <p:spPr>
          <a:xfrm>
            <a:off x="933450" y="4619625"/>
            <a:ext cx="20955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DM Sans"/>
                <a:ea typeface="DM Sans"/>
              </a:rPr>
              <a:t>tomorrow?</a:t>
            </a:r>
          </a:p>
        </p:txBody>
      </p:sp>
      <p:sp>
        <p:nvSpPr>
          <p:cNvPr id="25" name=""/>
          <p:cNvSpPr txBox="1"/>
          <p:nvPr/>
        </p:nvSpPr>
        <p:spPr>
          <a:xfrm>
            <a:off x="933450" y="5086350"/>
            <a:ext cx="20097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5E6780"/>
                </a:solidFill>
                <a:latin typeface="Noto Sans JP"/>
                <a:ea typeface="Noto Sans JP"/>
              </a:rPr>
              <a:t>明日なにするの？</a:t>
            </a:r>
          </a:p>
        </p:txBody>
      </p:sp>
      <p:sp>
        <p:nvSpPr>
          <p:cNvPr id="26" name=""/>
          <p:cNvSpPr/>
          <p:nvPr/>
        </p:nvSpPr>
        <p:spPr>
          <a:xfrm>
            <a:off x="4333875" y="3514725"/>
            <a:ext cx="3533775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7" name=""/>
          <p:cNvSpPr txBox="1"/>
          <p:nvPr/>
        </p:nvSpPr>
        <p:spPr>
          <a:xfrm>
            <a:off x="4657725" y="39624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 spc="169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28" name=""/>
          <p:cNvSpPr txBox="1"/>
          <p:nvPr/>
        </p:nvSpPr>
        <p:spPr>
          <a:xfrm>
            <a:off x="4657725" y="4248150"/>
            <a:ext cx="29813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DM Sans"/>
                <a:ea typeface="DM Sans"/>
              </a:rPr>
              <a:t>What will you do</a:t>
            </a:r>
          </a:p>
        </p:txBody>
      </p:sp>
      <p:sp>
        <p:nvSpPr>
          <p:cNvPr id="29" name=""/>
          <p:cNvSpPr txBox="1"/>
          <p:nvPr/>
        </p:nvSpPr>
        <p:spPr>
          <a:xfrm>
            <a:off x="4657725" y="4619625"/>
            <a:ext cx="27717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DM Sans"/>
                <a:ea typeface="DM Sans"/>
              </a:rPr>
              <a:t>next weekend?</a:t>
            </a:r>
          </a:p>
        </p:txBody>
      </p:sp>
      <p:sp>
        <p:nvSpPr>
          <p:cNvPr id="30" name=""/>
          <p:cNvSpPr txBox="1"/>
          <p:nvPr/>
        </p:nvSpPr>
        <p:spPr>
          <a:xfrm>
            <a:off x="4657725" y="5086350"/>
            <a:ext cx="22193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5E6780"/>
                </a:solidFill>
                <a:latin typeface="Noto Sans JP"/>
                <a:ea typeface="Noto Sans JP"/>
              </a:rPr>
              <a:t>来週末なにするの？</a:t>
            </a:r>
          </a:p>
        </p:txBody>
      </p:sp>
      <p:sp>
        <p:nvSpPr>
          <p:cNvPr id="31" name=""/>
          <p:cNvSpPr/>
          <p:nvPr/>
        </p:nvSpPr>
        <p:spPr>
          <a:xfrm>
            <a:off x="8048625" y="3514725"/>
            <a:ext cx="3533775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2" name=""/>
          <p:cNvSpPr txBox="1"/>
          <p:nvPr/>
        </p:nvSpPr>
        <p:spPr>
          <a:xfrm>
            <a:off x="8372475" y="39624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 spc="169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33" name=""/>
          <p:cNvSpPr txBox="1"/>
          <p:nvPr/>
        </p:nvSpPr>
        <p:spPr>
          <a:xfrm>
            <a:off x="8372475" y="4248150"/>
            <a:ext cx="29813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DM Sans"/>
                <a:ea typeface="DM Sans"/>
              </a:rPr>
              <a:t>What will you do</a:t>
            </a:r>
          </a:p>
        </p:txBody>
      </p:sp>
      <p:sp>
        <p:nvSpPr>
          <p:cNvPr id="34" name=""/>
          <p:cNvSpPr txBox="1"/>
          <p:nvPr/>
        </p:nvSpPr>
        <p:spPr>
          <a:xfrm>
            <a:off x="8372475" y="4619625"/>
            <a:ext cx="26955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DM Sans"/>
                <a:ea typeface="DM Sans"/>
              </a:rPr>
              <a:t>for Christmas?</a:t>
            </a:r>
          </a:p>
        </p:txBody>
      </p:sp>
      <p:sp>
        <p:nvSpPr>
          <p:cNvPr id="35" name=""/>
          <p:cNvSpPr txBox="1"/>
          <p:nvPr/>
        </p:nvSpPr>
        <p:spPr>
          <a:xfrm>
            <a:off x="8372475" y="5086350"/>
            <a:ext cx="28384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5E6780"/>
                </a:solidFill>
                <a:latin typeface="Noto Sans JP"/>
                <a:ea typeface="Noto Sans JP"/>
              </a:rPr>
              <a:t>クリスマスはなにするの？</a:t>
            </a:r>
          </a:p>
        </p:txBody>
      </p:sp>
      <p:sp>
        <p:nvSpPr>
          <p:cNvPr id="36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972550" y="390525"/>
            <a:ext cx="26098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1059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9315450" y="466725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CHALLENGE TIME</a:t>
            </a:r>
          </a:p>
        </p:txBody>
      </p:sp>
      <p:sp>
        <p:nvSpPr>
          <p:cNvPr id="7" name=""/>
          <p:cNvSpPr txBox="1"/>
          <p:nvPr/>
        </p:nvSpPr>
        <p:spPr>
          <a:xfrm>
            <a:off x="10772775" y="447675"/>
            <a:ext cx="10763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ROUND 1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1962150"/>
            <a:ext cx="11906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2181225"/>
            <a:ext cx="5800725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 spc="-75" kern="0">
                <a:solidFill>
                  <a:srgbClr val="1A2238"/>
                </a:solidFill>
                <a:latin typeface="DM Sans"/>
                <a:ea typeface="DM Sans"/>
              </a:rPr>
              <a:t>What </a:t>
            </a:r>
            <a:pPr/>
            <a:r>
              <a:rPr sz="4800" b="1" spc="-7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4800" b="1" spc="-75" kern="0">
                <a:solidFill>
                  <a:srgbClr val="1A2238"/>
                </a:solidFill>
                <a:latin typeface="DM Sans"/>
                <a:ea typeface="DM Sans"/>
              </a:rPr>
              <a:t> you do</a:t>
            </a:r>
          </a:p>
        </p:txBody>
      </p:sp>
      <p:sp>
        <p:nvSpPr>
          <p:cNvPr id="10" name=""/>
          <p:cNvSpPr txBox="1"/>
          <p:nvPr/>
        </p:nvSpPr>
        <p:spPr>
          <a:xfrm>
            <a:off x="609600" y="2886075"/>
            <a:ext cx="3990975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 spc="-75" kern="0">
                <a:solidFill>
                  <a:srgbClr val="1A2238"/>
                </a:solidFill>
                <a:latin typeface="DM Sans"/>
                <a:ea typeface="DM Sans"/>
              </a:rPr>
              <a:t>tomorrow?</a:t>
            </a:r>
          </a:p>
        </p:txBody>
      </p:sp>
      <p:sp>
        <p:nvSpPr>
          <p:cNvPr id="11" name=""/>
          <p:cNvSpPr txBox="1"/>
          <p:nvPr/>
        </p:nvSpPr>
        <p:spPr>
          <a:xfrm>
            <a:off x="609600" y="3771900"/>
            <a:ext cx="24479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4B5569"/>
                </a:solidFill>
                <a:latin typeface="Noto Sans JP"/>
                <a:ea typeface="Noto Sans JP"/>
              </a:rPr>
              <a:t>明日なにするの？</a:t>
            </a:r>
          </a:p>
        </p:txBody>
      </p:sp>
      <p:sp>
        <p:nvSpPr>
          <p:cNvPr id="12" name=""/>
          <p:cNvSpPr/>
          <p:nvPr/>
        </p:nvSpPr>
        <p:spPr>
          <a:xfrm>
            <a:off x="609600" y="4333875"/>
            <a:ext cx="1066800" cy="371475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13" name=""/>
          <p:cNvSpPr txBox="1"/>
          <p:nvPr/>
        </p:nvSpPr>
        <p:spPr>
          <a:xfrm>
            <a:off x="762000" y="4391025"/>
            <a:ext cx="12192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2C6496"/>
                </a:solidFill>
                <a:latin typeface="Noto Sans JP"/>
                <a:ea typeface="Noto Sans JP"/>
              </a:rPr>
              <a:t>at ＋ 場所</a:t>
            </a:r>
          </a:p>
        </p:txBody>
      </p:sp>
      <p:sp>
        <p:nvSpPr>
          <p:cNvPr id="14" name=""/>
          <p:cNvSpPr/>
          <p:nvPr/>
        </p:nvSpPr>
        <p:spPr>
          <a:xfrm>
            <a:off x="1771650" y="4333875"/>
            <a:ext cx="1066800" cy="371475"/>
          </a:xfrm>
          <a:prstGeom prst="roundRect">
            <a:avLst>
              <a:gd name="adj" fmla="val 50000"/>
            </a:avLst>
          </a:prstGeom>
          <a:solidFill>
            <a:srgbClr val="FFF0C4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924050" y="4391025"/>
            <a:ext cx="12192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8A5A00"/>
                </a:solidFill>
                <a:latin typeface="Noto Sans JP"/>
                <a:ea typeface="Noto Sans JP"/>
              </a:rPr>
              <a:t>at ＋ 時間</a:t>
            </a:r>
          </a:p>
        </p:txBody>
      </p:sp>
      <p:sp>
        <p:nvSpPr>
          <p:cNvPr id="16" name=""/>
          <p:cNvSpPr/>
          <p:nvPr/>
        </p:nvSpPr>
        <p:spPr>
          <a:xfrm>
            <a:off x="2933700" y="4333875"/>
            <a:ext cx="1104900" cy="371475"/>
          </a:xfrm>
          <a:prstGeom prst="roundRect">
            <a:avLst>
              <a:gd name="adj" fmla="val 50000"/>
            </a:avLst>
          </a:prstGeom>
          <a:solidFill>
            <a:srgbClr val="FFE3EA"/>
          </a:solidFill>
          <a:ln/>
        </p:spPr>
      </p:sp>
      <p:sp>
        <p:nvSpPr>
          <p:cNvPr id="17" name=""/>
          <p:cNvSpPr txBox="1"/>
          <p:nvPr/>
        </p:nvSpPr>
        <p:spPr>
          <a:xfrm>
            <a:off x="3086100" y="4391025"/>
            <a:ext cx="12668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B0284F"/>
                </a:solidFill>
                <a:latin typeface="Noto Sans JP"/>
                <a:ea typeface="Noto Sans JP"/>
              </a:rPr>
              <a:t>with ＋ 人</a:t>
            </a:r>
          </a:p>
        </p:txBody>
      </p:sp>
      <p:sp>
        <p:nvSpPr>
          <p:cNvPr id="18" name=""/>
          <p:cNvSpPr txBox="1"/>
          <p:nvPr/>
        </p:nvSpPr>
        <p:spPr>
          <a:xfrm>
            <a:off x="2009775" y="4905375"/>
            <a:ext cx="3733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A2238"/>
                </a:solidFill>
                <a:latin typeface="Noto Sans JP"/>
                <a:ea typeface="Noto Sans JP"/>
              </a:rPr>
              <a:t>1分間で、どんどん書き込んでね！</a:t>
            </a:r>
          </a:p>
        </p:txBody>
      </p:sp>
      <p:sp>
        <p:nvSpPr>
          <p:cNvPr id="19" name=""/>
          <p:cNvSpPr/>
          <p:nvPr/>
        </p:nvSpPr>
        <p:spPr>
          <a:xfrm>
            <a:off x="609600" y="4895850"/>
            <a:ext cx="1266825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20" name=""/>
          <p:cNvSpPr txBox="1"/>
          <p:nvPr/>
        </p:nvSpPr>
        <p:spPr>
          <a:xfrm>
            <a:off x="742950" y="49434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チャットで参加</a:t>
            </a:r>
          </a:p>
        </p:txBody>
      </p:sp>
      <p:sp>
        <p:nvSpPr>
          <p:cNvPr id="21" name=""/>
          <p:cNvSpPr/>
          <p:nvPr/>
        </p:nvSpPr>
        <p:spPr>
          <a:xfrm>
            <a:off x="8582025" y="2152650"/>
            <a:ext cx="2857500" cy="2857500"/>
          </a:xfrm>
          <a:prstGeom prst="ellipse">
            <a:avLst/>
          </a:prstGeom>
          <a:solidFill>
            <a:srgbClr val="F0521E"/>
          </a:solidFill>
          <a:ln w="152400">
            <a:solidFill>
              <a:srgbClr val="FFD3C2"/>
            </a:solidFill>
            <a:prstDash val="solid"/>
          </a:ln>
        </p:spPr>
      </p:sp>
      <p:sp>
        <p:nvSpPr>
          <p:cNvPr id="22" name=""/>
          <p:cNvSpPr txBox="1"/>
          <p:nvPr/>
        </p:nvSpPr>
        <p:spPr>
          <a:xfrm>
            <a:off x="9124950" y="2838450"/>
            <a:ext cx="2381250" cy="1190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7200" b="1" spc="-150" kern="0">
                <a:solidFill>
                  <a:srgbClr val="FFFFFF"/>
                </a:solidFill>
                <a:latin typeface="DM Sans"/>
                <a:ea typeface="DM Sans"/>
              </a:rPr>
              <a:t>1:00</a:t>
            </a:r>
          </a:p>
        </p:txBody>
      </p:sp>
      <p:sp>
        <p:nvSpPr>
          <p:cNvPr id="23" name=""/>
          <p:cNvSpPr txBox="1"/>
          <p:nvPr/>
        </p:nvSpPr>
        <p:spPr>
          <a:xfrm>
            <a:off x="9582150" y="399097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 spc="225" kern="0">
                <a:solidFill>
                  <a:srgbClr val="FFFFFF"/>
                </a:solidFill>
                <a:latin typeface="DM Sans"/>
                <a:ea typeface="DM Sans"/>
              </a:rPr>
              <a:t>1 MINUTE</a:t>
            </a:r>
          </a:p>
        </p:txBody>
      </p:sp>
      <p:sp>
        <p:nvSpPr>
          <p:cNvPr id="24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972550" y="390525"/>
            <a:ext cx="26098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1059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9315450" y="466725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CHALLENGE TIME</a:t>
            </a:r>
          </a:p>
        </p:txBody>
      </p:sp>
      <p:sp>
        <p:nvSpPr>
          <p:cNvPr id="7" name=""/>
          <p:cNvSpPr txBox="1"/>
          <p:nvPr/>
        </p:nvSpPr>
        <p:spPr>
          <a:xfrm>
            <a:off x="10772775" y="447675"/>
            <a:ext cx="10763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ROUND 2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1962150"/>
            <a:ext cx="12287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2181225"/>
            <a:ext cx="5800725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 spc="-75" kern="0">
                <a:solidFill>
                  <a:srgbClr val="1A2238"/>
                </a:solidFill>
                <a:latin typeface="DM Sans"/>
                <a:ea typeface="DM Sans"/>
              </a:rPr>
              <a:t>What </a:t>
            </a:r>
            <a:pPr/>
            <a:r>
              <a:rPr sz="4800" b="1" spc="-7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4800" b="1" spc="-75" kern="0">
                <a:solidFill>
                  <a:srgbClr val="1A2238"/>
                </a:solidFill>
                <a:latin typeface="DM Sans"/>
                <a:ea typeface="DM Sans"/>
              </a:rPr>
              <a:t> you do</a:t>
            </a:r>
          </a:p>
        </p:txBody>
      </p:sp>
      <p:sp>
        <p:nvSpPr>
          <p:cNvPr id="10" name=""/>
          <p:cNvSpPr txBox="1"/>
          <p:nvPr/>
        </p:nvSpPr>
        <p:spPr>
          <a:xfrm>
            <a:off x="609600" y="2886075"/>
            <a:ext cx="5372100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 spc="-75" kern="0">
                <a:solidFill>
                  <a:srgbClr val="1A2238"/>
                </a:solidFill>
                <a:latin typeface="DM Sans"/>
                <a:ea typeface="DM Sans"/>
              </a:rPr>
              <a:t>next weekend?</a:t>
            </a:r>
          </a:p>
        </p:txBody>
      </p:sp>
      <p:sp>
        <p:nvSpPr>
          <p:cNvPr id="11" name=""/>
          <p:cNvSpPr txBox="1"/>
          <p:nvPr/>
        </p:nvSpPr>
        <p:spPr>
          <a:xfrm>
            <a:off x="609600" y="3771900"/>
            <a:ext cx="27146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4B5569"/>
                </a:solidFill>
                <a:latin typeface="Noto Sans JP"/>
                <a:ea typeface="Noto Sans JP"/>
              </a:rPr>
              <a:t>来週末なにするの？</a:t>
            </a:r>
          </a:p>
        </p:txBody>
      </p:sp>
      <p:sp>
        <p:nvSpPr>
          <p:cNvPr id="12" name=""/>
          <p:cNvSpPr/>
          <p:nvPr/>
        </p:nvSpPr>
        <p:spPr>
          <a:xfrm>
            <a:off x="609600" y="4333875"/>
            <a:ext cx="1066800" cy="371475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13" name=""/>
          <p:cNvSpPr txBox="1"/>
          <p:nvPr/>
        </p:nvSpPr>
        <p:spPr>
          <a:xfrm>
            <a:off x="762000" y="4391025"/>
            <a:ext cx="12192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2C6496"/>
                </a:solidFill>
                <a:latin typeface="Noto Sans JP"/>
                <a:ea typeface="Noto Sans JP"/>
              </a:rPr>
              <a:t>at ＋ 場所</a:t>
            </a:r>
          </a:p>
        </p:txBody>
      </p:sp>
      <p:sp>
        <p:nvSpPr>
          <p:cNvPr id="14" name=""/>
          <p:cNvSpPr/>
          <p:nvPr/>
        </p:nvSpPr>
        <p:spPr>
          <a:xfrm>
            <a:off x="1771650" y="4333875"/>
            <a:ext cx="1066800" cy="371475"/>
          </a:xfrm>
          <a:prstGeom prst="roundRect">
            <a:avLst>
              <a:gd name="adj" fmla="val 50000"/>
            </a:avLst>
          </a:prstGeom>
          <a:solidFill>
            <a:srgbClr val="FFF0C4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924050" y="4391025"/>
            <a:ext cx="12192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8A5A00"/>
                </a:solidFill>
                <a:latin typeface="Noto Sans JP"/>
                <a:ea typeface="Noto Sans JP"/>
              </a:rPr>
              <a:t>at ＋ 時間</a:t>
            </a:r>
          </a:p>
        </p:txBody>
      </p:sp>
      <p:sp>
        <p:nvSpPr>
          <p:cNvPr id="16" name=""/>
          <p:cNvSpPr/>
          <p:nvPr/>
        </p:nvSpPr>
        <p:spPr>
          <a:xfrm>
            <a:off x="2933700" y="4333875"/>
            <a:ext cx="1104900" cy="371475"/>
          </a:xfrm>
          <a:prstGeom prst="roundRect">
            <a:avLst>
              <a:gd name="adj" fmla="val 50000"/>
            </a:avLst>
          </a:prstGeom>
          <a:solidFill>
            <a:srgbClr val="FFE3EA"/>
          </a:solidFill>
          <a:ln/>
        </p:spPr>
      </p:sp>
      <p:sp>
        <p:nvSpPr>
          <p:cNvPr id="17" name=""/>
          <p:cNvSpPr txBox="1"/>
          <p:nvPr/>
        </p:nvSpPr>
        <p:spPr>
          <a:xfrm>
            <a:off x="3086100" y="4391025"/>
            <a:ext cx="12668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B0284F"/>
                </a:solidFill>
                <a:latin typeface="Noto Sans JP"/>
                <a:ea typeface="Noto Sans JP"/>
              </a:rPr>
              <a:t>with ＋ 人</a:t>
            </a:r>
          </a:p>
        </p:txBody>
      </p:sp>
      <p:sp>
        <p:nvSpPr>
          <p:cNvPr id="18" name=""/>
          <p:cNvSpPr txBox="1"/>
          <p:nvPr/>
        </p:nvSpPr>
        <p:spPr>
          <a:xfrm>
            <a:off x="2009775" y="4905375"/>
            <a:ext cx="3733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A2238"/>
                </a:solidFill>
                <a:latin typeface="Noto Sans JP"/>
                <a:ea typeface="Noto Sans JP"/>
              </a:rPr>
              <a:t>1分間で、どんどん書き込んでね！</a:t>
            </a:r>
          </a:p>
        </p:txBody>
      </p:sp>
      <p:sp>
        <p:nvSpPr>
          <p:cNvPr id="19" name=""/>
          <p:cNvSpPr/>
          <p:nvPr/>
        </p:nvSpPr>
        <p:spPr>
          <a:xfrm>
            <a:off x="609600" y="4895850"/>
            <a:ext cx="1266825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20" name=""/>
          <p:cNvSpPr txBox="1"/>
          <p:nvPr/>
        </p:nvSpPr>
        <p:spPr>
          <a:xfrm>
            <a:off x="742950" y="49434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チャットで参加</a:t>
            </a:r>
          </a:p>
        </p:txBody>
      </p:sp>
      <p:sp>
        <p:nvSpPr>
          <p:cNvPr id="21" name=""/>
          <p:cNvSpPr/>
          <p:nvPr/>
        </p:nvSpPr>
        <p:spPr>
          <a:xfrm>
            <a:off x="8582025" y="2152650"/>
            <a:ext cx="2857500" cy="2857500"/>
          </a:xfrm>
          <a:prstGeom prst="ellipse">
            <a:avLst/>
          </a:prstGeom>
          <a:solidFill>
            <a:srgbClr val="F0521E"/>
          </a:solidFill>
          <a:ln w="152400">
            <a:solidFill>
              <a:srgbClr val="FFD3C2"/>
            </a:solidFill>
            <a:prstDash val="solid"/>
          </a:ln>
        </p:spPr>
      </p:sp>
      <p:sp>
        <p:nvSpPr>
          <p:cNvPr id="22" name=""/>
          <p:cNvSpPr txBox="1"/>
          <p:nvPr/>
        </p:nvSpPr>
        <p:spPr>
          <a:xfrm>
            <a:off x="9124950" y="2838450"/>
            <a:ext cx="2381250" cy="1190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7200" b="1" spc="-150" kern="0">
                <a:solidFill>
                  <a:srgbClr val="FFFFFF"/>
                </a:solidFill>
                <a:latin typeface="DM Sans"/>
                <a:ea typeface="DM Sans"/>
              </a:rPr>
              <a:t>1:00</a:t>
            </a:r>
          </a:p>
        </p:txBody>
      </p:sp>
      <p:sp>
        <p:nvSpPr>
          <p:cNvPr id="23" name=""/>
          <p:cNvSpPr txBox="1"/>
          <p:nvPr/>
        </p:nvSpPr>
        <p:spPr>
          <a:xfrm>
            <a:off x="9582150" y="399097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 spc="225" kern="0">
                <a:solidFill>
                  <a:srgbClr val="FFFFFF"/>
                </a:solidFill>
                <a:latin typeface="DM Sans"/>
                <a:ea typeface="DM Sans"/>
              </a:rPr>
              <a:t>1 MINUTE</a:t>
            </a:r>
          </a:p>
        </p:txBody>
      </p:sp>
      <p:sp>
        <p:nvSpPr>
          <p:cNvPr id="24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972550" y="390525"/>
            <a:ext cx="26098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1059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9315450" y="466725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CHALLENGE TIME</a:t>
            </a:r>
          </a:p>
        </p:txBody>
      </p:sp>
      <p:sp>
        <p:nvSpPr>
          <p:cNvPr id="7" name=""/>
          <p:cNvSpPr txBox="1"/>
          <p:nvPr/>
        </p:nvSpPr>
        <p:spPr>
          <a:xfrm>
            <a:off x="10772775" y="447675"/>
            <a:ext cx="10763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ROUND 3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1962150"/>
            <a:ext cx="12287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2181225"/>
            <a:ext cx="5800725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 spc="-75" kern="0">
                <a:solidFill>
                  <a:srgbClr val="1A2238"/>
                </a:solidFill>
                <a:latin typeface="DM Sans"/>
                <a:ea typeface="DM Sans"/>
              </a:rPr>
              <a:t>What </a:t>
            </a:r>
            <a:pPr/>
            <a:r>
              <a:rPr sz="4800" b="1" spc="-7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4800" b="1" spc="-75" kern="0">
                <a:solidFill>
                  <a:srgbClr val="1A2238"/>
                </a:solidFill>
                <a:latin typeface="DM Sans"/>
                <a:ea typeface="DM Sans"/>
              </a:rPr>
              <a:t> you do</a:t>
            </a:r>
          </a:p>
        </p:txBody>
      </p:sp>
      <p:sp>
        <p:nvSpPr>
          <p:cNvPr id="10" name=""/>
          <p:cNvSpPr txBox="1"/>
          <p:nvPr/>
        </p:nvSpPr>
        <p:spPr>
          <a:xfrm>
            <a:off x="609600" y="2886075"/>
            <a:ext cx="5210175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 spc="-75" kern="0">
                <a:solidFill>
                  <a:srgbClr val="1A2238"/>
                </a:solidFill>
                <a:latin typeface="DM Sans"/>
                <a:ea typeface="DM Sans"/>
              </a:rPr>
              <a:t>for Christmas?</a:t>
            </a:r>
          </a:p>
        </p:txBody>
      </p:sp>
      <p:sp>
        <p:nvSpPr>
          <p:cNvPr id="11" name=""/>
          <p:cNvSpPr txBox="1"/>
          <p:nvPr/>
        </p:nvSpPr>
        <p:spPr>
          <a:xfrm>
            <a:off x="609600" y="3771900"/>
            <a:ext cx="34956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4B5569"/>
                </a:solidFill>
                <a:latin typeface="Noto Sans JP"/>
                <a:ea typeface="Noto Sans JP"/>
              </a:rPr>
              <a:t>クリスマスはなにするの？</a:t>
            </a:r>
          </a:p>
        </p:txBody>
      </p:sp>
      <p:sp>
        <p:nvSpPr>
          <p:cNvPr id="12" name=""/>
          <p:cNvSpPr/>
          <p:nvPr/>
        </p:nvSpPr>
        <p:spPr>
          <a:xfrm>
            <a:off x="609600" y="4333875"/>
            <a:ext cx="1066800" cy="371475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13" name=""/>
          <p:cNvSpPr txBox="1"/>
          <p:nvPr/>
        </p:nvSpPr>
        <p:spPr>
          <a:xfrm>
            <a:off x="762000" y="4391025"/>
            <a:ext cx="12192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2C6496"/>
                </a:solidFill>
                <a:latin typeface="Noto Sans JP"/>
                <a:ea typeface="Noto Sans JP"/>
              </a:rPr>
              <a:t>at ＋ 場所</a:t>
            </a:r>
          </a:p>
        </p:txBody>
      </p:sp>
      <p:sp>
        <p:nvSpPr>
          <p:cNvPr id="14" name=""/>
          <p:cNvSpPr/>
          <p:nvPr/>
        </p:nvSpPr>
        <p:spPr>
          <a:xfrm>
            <a:off x="1771650" y="4333875"/>
            <a:ext cx="1066800" cy="371475"/>
          </a:xfrm>
          <a:prstGeom prst="roundRect">
            <a:avLst>
              <a:gd name="adj" fmla="val 50000"/>
            </a:avLst>
          </a:prstGeom>
          <a:solidFill>
            <a:srgbClr val="FFF0C4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924050" y="4391025"/>
            <a:ext cx="12192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8A5A00"/>
                </a:solidFill>
                <a:latin typeface="Noto Sans JP"/>
                <a:ea typeface="Noto Sans JP"/>
              </a:rPr>
              <a:t>at ＋ 時間</a:t>
            </a:r>
          </a:p>
        </p:txBody>
      </p:sp>
      <p:sp>
        <p:nvSpPr>
          <p:cNvPr id="16" name=""/>
          <p:cNvSpPr/>
          <p:nvPr/>
        </p:nvSpPr>
        <p:spPr>
          <a:xfrm>
            <a:off x="2933700" y="4333875"/>
            <a:ext cx="1104900" cy="371475"/>
          </a:xfrm>
          <a:prstGeom prst="roundRect">
            <a:avLst>
              <a:gd name="adj" fmla="val 50000"/>
            </a:avLst>
          </a:prstGeom>
          <a:solidFill>
            <a:srgbClr val="FFE3EA"/>
          </a:solidFill>
          <a:ln/>
        </p:spPr>
      </p:sp>
      <p:sp>
        <p:nvSpPr>
          <p:cNvPr id="17" name=""/>
          <p:cNvSpPr txBox="1"/>
          <p:nvPr/>
        </p:nvSpPr>
        <p:spPr>
          <a:xfrm>
            <a:off x="3086100" y="4391025"/>
            <a:ext cx="12668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B0284F"/>
                </a:solidFill>
                <a:latin typeface="Noto Sans JP"/>
                <a:ea typeface="Noto Sans JP"/>
              </a:rPr>
              <a:t>with ＋ 人</a:t>
            </a:r>
          </a:p>
        </p:txBody>
      </p:sp>
      <p:sp>
        <p:nvSpPr>
          <p:cNvPr id="18" name=""/>
          <p:cNvSpPr txBox="1"/>
          <p:nvPr/>
        </p:nvSpPr>
        <p:spPr>
          <a:xfrm>
            <a:off x="2009775" y="4905375"/>
            <a:ext cx="3733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A2238"/>
                </a:solidFill>
                <a:latin typeface="Noto Sans JP"/>
                <a:ea typeface="Noto Sans JP"/>
              </a:rPr>
              <a:t>1分間で、どんどん書き込んでね！</a:t>
            </a:r>
          </a:p>
        </p:txBody>
      </p:sp>
      <p:sp>
        <p:nvSpPr>
          <p:cNvPr id="19" name=""/>
          <p:cNvSpPr/>
          <p:nvPr/>
        </p:nvSpPr>
        <p:spPr>
          <a:xfrm>
            <a:off x="609600" y="4895850"/>
            <a:ext cx="1266825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20" name=""/>
          <p:cNvSpPr txBox="1"/>
          <p:nvPr/>
        </p:nvSpPr>
        <p:spPr>
          <a:xfrm>
            <a:off x="742950" y="49434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チャットで参加</a:t>
            </a:r>
          </a:p>
        </p:txBody>
      </p:sp>
      <p:sp>
        <p:nvSpPr>
          <p:cNvPr id="21" name=""/>
          <p:cNvSpPr/>
          <p:nvPr/>
        </p:nvSpPr>
        <p:spPr>
          <a:xfrm>
            <a:off x="8582025" y="2152650"/>
            <a:ext cx="2857500" cy="2857500"/>
          </a:xfrm>
          <a:prstGeom prst="ellipse">
            <a:avLst/>
          </a:prstGeom>
          <a:solidFill>
            <a:srgbClr val="F0521E"/>
          </a:solidFill>
          <a:ln w="152400">
            <a:solidFill>
              <a:srgbClr val="FFD3C2"/>
            </a:solidFill>
            <a:prstDash val="solid"/>
          </a:ln>
        </p:spPr>
      </p:sp>
      <p:sp>
        <p:nvSpPr>
          <p:cNvPr id="22" name=""/>
          <p:cNvSpPr txBox="1"/>
          <p:nvPr/>
        </p:nvSpPr>
        <p:spPr>
          <a:xfrm>
            <a:off x="9124950" y="2838450"/>
            <a:ext cx="2381250" cy="1190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7200" b="1" spc="-150" kern="0">
                <a:solidFill>
                  <a:srgbClr val="FFFFFF"/>
                </a:solidFill>
                <a:latin typeface="DM Sans"/>
                <a:ea typeface="DM Sans"/>
              </a:rPr>
              <a:t>1:00</a:t>
            </a:r>
          </a:p>
        </p:txBody>
      </p:sp>
      <p:sp>
        <p:nvSpPr>
          <p:cNvPr id="23" name=""/>
          <p:cNvSpPr txBox="1"/>
          <p:nvPr/>
        </p:nvSpPr>
        <p:spPr>
          <a:xfrm>
            <a:off x="9582150" y="399097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 spc="225" kern="0">
                <a:solidFill>
                  <a:srgbClr val="FFFFFF"/>
                </a:solidFill>
                <a:latin typeface="DM Sans"/>
                <a:ea typeface="DM Sans"/>
              </a:rPr>
              <a:t>1 MINUTE</a:t>
            </a:r>
          </a:p>
        </p:txBody>
      </p:sp>
      <p:sp>
        <p:nvSpPr>
          <p:cNvPr id="24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020175" y="390525"/>
            <a:ext cx="25622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153525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9363075" y="466725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TALK TIME</a:t>
            </a:r>
          </a:p>
        </p:txBody>
      </p:sp>
      <p:sp>
        <p:nvSpPr>
          <p:cNvPr id="7" name=""/>
          <p:cNvSpPr txBox="1"/>
          <p:nvPr/>
        </p:nvSpPr>
        <p:spPr>
          <a:xfrm>
            <a:off x="10267950" y="447675"/>
            <a:ext cx="16478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クリスマスの雑談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904875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Let's talk!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1371600"/>
            <a:ext cx="61150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クリスマス、どう過ごす？</a:t>
            </a:r>
          </a:p>
        </p:txBody>
      </p:sp>
      <p:sp>
        <p:nvSpPr>
          <p:cNvPr id="10" name=""/>
          <p:cNvSpPr/>
          <p:nvPr/>
        </p:nvSpPr>
        <p:spPr>
          <a:xfrm>
            <a:off x="609600" y="2867025"/>
            <a:ext cx="3514725" cy="266700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1" name=""/>
          <p:cNvSpPr/>
          <p:nvPr/>
        </p:nvSpPr>
        <p:spPr>
          <a:xfrm>
            <a:off x="933450" y="3448050"/>
            <a:ext cx="533400" cy="76200"/>
          </a:xfrm>
          <a:prstGeom prst="roundRect">
            <a:avLst>
              <a:gd name="adj" fmla="val 50000"/>
            </a:avLst>
          </a:prstGeom>
          <a:solidFill>
            <a:srgbClr val="FF9DB4"/>
          </a:solidFill>
          <a:ln/>
        </p:spPr>
      </p:sp>
      <p:sp>
        <p:nvSpPr>
          <p:cNvPr id="12" name=""/>
          <p:cNvSpPr txBox="1"/>
          <p:nvPr/>
        </p:nvSpPr>
        <p:spPr>
          <a:xfrm>
            <a:off x="933450" y="3695700"/>
            <a:ext cx="3476625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A2238"/>
                </a:solidFill>
                <a:latin typeface="Noto Sans JP"/>
                <a:ea typeface="Noto Sans JP"/>
              </a:rPr>
              <a:t>アメリカ・カナダの</a:t>
            </a:r>
          </a:p>
        </p:txBody>
      </p:sp>
      <p:sp>
        <p:nvSpPr>
          <p:cNvPr id="13" name=""/>
          <p:cNvSpPr txBox="1"/>
          <p:nvPr/>
        </p:nvSpPr>
        <p:spPr>
          <a:xfrm>
            <a:off x="933450" y="4133850"/>
            <a:ext cx="2085975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A2238"/>
                </a:solidFill>
                <a:latin typeface="Noto Sans JP"/>
                <a:ea typeface="Noto Sans JP"/>
              </a:rPr>
              <a:t>クリスマス</a:t>
            </a:r>
          </a:p>
        </p:txBody>
      </p:sp>
      <p:sp>
        <p:nvSpPr>
          <p:cNvPr id="14" name=""/>
          <p:cNvSpPr txBox="1"/>
          <p:nvPr/>
        </p:nvSpPr>
        <p:spPr>
          <a:xfrm>
            <a:off x="933450" y="4705350"/>
            <a:ext cx="3486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5E6780"/>
                </a:solidFill>
                <a:latin typeface="DM Sans"/>
                <a:ea typeface="DM Sans"/>
              </a:rPr>
              <a:t>Christmas in the U.S. &amp; Canada</a:t>
            </a:r>
          </a:p>
        </p:txBody>
      </p:sp>
      <p:sp>
        <p:nvSpPr>
          <p:cNvPr id="15" name=""/>
          <p:cNvSpPr/>
          <p:nvPr/>
        </p:nvSpPr>
        <p:spPr>
          <a:xfrm>
            <a:off x="4333875" y="2867025"/>
            <a:ext cx="3514725" cy="266700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6" name=""/>
          <p:cNvSpPr/>
          <p:nvPr/>
        </p:nvSpPr>
        <p:spPr>
          <a:xfrm>
            <a:off x="4657725" y="3448050"/>
            <a:ext cx="533400" cy="76200"/>
          </a:xfrm>
          <a:prstGeom prst="roundRect">
            <a:avLst>
              <a:gd name="adj" fmla="val 50000"/>
            </a:avLst>
          </a:prstGeom>
          <a:solidFill>
            <a:srgbClr val="FF8A57"/>
          </a:solidFill>
          <a:ln/>
        </p:spPr>
      </p:sp>
      <p:sp>
        <p:nvSpPr>
          <p:cNvPr id="17" name=""/>
          <p:cNvSpPr txBox="1"/>
          <p:nvPr/>
        </p:nvSpPr>
        <p:spPr>
          <a:xfrm>
            <a:off x="4657725" y="3695700"/>
            <a:ext cx="13906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A2238"/>
                </a:solidFill>
                <a:latin typeface="Noto Sans JP"/>
                <a:ea typeface="Noto Sans JP"/>
              </a:rPr>
              <a:t>日本の</a:t>
            </a:r>
          </a:p>
        </p:txBody>
      </p:sp>
      <p:sp>
        <p:nvSpPr>
          <p:cNvPr id="18" name=""/>
          <p:cNvSpPr txBox="1"/>
          <p:nvPr/>
        </p:nvSpPr>
        <p:spPr>
          <a:xfrm>
            <a:off x="4657725" y="4133850"/>
            <a:ext cx="13906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A2238"/>
                </a:solidFill>
                <a:latin typeface="Noto Sans JP"/>
                <a:ea typeface="Noto Sans JP"/>
              </a:rPr>
              <a:t>お正月</a:t>
            </a:r>
          </a:p>
        </p:txBody>
      </p:sp>
      <p:sp>
        <p:nvSpPr>
          <p:cNvPr id="19" name=""/>
          <p:cNvSpPr txBox="1"/>
          <p:nvPr/>
        </p:nvSpPr>
        <p:spPr>
          <a:xfrm>
            <a:off x="4657725" y="4705350"/>
            <a:ext cx="23336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5E6780"/>
                </a:solidFill>
                <a:latin typeface="DM Sans"/>
                <a:ea typeface="DM Sans"/>
              </a:rPr>
              <a:t>New Year's in Japan</a:t>
            </a:r>
          </a:p>
        </p:txBody>
      </p:sp>
      <p:sp>
        <p:nvSpPr>
          <p:cNvPr id="20" name=""/>
          <p:cNvSpPr/>
          <p:nvPr/>
        </p:nvSpPr>
        <p:spPr>
          <a:xfrm>
            <a:off x="8067675" y="2867025"/>
            <a:ext cx="3514725" cy="266700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1" name=""/>
          <p:cNvSpPr/>
          <p:nvPr/>
        </p:nvSpPr>
        <p:spPr>
          <a:xfrm>
            <a:off x="8391525" y="3448050"/>
            <a:ext cx="533400" cy="76200"/>
          </a:xfrm>
          <a:prstGeom prst="roundRect">
            <a:avLst>
              <a:gd name="adj" fmla="val 50000"/>
            </a:avLst>
          </a:prstGeom>
          <a:solidFill>
            <a:srgbClr val="FFC94A"/>
          </a:solidFill>
          <a:ln/>
        </p:spPr>
      </p:sp>
      <p:sp>
        <p:nvSpPr>
          <p:cNvPr id="22" name=""/>
          <p:cNvSpPr txBox="1"/>
          <p:nvPr/>
        </p:nvSpPr>
        <p:spPr>
          <a:xfrm>
            <a:off x="8391525" y="3695700"/>
            <a:ext cx="3133725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A2238"/>
                </a:solidFill>
                <a:latin typeface="Noto Sans JP"/>
                <a:ea typeface="Noto Sans JP"/>
              </a:rPr>
              <a:t>サンクスギビング</a:t>
            </a:r>
          </a:p>
        </p:txBody>
      </p:sp>
      <p:sp>
        <p:nvSpPr>
          <p:cNvPr id="23" name=""/>
          <p:cNvSpPr txBox="1"/>
          <p:nvPr/>
        </p:nvSpPr>
        <p:spPr>
          <a:xfrm>
            <a:off x="8391525" y="4133850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A2238"/>
                </a:solidFill>
                <a:latin typeface="Noto Sans JP"/>
                <a:ea typeface="Noto Sans JP"/>
              </a:rPr>
              <a:t>（感謝祭）</a:t>
            </a:r>
          </a:p>
        </p:txBody>
      </p:sp>
      <p:sp>
        <p:nvSpPr>
          <p:cNvPr id="24" name=""/>
          <p:cNvSpPr txBox="1"/>
          <p:nvPr/>
        </p:nvSpPr>
        <p:spPr>
          <a:xfrm>
            <a:off x="8391525" y="4705350"/>
            <a:ext cx="1676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5E6780"/>
                </a:solidFill>
                <a:latin typeface="DM Sans"/>
                <a:ea typeface="DM Sans"/>
              </a:rPr>
              <a:t>Thanksgiving</a:t>
            </a:r>
          </a:p>
        </p:txBody>
      </p:sp>
      <p:sp>
        <p:nvSpPr>
          <p:cNvPr id="2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10201275" y="390525"/>
            <a:ext cx="13811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10334625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10544175" y="46672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STEP 3</a:t>
            </a:r>
          </a:p>
        </p:txBody>
      </p:sp>
      <p:sp>
        <p:nvSpPr>
          <p:cNvPr id="7" name=""/>
          <p:cNvSpPr txBox="1"/>
          <p:nvPr/>
        </p:nvSpPr>
        <p:spPr>
          <a:xfrm>
            <a:off x="11163300" y="44767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can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990600"/>
            <a:ext cx="136207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GRAMMAR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1181100"/>
            <a:ext cx="38385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F0521E"/>
                </a:solidFill>
                <a:latin typeface="DM Sans"/>
                <a:ea typeface="DM Sans"/>
              </a:rPr>
              <a:t>can</a:t>
            </a:r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 ＝ 〜できる</a:t>
            </a:r>
          </a:p>
        </p:txBody>
      </p:sp>
      <p:sp>
        <p:nvSpPr>
          <p:cNvPr id="10" name=""/>
          <p:cNvSpPr/>
          <p:nvPr/>
        </p:nvSpPr>
        <p:spPr>
          <a:xfrm>
            <a:off x="609600" y="2409825"/>
            <a:ext cx="2190750" cy="1038225"/>
          </a:xfrm>
          <a:prstGeom prst="roundRect">
            <a:avLst>
              <a:gd name="adj" fmla="val 20183"/>
            </a:avLst>
          </a:prstGeom>
          <a:solidFill>
            <a:srgbClr val="F0521E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1" name=""/>
          <p:cNvSpPr txBox="1"/>
          <p:nvPr/>
        </p:nvSpPr>
        <p:spPr>
          <a:xfrm>
            <a:off x="1285875" y="2562225"/>
            <a:ext cx="13049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FFFFFF"/>
                </a:solidFill>
                <a:latin typeface="DM Sans"/>
                <a:ea typeface="DM Sans"/>
              </a:rPr>
              <a:t>I can</a:t>
            </a:r>
          </a:p>
        </p:txBody>
      </p:sp>
      <p:sp>
        <p:nvSpPr>
          <p:cNvPr id="12" name=""/>
          <p:cNvSpPr txBox="1"/>
          <p:nvPr/>
        </p:nvSpPr>
        <p:spPr>
          <a:xfrm>
            <a:off x="1343025" y="3076575"/>
            <a:ext cx="1162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FFFFFF"/>
                </a:solidFill>
                <a:latin typeface="Noto Sans JP"/>
                <a:ea typeface="Noto Sans JP"/>
              </a:rPr>
              <a:t>可能・能力</a:t>
            </a:r>
          </a:p>
        </p:txBody>
      </p:sp>
      <p:sp>
        <p:nvSpPr>
          <p:cNvPr id="13" name=""/>
          <p:cNvSpPr txBox="1"/>
          <p:nvPr/>
        </p:nvSpPr>
        <p:spPr>
          <a:xfrm>
            <a:off x="2971800" y="2752725"/>
            <a:ext cx="6286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5E6780"/>
                </a:solidFill>
                <a:latin typeface="Noto Sans JP"/>
                <a:ea typeface="Noto Sans JP"/>
              </a:rPr>
              <a:t>＋</a:t>
            </a:r>
          </a:p>
        </p:txBody>
      </p:sp>
      <p:sp>
        <p:nvSpPr>
          <p:cNvPr id="14" name=""/>
          <p:cNvSpPr/>
          <p:nvPr/>
        </p:nvSpPr>
        <p:spPr>
          <a:xfrm>
            <a:off x="3390900" y="2419350"/>
            <a:ext cx="2190750" cy="1028700"/>
          </a:xfrm>
          <a:prstGeom prst="roundRect">
            <a:avLst>
              <a:gd name="adj" fmla="val 203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 txBox="1"/>
          <p:nvPr/>
        </p:nvSpPr>
        <p:spPr>
          <a:xfrm>
            <a:off x="3676650" y="2571750"/>
            <a:ext cx="22098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6" name=""/>
          <p:cNvSpPr txBox="1"/>
          <p:nvPr/>
        </p:nvSpPr>
        <p:spPr>
          <a:xfrm>
            <a:off x="4057650" y="3076575"/>
            <a:ext cx="13335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will と同じ形</a:t>
            </a:r>
          </a:p>
        </p:txBody>
      </p:sp>
      <p:sp>
        <p:nvSpPr>
          <p:cNvPr id="17" name=""/>
          <p:cNvSpPr/>
          <p:nvPr/>
        </p:nvSpPr>
        <p:spPr>
          <a:xfrm>
            <a:off x="609600" y="3657600"/>
            <a:ext cx="5391150" cy="16764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8" name=""/>
          <p:cNvSpPr txBox="1"/>
          <p:nvPr/>
        </p:nvSpPr>
        <p:spPr>
          <a:xfrm>
            <a:off x="1295400" y="3924300"/>
            <a:ext cx="36290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A2238"/>
                </a:solidFill>
                <a:latin typeface="Noto Sans JP"/>
                <a:ea typeface="Noto Sans JP"/>
              </a:rPr>
              <a:t>可能（都合がつく・時間がある）</a:t>
            </a:r>
          </a:p>
        </p:txBody>
      </p:sp>
      <p:sp>
        <p:nvSpPr>
          <p:cNvPr id="19" name=""/>
          <p:cNvSpPr/>
          <p:nvPr/>
        </p:nvSpPr>
        <p:spPr>
          <a:xfrm>
            <a:off x="914400" y="3943350"/>
            <a:ext cx="285750" cy="28575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0" name=""/>
          <p:cNvSpPr txBox="1"/>
          <p:nvPr/>
        </p:nvSpPr>
        <p:spPr>
          <a:xfrm>
            <a:off x="857250" y="3981450"/>
            <a:ext cx="4095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1" name=""/>
          <p:cNvSpPr txBox="1"/>
          <p:nvPr/>
        </p:nvSpPr>
        <p:spPr>
          <a:xfrm>
            <a:off x="914400" y="4362450"/>
            <a:ext cx="2924175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F0521E"/>
                </a:solidFill>
                <a:latin typeface="DM Sans"/>
                <a:ea typeface="DM Sans"/>
              </a:rPr>
              <a:t>I can</a:t>
            </a:r>
            <a:pPr/>
            <a:r>
              <a:rPr sz="2550" b="1">
                <a:solidFill>
                  <a:srgbClr val="1A2238"/>
                </a:solidFill>
                <a:latin typeface="DM Sans"/>
                <a:ea typeface="DM Sans"/>
              </a:rPr>
              <a:t> talk now.</a:t>
            </a:r>
          </a:p>
        </p:txBody>
      </p:sp>
      <p:sp>
        <p:nvSpPr>
          <p:cNvPr id="22" name=""/>
          <p:cNvSpPr txBox="1"/>
          <p:nvPr/>
        </p:nvSpPr>
        <p:spPr>
          <a:xfrm>
            <a:off x="914400" y="4829175"/>
            <a:ext cx="1647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今なら話せるよ</a:t>
            </a:r>
          </a:p>
        </p:txBody>
      </p:sp>
      <p:sp>
        <p:nvSpPr>
          <p:cNvPr id="23" name=""/>
          <p:cNvSpPr/>
          <p:nvPr/>
        </p:nvSpPr>
        <p:spPr>
          <a:xfrm>
            <a:off x="6191250" y="3657600"/>
            <a:ext cx="5391150" cy="16764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4" name=""/>
          <p:cNvSpPr txBox="1"/>
          <p:nvPr/>
        </p:nvSpPr>
        <p:spPr>
          <a:xfrm>
            <a:off x="6877050" y="3924300"/>
            <a:ext cx="2971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A2238"/>
                </a:solidFill>
                <a:latin typeface="Noto Sans JP"/>
                <a:ea typeface="Noto Sans JP"/>
              </a:rPr>
              <a:t>能力（自分ができること）</a:t>
            </a:r>
          </a:p>
        </p:txBody>
      </p:sp>
      <p:sp>
        <p:nvSpPr>
          <p:cNvPr id="25" name=""/>
          <p:cNvSpPr/>
          <p:nvPr/>
        </p:nvSpPr>
        <p:spPr>
          <a:xfrm>
            <a:off x="6496050" y="3943350"/>
            <a:ext cx="285750" cy="28575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6" name=""/>
          <p:cNvSpPr txBox="1"/>
          <p:nvPr/>
        </p:nvSpPr>
        <p:spPr>
          <a:xfrm>
            <a:off x="6419850" y="3981450"/>
            <a:ext cx="4476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27" name=""/>
          <p:cNvSpPr txBox="1"/>
          <p:nvPr/>
        </p:nvSpPr>
        <p:spPr>
          <a:xfrm>
            <a:off x="6496050" y="4362450"/>
            <a:ext cx="2333625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F0521E"/>
                </a:solidFill>
                <a:latin typeface="DM Sans"/>
                <a:ea typeface="DM Sans"/>
              </a:rPr>
              <a:t>I can</a:t>
            </a:r>
            <a:pPr/>
            <a:r>
              <a:rPr sz="2550" b="1">
                <a:solidFill>
                  <a:srgbClr val="1A2238"/>
                </a:solidFill>
                <a:latin typeface="DM Sans"/>
                <a:ea typeface="DM Sans"/>
              </a:rPr>
              <a:t> swim.</a:t>
            </a:r>
          </a:p>
        </p:txBody>
      </p:sp>
      <p:sp>
        <p:nvSpPr>
          <p:cNvPr id="28" name=""/>
          <p:cNvSpPr txBox="1"/>
          <p:nvPr/>
        </p:nvSpPr>
        <p:spPr>
          <a:xfrm>
            <a:off x="6496050" y="4829175"/>
            <a:ext cx="10858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泳げるよ</a:t>
            </a:r>
          </a:p>
        </p:txBody>
      </p:sp>
      <p:sp>
        <p:nvSpPr>
          <p:cNvPr id="29" name=""/>
          <p:cNvSpPr txBox="1"/>
          <p:nvPr/>
        </p:nvSpPr>
        <p:spPr>
          <a:xfrm>
            <a:off x="1543050" y="5543550"/>
            <a:ext cx="50387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A2238"/>
                </a:solidFill>
                <a:latin typeface="Noto Sans JP"/>
                <a:ea typeface="Noto Sans JP"/>
              </a:rPr>
              <a:t>Scott先生のあとについて、声に出してみよう！</a:t>
            </a:r>
          </a:p>
        </p:txBody>
      </p:sp>
      <p:sp>
        <p:nvSpPr>
          <p:cNvPr id="30" name=""/>
          <p:cNvSpPr/>
          <p:nvPr/>
        </p:nvSpPr>
        <p:spPr>
          <a:xfrm>
            <a:off x="609600" y="5524500"/>
            <a:ext cx="80010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742950" y="5572125"/>
            <a:ext cx="9620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REPEAT</a:t>
            </a:r>
          </a:p>
        </p:txBody>
      </p:sp>
      <p:sp>
        <p:nvSpPr>
          <p:cNvPr id="3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734550" y="390525"/>
            <a:ext cx="18478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867900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10077450" y="46672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STEP 3</a:t>
            </a:r>
          </a:p>
        </p:txBody>
      </p:sp>
      <p:sp>
        <p:nvSpPr>
          <p:cNvPr id="7" name=""/>
          <p:cNvSpPr txBox="1"/>
          <p:nvPr/>
        </p:nvSpPr>
        <p:spPr>
          <a:xfrm>
            <a:off x="10696575" y="447675"/>
            <a:ext cx="1162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 と can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990600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WILL vs CAN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1181100"/>
            <a:ext cx="617220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will と can、なにが違う？</a:t>
            </a:r>
          </a:p>
        </p:txBody>
      </p:sp>
      <p:sp>
        <p:nvSpPr>
          <p:cNvPr id="10" name=""/>
          <p:cNvSpPr/>
          <p:nvPr/>
        </p:nvSpPr>
        <p:spPr>
          <a:xfrm>
            <a:off x="609600" y="2505075"/>
            <a:ext cx="4972050" cy="2552700"/>
          </a:xfrm>
          <a:prstGeom prst="roundRect">
            <a:avLst>
              <a:gd name="adj" fmla="val 9701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1" name=""/>
          <p:cNvSpPr txBox="1"/>
          <p:nvPr/>
        </p:nvSpPr>
        <p:spPr>
          <a:xfrm>
            <a:off x="942975" y="2762250"/>
            <a:ext cx="112395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F0521E"/>
                </a:solidFill>
                <a:latin typeface="DM Sans"/>
                <a:ea typeface="DM Sans"/>
              </a:rPr>
              <a:t>will</a:t>
            </a:r>
          </a:p>
        </p:txBody>
      </p:sp>
      <p:sp>
        <p:nvSpPr>
          <p:cNvPr id="12" name=""/>
          <p:cNvSpPr/>
          <p:nvPr/>
        </p:nvSpPr>
        <p:spPr>
          <a:xfrm>
            <a:off x="1743075" y="2876550"/>
            <a:ext cx="590550" cy="32385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876425" y="2914650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意志</a:t>
            </a:r>
          </a:p>
        </p:txBody>
      </p:sp>
      <p:sp>
        <p:nvSpPr>
          <p:cNvPr id="14" name=""/>
          <p:cNvSpPr txBox="1"/>
          <p:nvPr/>
        </p:nvSpPr>
        <p:spPr>
          <a:xfrm>
            <a:off x="942975" y="3409950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「やります！！」</a:t>
            </a:r>
          </a:p>
        </p:txBody>
      </p:sp>
      <p:sp>
        <p:nvSpPr>
          <p:cNvPr id="15" name=""/>
          <p:cNvSpPr/>
          <p:nvPr/>
        </p:nvSpPr>
        <p:spPr>
          <a:xfrm>
            <a:off x="942975" y="3981450"/>
            <a:ext cx="4305300" cy="19050"/>
          </a:xfrm>
          <a:prstGeom prst="rect">
            <a:avLst/>
          </a:prstGeom>
          <a:solidFill>
            <a:srgbClr val="EFE3DA"/>
          </a:solidFill>
          <a:ln/>
        </p:spPr>
      </p:sp>
      <p:sp>
        <p:nvSpPr>
          <p:cNvPr id="16" name=""/>
          <p:cNvSpPr txBox="1"/>
          <p:nvPr/>
        </p:nvSpPr>
        <p:spPr>
          <a:xfrm>
            <a:off x="942975" y="4152900"/>
            <a:ext cx="37623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F0521E"/>
                </a:solidFill>
                <a:latin typeface="DM Sans"/>
                <a:ea typeface="DM Sans"/>
              </a:rPr>
              <a:t>I will</a:t>
            </a:r>
            <a:pPr/>
            <a:r>
              <a:rPr sz="2250" b="1">
                <a:solidFill>
                  <a:srgbClr val="1A2238"/>
                </a:solidFill>
                <a:latin typeface="DM Sans"/>
                <a:ea typeface="DM Sans"/>
              </a:rPr>
              <a:t> come tomorrow.</a:t>
            </a:r>
          </a:p>
        </p:txBody>
      </p:sp>
      <p:sp>
        <p:nvSpPr>
          <p:cNvPr id="17" name=""/>
          <p:cNvSpPr txBox="1"/>
          <p:nvPr/>
        </p:nvSpPr>
        <p:spPr>
          <a:xfrm>
            <a:off x="942975" y="4562475"/>
            <a:ext cx="1647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明日行きます！</a:t>
            </a:r>
          </a:p>
        </p:txBody>
      </p:sp>
      <p:sp>
        <p:nvSpPr>
          <p:cNvPr id="18" name=""/>
          <p:cNvSpPr/>
          <p:nvPr/>
        </p:nvSpPr>
        <p:spPr>
          <a:xfrm>
            <a:off x="5753100" y="3438525"/>
            <a:ext cx="685800" cy="6858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9" name=""/>
          <p:cNvSpPr txBox="1"/>
          <p:nvPr/>
        </p:nvSpPr>
        <p:spPr>
          <a:xfrm>
            <a:off x="5772150" y="3648075"/>
            <a:ext cx="6477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VS</a:t>
            </a:r>
          </a:p>
        </p:txBody>
      </p:sp>
      <p:sp>
        <p:nvSpPr>
          <p:cNvPr id="20" name=""/>
          <p:cNvSpPr/>
          <p:nvPr/>
        </p:nvSpPr>
        <p:spPr>
          <a:xfrm>
            <a:off x="6610350" y="2505075"/>
            <a:ext cx="4972050" cy="2552700"/>
          </a:xfrm>
          <a:prstGeom prst="roundRect">
            <a:avLst>
              <a:gd name="adj" fmla="val 9701"/>
            </a:avLst>
          </a:prstGeom>
          <a:solidFill>
            <a:srgbClr val="FFFFFF"/>
          </a:solidFill>
          <a:ln w="28575">
            <a:solidFill>
              <a:srgbClr val="7DBDEB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1" name=""/>
          <p:cNvSpPr txBox="1"/>
          <p:nvPr/>
        </p:nvSpPr>
        <p:spPr>
          <a:xfrm>
            <a:off x="6943725" y="2762250"/>
            <a:ext cx="12192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2C6496"/>
                </a:solidFill>
                <a:latin typeface="DM Sans"/>
                <a:ea typeface="DM Sans"/>
              </a:rPr>
              <a:t>can</a:t>
            </a:r>
          </a:p>
        </p:txBody>
      </p:sp>
      <p:sp>
        <p:nvSpPr>
          <p:cNvPr id="22" name=""/>
          <p:cNvSpPr/>
          <p:nvPr/>
        </p:nvSpPr>
        <p:spPr>
          <a:xfrm>
            <a:off x="7820025" y="2876550"/>
            <a:ext cx="590550" cy="323850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23" name=""/>
          <p:cNvSpPr txBox="1"/>
          <p:nvPr/>
        </p:nvSpPr>
        <p:spPr>
          <a:xfrm>
            <a:off x="7953375" y="2914650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2C6496"/>
                </a:solidFill>
                <a:latin typeface="Noto Sans JP"/>
                <a:ea typeface="Noto Sans JP"/>
              </a:rPr>
              <a:t>可能</a:t>
            </a:r>
          </a:p>
        </p:txBody>
      </p:sp>
      <p:sp>
        <p:nvSpPr>
          <p:cNvPr id="24" name=""/>
          <p:cNvSpPr txBox="1"/>
          <p:nvPr/>
        </p:nvSpPr>
        <p:spPr>
          <a:xfrm>
            <a:off x="6943725" y="34099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「時間空いてるよ〜」</a:t>
            </a:r>
          </a:p>
        </p:txBody>
      </p:sp>
      <p:sp>
        <p:nvSpPr>
          <p:cNvPr id="25" name=""/>
          <p:cNvSpPr/>
          <p:nvPr/>
        </p:nvSpPr>
        <p:spPr>
          <a:xfrm>
            <a:off x="6943725" y="3981450"/>
            <a:ext cx="4305300" cy="19050"/>
          </a:xfrm>
          <a:prstGeom prst="rect">
            <a:avLst/>
          </a:prstGeom>
          <a:solidFill>
            <a:srgbClr val="EFE3DA"/>
          </a:solidFill>
          <a:ln/>
        </p:spPr>
      </p:sp>
      <p:sp>
        <p:nvSpPr>
          <p:cNvPr id="26" name=""/>
          <p:cNvSpPr txBox="1"/>
          <p:nvPr/>
        </p:nvSpPr>
        <p:spPr>
          <a:xfrm>
            <a:off x="6943725" y="4152900"/>
            <a:ext cx="38195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F0521E"/>
                </a:solidFill>
                <a:latin typeface="DM Sans"/>
                <a:ea typeface="DM Sans"/>
              </a:rPr>
              <a:t>I can</a:t>
            </a:r>
            <a:pPr/>
            <a:r>
              <a:rPr sz="2250" b="1">
                <a:solidFill>
                  <a:srgbClr val="1A2238"/>
                </a:solidFill>
                <a:latin typeface="DM Sans"/>
                <a:ea typeface="DM Sans"/>
              </a:rPr>
              <a:t> come tomorrow.</a:t>
            </a:r>
          </a:p>
        </p:txBody>
      </p:sp>
      <p:sp>
        <p:nvSpPr>
          <p:cNvPr id="27" name=""/>
          <p:cNvSpPr txBox="1"/>
          <p:nvPr/>
        </p:nvSpPr>
        <p:spPr>
          <a:xfrm>
            <a:off x="6943725" y="4562475"/>
            <a:ext cx="1647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明日行けるよ〜</a:t>
            </a:r>
          </a:p>
        </p:txBody>
      </p:sp>
      <p:sp>
        <p:nvSpPr>
          <p:cNvPr id="28" name=""/>
          <p:cNvSpPr/>
          <p:nvPr/>
        </p:nvSpPr>
        <p:spPr>
          <a:xfrm>
            <a:off x="609600" y="5819775"/>
            <a:ext cx="10972800" cy="619125"/>
          </a:xfrm>
          <a:prstGeom prst="roundRect">
            <a:avLst>
              <a:gd name="adj" fmla="val 30769"/>
            </a:avLst>
          </a:prstGeom>
          <a:solidFill>
            <a:srgbClr val="F0521E"/>
          </a:solidFill>
          <a:ln/>
        </p:spPr>
      </p:sp>
      <p:sp>
        <p:nvSpPr>
          <p:cNvPr id="29" name=""/>
          <p:cNvSpPr txBox="1"/>
          <p:nvPr/>
        </p:nvSpPr>
        <p:spPr>
          <a:xfrm>
            <a:off x="2914650" y="5953125"/>
            <a:ext cx="63627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950" b="1">
                <a:solidFill>
                  <a:srgbClr val="FFFFFF"/>
                </a:solidFill>
                <a:latin typeface="Noto Sans JP"/>
                <a:ea typeface="Noto Sans JP"/>
              </a:rPr>
              <a:t>意味はほぼ同じ！ ニュアンスが少し変わるだけ</a:t>
            </a:r>
          </a:p>
        </p:txBody>
      </p:sp>
      <p:sp>
        <p:nvSpPr>
          <p:cNvPr id="30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515475" y="390525"/>
            <a:ext cx="20669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6488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858375" y="476250"/>
            <a:ext cx="120015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Noto Sans JP"/>
                <a:ea typeface="Noto Sans JP"/>
              </a:rPr>
              <a:t>瞬間英作文</a:t>
            </a:r>
          </a:p>
        </p:txBody>
      </p:sp>
      <p:sp>
        <p:nvSpPr>
          <p:cNvPr id="7" name=""/>
          <p:cNvSpPr txBox="1"/>
          <p:nvPr/>
        </p:nvSpPr>
        <p:spPr>
          <a:xfrm>
            <a:off x="10696575" y="447675"/>
            <a:ext cx="1162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 ＆ can</a:t>
            </a:r>
          </a:p>
        </p:txBody>
      </p:sp>
      <p:sp>
        <p:nvSpPr>
          <p:cNvPr id="8" name=""/>
          <p:cNvSpPr txBox="1"/>
          <p:nvPr/>
        </p:nvSpPr>
        <p:spPr>
          <a:xfrm>
            <a:off x="609600" y="990600"/>
            <a:ext cx="212407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INSTANT ENGLISH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1181100"/>
            <a:ext cx="6762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will と can で、瞬間英作文！</a:t>
            </a:r>
          </a:p>
        </p:txBody>
      </p:sp>
      <p:sp>
        <p:nvSpPr>
          <p:cNvPr id="10" name=""/>
          <p:cNvSpPr txBox="1"/>
          <p:nvPr/>
        </p:nvSpPr>
        <p:spPr>
          <a:xfrm>
            <a:off x="609600" y="1838325"/>
            <a:ext cx="44100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B5569"/>
                </a:solidFill>
                <a:latin typeface="Noto Sans JP"/>
                <a:ea typeface="Noto Sans JP"/>
              </a:rPr>
              <a:t>日本語を見たら、5秒で英語にしてみよう</a:t>
            </a:r>
          </a:p>
        </p:txBody>
      </p:sp>
      <p:sp>
        <p:nvSpPr>
          <p:cNvPr id="11" name=""/>
          <p:cNvSpPr/>
          <p:nvPr/>
        </p:nvSpPr>
        <p:spPr>
          <a:xfrm>
            <a:off x="609600" y="3133725"/>
            <a:ext cx="3533775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2" name=""/>
          <p:cNvSpPr txBox="1"/>
          <p:nvPr/>
        </p:nvSpPr>
        <p:spPr>
          <a:xfrm>
            <a:off x="933450" y="3581400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 spc="169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13" name=""/>
          <p:cNvSpPr txBox="1"/>
          <p:nvPr/>
        </p:nvSpPr>
        <p:spPr>
          <a:xfrm>
            <a:off x="933450" y="3752850"/>
            <a:ext cx="1847850" cy="942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5700" b="1">
                <a:solidFill>
                  <a:srgbClr val="F0521E"/>
                </a:solidFill>
                <a:latin typeface="DM Sans"/>
                <a:ea typeface="DM Sans"/>
              </a:rPr>
              <a:t>can</a:t>
            </a:r>
          </a:p>
        </p:txBody>
      </p:sp>
      <p:sp>
        <p:nvSpPr>
          <p:cNvPr id="14" name=""/>
          <p:cNvSpPr txBox="1"/>
          <p:nvPr/>
        </p:nvSpPr>
        <p:spPr>
          <a:xfrm>
            <a:off x="933450" y="4714875"/>
            <a:ext cx="22002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5E6780"/>
                </a:solidFill>
                <a:latin typeface="Noto Sans JP"/>
                <a:ea typeface="Noto Sans JP"/>
              </a:rPr>
              <a:t>can で言ってみよう</a:t>
            </a:r>
          </a:p>
        </p:txBody>
      </p:sp>
      <p:sp>
        <p:nvSpPr>
          <p:cNvPr id="15" name=""/>
          <p:cNvSpPr/>
          <p:nvPr/>
        </p:nvSpPr>
        <p:spPr>
          <a:xfrm>
            <a:off x="4333875" y="3133725"/>
            <a:ext cx="3533775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6" name=""/>
          <p:cNvSpPr txBox="1"/>
          <p:nvPr/>
        </p:nvSpPr>
        <p:spPr>
          <a:xfrm>
            <a:off x="4657725" y="35814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 spc="169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17" name=""/>
          <p:cNvSpPr txBox="1"/>
          <p:nvPr/>
        </p:nvSpPr>
        <p:spPr>
          <a:xfrm>
            <a:off x="4657725" y="3752850"/>
            <a:ext cx="1695450" cy="942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5700" b="1">
                <a:solidFill>
                  <a:srgbClr val="F0521E"/>
                </a:solidFill>
                <a:latin typeface="DM Sans"/>
                <a:ea typeface="DM Sans"/>
              </a:rPr>
              <a:t>will</a:t>
            </a:r>
          </a:p>
        </p:txBody>
      </p:sp>
      <p:sp>
        <p:nvSpPr>
          <p:cNvPr id="18" name=""/>
          <p:cNvSpPr txBox="1"/>
          <p:nvPr/>
        </p:nvSpPr>
        <p:spPr>
          <a:xfrm>
            <a:off x="4657725" y="4714875"/>
            <a:ext cx="22098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5E6780"/>
                </a:solidFill>
                <a:latin typeface="Noto Sans JP"/>
                <a:ea typeface="Noto Sans JP"/>
              </a:rPr>
              <a:t>will で言ってみよう</a:t>
            </a:r>
          </a:p>
        </p:txBody>
      </p:sp>
      <p:sp>
        <p:nvSpPr>
          <p:cNvPr id="19" name=""/>
          <p:cNvSpPr/>
          <p:nvPr/>
        </p:nvSpPr>
        <p:spPr>
          <a:xfrm>
            <a:off x="8048625" y="3133725"/>
            <a:ext cx="3533775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0" name=""/>
          <p:cNvSpPr txBox="1"/>
          <p:nvPr/>
        </p:nvSpPr>
        <p:spPr>
          <a:xfrm>
            <a:off x="8372475" y="35814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 spc="169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21" name=""/>
          <p:cNvSpPr txBox="1"/>
          <p:nvPr/>
        </p:nvSpPr>
        <p:spPr>
          <a:xfrm>
            <a:off x="8372475" y="3752850"/>
            <a:ext cx="1866900" cy="942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5700" b="1">
                <a:solidFill>
                  <a:srgbClr val="F0521E"/>
                </a:solidFill>
                <a:latin typeface="DM Sans"/>
                <a:ea typeface="DM Sans"/>
              </a:rPr>
              <a:t>MIX</a:t>
            </a:r>
          </a:p>
        </p:txBody>
      </p:sp>
      <p:sp>
        <p:nvSpPr>
          <p:cNvPr id="22" name=""/>
          <p:cNvSpPr txBox="1"/>
          <p:nvPr/>
        </p:nvSpPr>
        <p:spPr>
          <a:xfrm>
            <a:off x="8372475" y="4714875"/>
            <a:ext cx="22574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5E6780"/>
                </a:solidFill>
                <a:latin typeface="Noto Sans JP"/>
                <a:ea typeface="Noto Sans JP"/>
              </a:rPr>
              <a:t>will と can をまぜる</a:t>
            </a:r>
          </a:p>
        </p:txBody>
      </p:sp>
      <p:sp>
        <p:nvSpPr>
          <p:cNvPr id="2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582150" y="390525"/>
            <a:ext cx="20002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7155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925050" y="476250"/>
            <a:ext cx="120015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Noto Sans JP"/>
                <a:ea typeface="Noto Sans JP"/>
              </a:rPr>
              <a:t>瞬間英作文</a:t>
            </a:r>
          </a:p>
        </p:txBody>
      </p:sp>
      <p:sp>
        <p:nvSpPr>
          <p:cNvPr id="7" name=""/>
          <p:cNvSpPr txBox="1"/>
          <p:nvPr/>
        </p:nvSpPr>
        <p:spPr>
          <a:xfrm>
            <a:off x="10772775" y="447675"/>
            <a:ext cx="10763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ROUND 1</a:t>
            </a:r>
          </a:p>
        </p:txBody>
      </p:sp>
      <p:sp>
        <p:nvSpPr>
          <p:cNvPr id="8" name=""/>
          <p:cNvSpPr txBox="1"/>
          <p:nvPr/>
        </p:nvSpPr>
        <p:spPr>
          <a:xfrm>
            <a:off x="5619750" y="211455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 spc="270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9" name=""/>
          <p:cNvSpPr txBox="1"/>
          <p:nvPr/>
        </p:nvSpPr>
        <p:spPr>
          <a:xfrm>
            <a:off x="4848225" y="2238375"/>
            <a:ext cx="3219450" cy="1866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250" b="1" spc="-225" kern="0">
                <a:solidFill>
                  <a:srgbClr val="F0521E"/>
                </a:solidFill>
                <a:latin typeface="DM Sans"/>
                <a:ea typeface="DM Sans"/>
              </a:rPr>
              <a:t>can</a:t>
            </a:r>
          </a:p>
        </p:txBody>
      </p:sp>
      <p:sp>
        <p:nvSpPr>
          <p:cNvPr id="10" name=""/>
          <p:cNvSpPr txBox="1"/>
          <p:nvPr/>
        </p:nvSpPr>
        <p:spPr>
          <a:xfrm>
            <a:off x="4219575" y="4057650"/>
            <a:ext cx="46577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can で言ってみよう</a:t>
            </a:r>
          </a:p>
        </p:txBody>
      </p:sp>
      <p:sp>
        <p:nvSpPr>
          <p:cNvPr id="11" name=""/>
          <p:cNvSpPr txBox="1"/>
          <p:nvPr/>
        </p:nvSpPr>
        <p:spPr>
          <a:xfrm>
            <a:off x="4800600" y="4781550"/>
            <a:ext cx="33147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E6780"/>
                </a:solidFill>
                <a:latin typeface="Noto Sans JP"/>
                <a:ea typeface="Noto Sans JP"/>
              </a:rPr>
              <a:t>〜できる・〜行けるよ 全5問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77350" y="390525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4107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6202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372725" y="44767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can</a:t>
            </a:r>
          </a:p>
        </p:txBody>
      </p:sp>
      <p:sp>
        <p:nvSpPr>
          <p:cNvPr id="8" name=""/>
          <p:cNvSpPr txBox="1"/>
          <p:nvPr/>
        </p:nvSpPr>
        <p:spPr>
          <a:xfrm>
            <a:off x="10972800" y="381000"/>
            <a:ext cx="10477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01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3238500" y="3581400"/>
            <a:ext cx="6915150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明日ランチ行けるよ〜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77350" y="390525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4107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6202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372725" y="44767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can</a:t>
            </a:r>
          </a:p>
        </p:txBody>
      </p:sp>
      <p:sp>
        <p:nvSpPr>
          <p:cNvPr id="8" name=""/>
          <p:cNvSpPr txBox="1"/>
          <p:nvPr/>
        </p:nvSpPr>
        <p:spPr>
          <a:xfrm>
            <a:off x="10972800" y="381000"/>
            <a:ext cx="10477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01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5048250" y="3476625"/>
            <a:ext cx="27527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明日ランチ行けるよ〜</a:t>
            </a:r>
          </a:p>
        </p:txBody>
      </p:sp>
      <p:sp>
        <p:nvSpPr>
          <p:cNvPr id="12" name=""/>
          <p:cNvSpPr txBox="1"/>
          <p:nvPr/>
        </p:nvSpPr>
        <p:spPr>
          <a:xfrm>
            <a:off x="3067050" y="3886200"/>
            <a:ext cx="7296150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can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go for lunch tomorrow.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20200" y="390525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5355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6310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325100" y="44767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can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144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02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3648075" y="3581400"/>
            <a:ext cx="5981700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8時に駅で会えるよ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20200" y="390525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5355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6310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325100" y="44767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can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144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02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5200650" y="3476625"/>
            <a:ext cx="24098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8時に駅で会えるよ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2457450" y="3886200"/>
            <a:ext cx="8705850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can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meet you </a:t>
            </a:r>
            <a:pPr/>
            <a:r>
              <a:rPr sz="3600" b="1" spc="-45" kern="0">
                <a:solidFill>
                  <a:srgbClr val="2C6496"/>
                </a:solidFill>
                <a:latin typeface="DM Sans"/>
                <a:ea typeface="DM Sans"/>
              </a:rPr>
              <a:t>at the station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</a:t>
            </a:r>
            <a:pPr/>
            <a:r>
              <a:rPr sz="3600" b="1" spc="-45" kern="0">
                <a:solidFill>
                  <a:srgbClr val="8A5A00"/>
                </a:solidFill>
                <a:latin typeface="DM Sans"/>
                <a:ea typeface="DM Sans"/>
              </a:rPr>
              <a:t>at 8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10675" y="390525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440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53575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315575" y="44767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can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03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1533525" y="3581400"/>
            <a:ext cx="10839450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週末なら家族とキャンプに行けるよ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10675" y="390525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440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53575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315575" y="44767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can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03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4419600" y="3476625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週末なら家族とキャンプに行けるよ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1047750" y="3886200"/>
            <a:ext cx="11953875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can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go camping </a:t>
            </a:r>
            <a:pPr/>
            <a:r>
              <a:rPr sz="3600" b="1" spc="-45" kern="0">
                <a:solidFill>
                  <a:srgbClr val="B0284F"/>
                </a:solidFill>
                <a:latin typeface="DM Sans"/>
                <a:ea typeface="DM Sans"/>
              </a:rPr>
              <a:t>with my family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this weekend.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01150" y="390525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345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440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296525" y="44767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can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334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04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3524250" y="3581400"/>
            <a:ext cx="6257925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英語、少し話せるよ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01150" y="390525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345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440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296525" y="44767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can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334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04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5153025" y="3476625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英語、少し話せるよ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3248025" y="3886200"/>
            <a:ext cx="6886575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can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speak a little English.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01150" y="390525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345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440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306050" y="44767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can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05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3238500" y="3581400"/>
            <a:ext cx="6915150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公園で一緒に走れるよ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01150" y="390525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345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440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10306050" y="44767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can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05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5048250" y="3476625"/>
            <a:ext cx="27527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公園で一緒に走れるよ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2886075" y="3886200"/>
            <a:ext cx="7734300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can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run </a:t>
            </a:r>
            <a:pPr/>
            <a:r>
              <a:rPr sz="3600" b="1" spc="-45" kern="0">
                <a:solidFill>
                  <a:srgbClr val="B0284F"/>
                </a:solidFill>
                <a:latin typeface="DM Sans"/>
                <a:ea typeface="DM Sans"/>
              </a:rPr>
              <a:t>with you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</a:t>
            </a:r>
            <a:pPr/>
            <a:r>
              <a:rPr sz="3600" b="1" spc="-45" kern="0">
                <a:solidFill>
                  <a:srgbClr val="2C6496"/>
                </a:solidFill>
                <a:latin typeface="DM Sans"/>
                <a:ea typeface="DM Sans"/>
              </a:rPr>
              <a:t>at the park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582150" y="390525"/>
            <a:ext cx="20002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7155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925050" y="476250"/>
            <a:ext cx="120015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Noto Sans JP"/>
                <a:ea typeface="Noto Sans JP"/>
              </a:rPr>
              <a:t>瞬間英作文</a:t>
            </a:r>
          </a:p>
        </p:txBody>
      </p:sp>
      <p:sp>
        <p:nvSpPr>
          <p:cNvPr id="7" name=""/>
          <p:cNvSpPr txBox="1"/>
          <p:nvPr/>
        </p:nvSpPr>
        <p:spPr>
          <a:xfrm>
            <a:off x="10772775" y="447675"/>
            <a:ext cx="10763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ROUND 2</a:t>
            </a:r>
          </a:p>
        </p:txBody>
      </p:sp>
      <p:sp>
        <p:nvSpPr>
          <p:cNvPr id="8" name=""/>
          <p:cNvSpPr txBox="1"/>
          <p:nvPr/>
        </p:nvSpPr>
        <p:spPr>
          <a:xfrm>
            <a:off x="5600700" y="211455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 spc="270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9" name=""/>
          <p:cNvSpPr txBox="1"/>
          <p:nvPr/>
        </p:nvSpPr>
        <p:spPr>
          <a:xfrm>
            <a:off x="4991100" y="2238375"/>
            <a:ext cx="2886075" cy="1866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250" b="1" spc="-22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</a:p>
        </p:txBody>
      </p:sp>
      <p:sp>
        <p:nvSpPr>
          <p:cNvPr id="10" name=""/>
          <p:cNvSpPr txBox="1"/>
          <p:nvPr/>
        </p:nvSpPr>
        <p:spPr>
          <a:xfrm>
            <a:off x="4200525" y="4057650"/>
            <a:ext cx="47053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will で言ってみよう</a:t>
            </a:r>
          </a:p>
        </p:txBody>
      </p:sp>
      <p:sp>
        <p:nvSpPr>
          <p:cNvPr id="11" name=""/>
          <p:cNvSpPr txBox="1"/>
          <p:nvPr/>
        </p:nvSpPr>
        <p:spPr>
          <a:xfrm>
            <a:off x="4895850" y="4781550"/>
            <a:ext cx="31051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E6780"/>
                </a:solidFill>
                <a:latin typeface="Noto Sans JP"/>
                <a:ea typeface="Noto Sans JP"/>
              </a:rPr>
              <a:t>〜するよ・〜します 全5問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39250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726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8215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1037272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10972800" y="381000"/>
            <a:ext cx="10477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01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2952750" y="3581400"/>
            <a:ext cx="7572375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明日は家で映画を見るよ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39250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726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8215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1037272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10972800" y="381000"/>
            <a:ext cx="10477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01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4943475" y="3476625"/>
            <a:ext cx="29908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明日は家で映画を見るよ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1876425" y="3886200"/>
            <a:ext cx="10058400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watch a movie </a:t>
            </a:r>
            <a:pPr/>
            <a:r>
              <a:rPr sz="3600" b="1" spc="-45" kern="0">
                <a:solidFill>
                  <a:srgbClr val="2C6496"/>
                </a:solidFill>
                <a:latin typeface="DM Sans"/>
                <a:ea typeface="DM Sans"/>
              </a:rPr>
              <a:t>at home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tomorrow.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82100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1545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2500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1031557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144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02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1924050" y="3581400"/>
            <a:ext cx="9944100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7時に友達と夜ごはんを食べるよ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82100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1545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2500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1031557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144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02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0" y="3476625"/>
            <a:ext cx="38576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7時に友達と夜ごはんを食べるよ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2219325" y="3886200"/>
            <a:ext cx="9258300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eat dinner </a:t>
            </a:r>
            <a:pPr/>
            <a:r>
              <a:rPr sz="3600" b="1" spc="-45" kern="0">
                <a:solidFill>
                  <a:srgbClr val="B0284F"/>
                </a:solidFill>
                <a:latin typeface="DM Sans"/>
                <a:ea typeface="DM Sans"/>
              </a:rPr>
              <a:t>with my friends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</a:t>
            </a:r>
            <a:pPr/>
            <a:r>
              <a:rPr sz="3600" b="1" spc="-45" kern="0">
                <a:solidFill>
                  <a:srgbClr val="8A5A00"/>
                </a:solidFill>
                <a:latin typeface="DM Sans"/>
                <a:ea typeface="DM Sans"/>
              </a:rPr>
              <a:t>at 7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72575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059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1547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10306050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03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3238500" y="3581400"/>
            <a:ext cx="6915150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週末は妹と海に行くよ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72575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059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1547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10306050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03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600325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5048250" y="3181350"/>
            <a:ext cx="27527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週末は妹と海に行くよ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2286000" y="3590925"/>
            <a:ext cx="9115425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go to the beach </a:t>
            </a:r>
            <a:pPr/>
            <a:r>
              <a:rPr sz="3600" b="1" spc="-45" kern="0">
                <a:solidFill>
                  <a:srgbClr val="B0284F"/>
                </a:solidFill>
                <a:latin typeface="DM Sans"/>
                <a:ea typeface="DM Sans"/>
              </a:rPr>
              <a:t>with my sister</a:t>
            </a:r>
          </a:p>
        </p:txBody>
      </p:sp>
      <p:sp>
        <p:nvSpPr>
          <p:cNvPr id="13" name=""/>
          <p:cNvSpPr txBox="1"/>
          <p:nvPr/>
        </p:nvSpPr>
        <p:spPr>
          <a:xfrm>
            <a:off x="4191000" y="4181475"/>
            <a:ext cx="3810000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this weekend.</a:t>
            </a:r>
          </a:p>
        </p:txBody>
      </p:sp>
      <p:sp>
        <p:nvSpPr>
          <p:cNvPr id="14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63050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2964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0595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1029652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334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04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1809750" y="3581400"/>
            <a:ext cx="10201275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今夜はカフェで英語を勉強するよ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63050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2964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0595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1029652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334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04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4524375" y="3476625"/>
            <a:ext cx="39624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今夜はカフェで英語を勉強するよ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2228850" y="3886200"/>
            <a:ext cx="9248775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study English </a:t>
            </a:r>
            <a:pPr/>
            <a:r>
              <a:rPr sz="3600" b="1" spc="-45" kern="0">
                <a:solidFill>
                  <a:srgbClr val="2C6496"/>
                </a:solidFill>
                <a:latin typeface="DM Sans"/>
                <a:ea typeface="DM Sans"/>
              </a:rPr>
              <a:t>at a cafe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tonight.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72575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059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1547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1029652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05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2390775" y="3581400"/>
            <a:ext cx="8877300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クリスマスは家族と過ごすよ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72575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059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1547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1029652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will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05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4733925" y="3476625"/>
            <a:ext cx="34671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クリスマスは家族と過ごすよ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2019300" y="3886200"/>
            <a:ext cx="9705975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spend Christmas </a:t>
            </a:r>
            <a:pPr/>
            <a:r>
              <a:rPr sz="3600" b="1" spc="-45" kern="0">
                <a:solidFill>
                  <a:srgbClr val="B0284F"/>
                </a:solidFill>
                <a:latin typeface="DM Sans"/>
                <a:ea typeface="DM Sans"/>
              </a:rPr>
              <a:t>with my family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582150" y="390525"/>
            <a:ext cx="20002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7155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925050" y="476250"/>
            <a:ext cx="120015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Noto Sans JP"/>
                <a:ea typeface="Noto Sans JP"/>
              </a:rPr>
              <a:t>瞬間英作文</a:t>
            </a:r>
          </a:p>
        </p:txBody>
      </p:sp>
      <p:sp>
        <p:nvSpPr>
          <p:cNvPr id="7" name=""/>
          <p:cNvSpPr txBox="1"/>
          <p:nvPr/>
        </p:nvSpPr>
        <p:spPr>
          <a:xfrm>
            <a:off x="10772775" y="447675"/>
            <a:ext cx="10763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ROUND 3</a:t>
            </a:r>
          </a:p>
        </p:txBody>
      </p:sp>
      <p:sp>
        <p:nvSpPr>
          <p:cNvPr id="8" name=""/>
          <p:cNvSpPr txBox="1"/>
          <p:nvPr/>
        </p:nvSpPr>
        <p:spPr>
          <a:xfrm>
            <a:off x="5600700" y="211455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 spc="270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9" name=""/>
          <p:cNvSpPr txBox="1"/>
          <p:nvPr/>
        </p:nvSpPr>
        <p:spPr>
          <a:xfrm>
            <a:off x="4829175" y="2238375"/>
            <a:ext cx="3248025" cy="1866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250" b="1" spc="-225" kern="0">
                <a:solidFill>
                  <a:srgbClr val="F0521E"/>
                </a:solidFill>
                <a:latin typeface="DM Sans"/>
                <a:ea typeface="DM Sans"/>
              </a:rPr>
              <a:t>MIX</a:t>
            </a:r>
          </a:p>
        </p:txBody>
      </p:sp>
      <p:sp>
        <p:nvSpPr>
          <p:cNvPr id="10" name=""/>
          <p:cNvSpPr txBox="1"/>
          <p:nvPr/>
        </p:nvSpPr>
        <p:spPr>
          <a:xfrm>
            <a:off x="4143375" y="4057650"/>
            <a:ext cx="483870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A2238"/>
                </a:solidFill>
                <a:latin typeface="Noto Sans JP"/>
                <a:ea typeface="Noto Sans JP"/>
              </a:rPr>
              <a:t>will と can をまぜる</a:t>
            </a:r>
          </a:p>
        </p:txBody>
      </p:sp>
      <p:sp>
        <p:nvSpPr>
          <p:cNvPr id="11" name=""/>
          <p:cNvSpPr txBox="1"/>
          <p:nvPr/>
        </p:nvSpPr>
        <p:spPr>
          <a:xfrm>
            <a:off x="5086350" y="4781550"/>
            <a:ext cx="26670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E6780"/>
                </a:solidFill>
                <a:latin typeface="Noto Sans JP"/>
                <a:ea typeface="Noto Sans JP"/>
              </a:rPr>
              <a:t>どっちを使う？ 全5問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29725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6307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726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10363200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MIX</a:t>
            </a:r>
          </a:p>
        </p:txBody>
      </p:sp>
      <p:sp>
        <p:nvSpPr>
          <p:cNvPr id="8" name=""/>
          <p:cNvSpPr txBox="1"/>
          <p:nvPr/>
        </p:nvSpPr>
        <p:spPr>
          <a:xfrm>
            <a:off x="10972800" y="381000"/>
            <a:ext cx="10477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01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3352800" y="3581400"/>
            <a:ext cx="6657975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3時なら駅に行けるよ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229725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6307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726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10363200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MIX</a:t>
            </a:r>
          </a:p>
        </p:txBody>
      </p:sp>
      <p:sp>
        <p:nvSpPr>
          <p:cNvPr id="8" name=""/>
          <p:cNvSpPr txBox="1"/>
          <p:nvPr/>
        </p:nvSpPr>
        <p:spPr>
          <a:xfrm>
            <a:off x="10972800" y="381000"/>
            <a:ext cx="10477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01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5095875" y="3476625"/>
            <a:ext cx="26574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3時なら駅に行けるよ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3219450" y="3886200"/>
            <a:ext cx="6953250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can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go to the station </a:t>
            </a:r>
            <a:pPr/>
            <a:r>
              <a:rPr sz="3600" b="1" spc="-45" kern="0">
                <a:solidFill>
                  <a:srgbClr val="8A5A00"/>
                </a:solidFill>
                <a:latin typeface="DM Sans"/>
                <a:ea typeface="DM Sans"/>
              </a:rPr>
              <a:t>at 3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82100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1545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2500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1031557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MIX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144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02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2952750" y="3581400"/>
            <a:ext cx="7572375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明日の朝、ジムに行くよ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82100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1545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2500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1031557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MIX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144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02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4943475" y="3476625"/>
            <a:ext cx="29908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明日の朝、ジムに行くよ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1933575" y="3886200"/>
            <a:ext cx="9915525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go to the gym tomorrow morning.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72575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059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1547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10306050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MIX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03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3248025" y="3581400"/>
            <a:ext cx="6905625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今夜なら電話できるよ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72575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3059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1547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10306050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MIX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03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895600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5048250" y="3476625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今夜なら電話できるよ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3790950" y="3886200"/>
            <a:ext cx="5638800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can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call you tonight.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53525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28687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4964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10287000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MIX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334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04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1762125" y="3581400"/>
            <a:ext cx="10315575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週末は友達とビーチでBBQするよ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53525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28687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4964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10287000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MIX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334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04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600325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4514850" y="3181350"/>
            <a:ext cx="39909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週末は友達とビーチでBBQするよ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2276475" y="3590925"/>
            <a:ext cx="7639050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 algn="ctr"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 algn="ctr"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have a BBQ </a:t>
            </a:r>
            <a:pPr algn="ctr"/>
            <a:r>
              <a:rPr sz="3600" b="1" spc="-45" kern="0">
                <a:solidFill>
                  <a:srgbClr val="2C6496"/>
                </a:solidFill>
                <a:latin typeface="DM Sans"/>
                <a:ea typeface="DM Sans"/>
              </a:rPr>
              <a:t>at the beach</a:t>
            </a:r>
          </a:p>
        </p:txBody>
      </p:sp>
      <p:sp>
        <p:nvSpPr>
          <p:cNvPr id="13" name=""/>
          <p:cNvSpPr txBox="1"/>
          <p:nvPr/>
        </p:nvSpPr>
        <p:spPr>
          <a:xfrm>
            <a:off x="2838450" y="4181475"/>
            <a:ext cx="7829550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B0284F"/>
                </a:solidFill>
                <a:latin typeface="DM Sans"/>
                <a:ea typeface="DM Sans"/>
              </a:rPr>
              <a:t>with my friends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this weekend.</a:t>
            </a:r>
          </a:p>
        </p:txBody>
      </p:sp>
      <p:sp>
        <p:nvSpPr>
          <p:cNvPr id="14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63050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2964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0595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1029652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MIX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05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543550" y="2981325"/>
            <a:ext cx="160972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Question</a:t>
            </a:r>
          </a:p>
        </p:txBody>
      </p:sp>
      <p:sp>
        <p:nvSpPr>
          <p:cNvPr id="11" name=""/>
          <p:cNvSpPr txBox="1"/>
          <p:nvPr/>
        </p:nvSpPr>
        <p:spPr>
          <a:xfrm>
            <a:off x="2095500" y="3581400"/>
            <a:ext cx="9544050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お正月は実家でのんびりするよ</a:t>
            </a:r>
          </a:p>
        </p:txBody>
      </p:sp>
      <p:sp>
        <p:nvSpPr>
          <p:cNvPr id="12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9163050" y="3905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92964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950595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10296525" y="4476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MIX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05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05</a:t>
            </a:r>
          </a:p>
        </p:txBody>
      </p:sp>
      <p:sp>
        <p:nvSpPr>
          <p:cNvPr id="9" name=""/>
          <p:cNvSpPr/>
          <p:nvPr/>
        </p:nvSpPr>
        <p:spPr>
          <a:xfrm>
            <a:off x="609600" y="971550"/>
            <a:ext cx="10972800" cy="5467350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619750" y="2600325"/>
            <a:ext cx="144780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11" name=""/>
          <p:cNvSpPr txBox="1"/>
          <p:nvPr/>
        </p:nvSpPr>
        <p:spPr>
          <a:xfrm>
            <a:off x="4629150" y="3181350"/>
            <a:ext cx="37147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E6780"/>
                </a:solidFill>
                <a:latin typeface="Noto Sans JP"/>
                <a:ea typeface="Noto Sans JP"/>
              </a:rPr>
              <a:t>お正月は実家でのんびりするよ</a:t>
            </a:r>
          </a:p>
        </p:txBody>
      </p:sp>
      <p:sp>
        <p:nvSpPr>
          <p:cNvPr id="12" name=""/>
          <p:cNvSpPr txBox="1"/>
          <p:nvPr/>
        </p:nvSpPr>
        <p:spPr>
          <a:xfrm>
            <a:off x="2695575" y="3590925"/>
            <a:ext cx="8162925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I </a:t>
            </a:r>
            <a:pPr/>
            <a:r>
              <a:rPr sz="3600" b="1" spc="-45" kern="0">
                <a:solidFill>
                  <a:srgbClr val="F0521E"/>
                </a:solidFill>
                <a:latin typeface="DM Sans"/>
                <a:ea typeface="DM Sans"/>
              </a:rPr>
              <a:t>will</a:t>
            </a:r>
            <a:pPr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 relax </a:t>
            </a:r>
            <a:pPr/>
            <a:r>
              <a:rPr sz="3600" b="1" spc="-45" kern="0">
                <a:solidFill>
                  <a:srgbClr val="2C6496"/>
                </a:solidFill>
                <a:latin typeface="DM Sans"/>
                <a:ea typeface="DM Sans"/>
              </a:rPr>
              <a:t>at my parents' house</a:t>
            </a:r>
          </a:p>
        </p:txBody>
      </p:sp>
      <p:sp>
        <p:nvSpPr>
          <p:cNvPr id="13" name=""/>
          <p:cNvSpPr txBox="1"/>
          <p:nvPr/>
        </p:nvSpPr>
        <p:spPr>
          <a:xfrm>
            <a:off x="3905250" y="4181475"/>
            <a:ext cx="4371975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600" b="1" spc="-45" kern="0">
                <a:solidFill>
                  <a:srgbClr val="1A2238"/>
                </a:solidFill>
                <a:latin typeface="DM Sans"/>
                <a:ea typeface="DM Sans"/>
              </a:rPr>
              <a:t>over New Year's.</a:t>
            </a:r>
          </a:p>
        </p:txBody>
      </p:sp>
      <p:sp>
        <p:nvSpPr>
          <p:cNvPr id="14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 txBox="1"/>
          <p:nvPr/>
        </p:nvSpPr>
        <p:spPr>
          <a:xfrm>
            <a:off x="609600" y="2171700"/>
            <a:ext cx="4781550" cy="647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050" b="1">
                <a:solidFill>
                  <a:srgbClr val="C23B12"/>
                </a:solidFill>
                <a:latin typeface="Caveat"/>
                <a:ea typeface="Caveat"/>
              </a:rPr>
              <a:t>Thank you for joining!</a:t>
            </a:r>
          </a:p>
        </p:txBody>
      </p:sp>
      <p:sp>
        <p:nvSpPr>
          <p:cNvPr id="5" name=""/>
          <p:cNvSpPr txBox="1"/>
          <p:nvPr/>
        </p:nvSpPr>
        <p:spPr>
          <a:xfrm>
            <a:off x="609600" y="2781300"/>
            <a:ext cx="6915150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おつかれさまでした！</a:t>
            </a:r>
          </a:p>
        </p:txBody>
      </p:sp>
      <p:sp>
        <p:nvSpPr>
          <p:cNvPr id="6" name=""/>
          <p:cNvSpPr txBox="1"/>
          <p:nvPr/>
        </p:nvSpPr>
        <p:spPr>
          <a:xfrm>
            <a:off x="609600" y="3743325"/>
            <a:ext cx="24193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4B5569"/>
                </a:solidFill>
                <a:latin typeface="Noto Sans JP"/>
                <a:ea typeface="Noto Sans JP"/>
              </a:rPr>
              <a:t>will と can、今日から</a:t>
            </a:r>
          </a:p>
        </p:txBody>
      </p:sp>
      <p:sp>
        <p:nvSpPr>
          <p:cNvPr id="7" name=""/>
          <p:cNvSpPr txBox="1"/>
          <p:nvPr/>
        </p:nvSpPr>
        <p:spPr>
          <a:xfrm>
            <a:off x="609600" y="4057650"/>
            <a:ext cx="26193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4B5569"/>
                </a:solidFill>
                <a:latin typeface="Noto Sans JP"/>
                <a:ea typeface="Noto Sans JP"/>
              </a:rPr>
              <a:t>どんどん使ってみてね！</a:t>
            </a:r>
          </a:p>
        </p:txBody>
      </p:sp>
      <p:sp>
        <p:nvSpPr>
          <p:cNvPr id="8" name=""/>
          <p:cNvSpPr/>
          <p:nvPr/>
        </p:nvSpPr>
        <p:spPr>
          <a:xfrm>
            <a:off x="609600" y="4619625"/>
            <a:ext cx="1514475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"/>
          <p:cNvSpPr txBox="1"/>
          <p:nvPr/>
        </p:nvSpPr>
        <p:spPr>
          <a:xfrm>
            <a:off x="800100" y="4695825"/>
            <a:ext cx="16383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A2238"/>
                </a:solidFill>
                <a:latin typeface="Noto Sans JP"/>
                <a:ea typeface="Noto Sans JP"/>
              </a:rPr>
              <a:t>チャンネル登録</a:t>
            </a:r>
          </a:p>
        </p:txBody>
      </p:sp>
      <p:sp>
        <p:nvSpPr>
          <p:cNvPr id="10" name=""/>
          <p:cNvSpPr/>
          <p:nvPr/>
        </p:nvSpPr>
        <p:spPr>
          <a:xfrm>
            <a:off x="2219325" y="4619625"/>
            <a:ext cx="866775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2409825" y="469582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A2238"/>
                </a:solidFill>
                <a:latin typeface="Noto Sans JP"/>
                <a:ea typeface="Noto Sans JP"/>
              </a:rPr>
              <a:t>高評価</a:t>
            </a:r>
          </a:p>
        </p:txBody>
      </p:sp>
      <p:sp>
        <p:nvSpPr>
          <p:cNvPr id="12" name=""/>
          <p:cNvSpPr/>
          <p:nvPr/>
        </p:nvSpPr>
        <p:spPr>
          <a:xfrm>
            <a:off x="3181350" y="4619625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"/>
          <p:cNvSpPr txBox="1"/>
          <p:nvPr/>
        </p:nvSpPr>
        <p:spPr>
          <a:xfrm>
            <a:off x="3371850" y="4695825"/>
            <a:ext cx="2200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A2238"/>
                </a:solidFill>
                <a:latin typeface="Noto Sans JP"/>
                <a:ea typeface="Noto Sans JP"/>
              </a:rPr>
              <a:t>感想をコメントしてね</a:t>
            </a:r>
          </a:p>
        </p:txBody>
      </p:sp>
      <p:sp>
        <p:nvSpPr>
          <p:cNvPr id="14" name=""/>
          <p:cNvSpPr/>
          <p:nvPr/>
        </p:nvSpPr>
        <p:spPr>
          <a:xfrm>
            <a:off x="7524750" y="1143000"/>
            <a:ext cx="3810000" cy="3810000"/>
          </a:xfrm>
          <a:prstGeom prst="roundRect">
            <a:avLst>
              <a:gd name="adj" fmla="val 24000"/>
            </a:avLst>
          </a:prstGeom>
          <a:solidFill>
            <a:srgbClr val="F0521E"/>
          </a:solidFill>
          <a:ln/>
        </p:spPr>
      </p:sp>
      <p:sp>
        <p:nvSpPr>
          <p:cNvPr id="1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"/>
          <p:cNvSpPr/>
          <p:nvPr/>
        </p:nvSpPr>
        <p:spPr>
          <a:xfrm>
            <a:off x="10248900" y="1828800"/>
            <a:ext cx="685800" cy="114300"/>
          </a:xfrm>
          <a:custGeom>
            <a:avLst/>
            <a:gdLst/>
            <a:ahLst/>
            <a:cxnLst/>
            <a:rect l="l" t="t" r="r" b="b"/>
            <a:pathLst>
              <a:path w="685800" h="114300">
                <a:moveTo>
                  <a:pt x="0" y="114300"/>
                </a:moveTo>
                <a:lnTo>
                  <a:pt x="685800" y="114300"/>
                </a:lnTo>
                <a:lnTo>
                  <a:pt x="685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"/>
          <p:cNvSpPr/>
          <p:nvPr/>
        </p:nvSpPr>
        <p:spPr>
          <a:xfrm>
            <a:off x="10306050" y="160020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561975" h="561975">
                <a:moveTo>
                  <a:pt x="0" y="80962"/>
                </a:moveTo>
                <a:lnTo>
                  <a:pt x="484823" y="565785"/>
                </a:lnTo>
                <a:lnTo>
                  <a:pt x="565785" y="484822"/>
                </a:lnTo>
                <a:lnTo>
                  <a:pt x="8096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"/>
          <p:cNvSpPr/>
          <p:nvPr/>
        </p:nvSpPr>
        <p:spPr>
          <a:xfrm>
            <a:off x="10534650" y="1543050"/>
            <a:ext cx="114300" cy="685800"/>
          </a:xfrm>
          <a:custGeom>
            <a:avLst/>
            <a:gdLst/>
            <a:ahLst/>
            <a:cxnLst/>
            <a:rect l="l" t="t" r="r" b="b"/>
            <a:pathLst>
              <a:path w="114300" h="685800">
                <a:moveTo>
                  <a:pt x="0" y="0"/>
                </a:moveTo>
                <a:lnTo>
                  <a:pt x="0" y="685800"/>
                </a:lnTo>
                <a:lnTo>
                  <a:pt x="114300" y="685800"/>
                </a:lnTo>
                <a:lnTo>
                  <a:pt x="11430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"/>
          <p:cNvSpPr/>
          <p:nvPr/>
        </p:nvSpPr>
        <p:spPr>
          <a:xfrm>
            <a:off x="10306050" y="160020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561975" h="561975">
                <a:moveTo>
                  <a:pt x="484823" y="0"/>
                </a:moveTo>
                <a:lnTo>
                  <a:pt x="0" y="484822"/>
                </a:lnTo>
                <a:lnTo>
                  <a:pt x="80962" y="565785"/>
                </a:lnTo>
                <a:lnTo>
                  <a:pt x="565785" y="8096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"/>
          <p:cNvSpPr/>
          <p:nvPr/>
        </p:nvSpPr>
        <p:spPr>
          <a:xfrm>
            <a:off x="6572250" y="3143250"/>
            <a:ext cx="4381500" cy="2276475"/>
          </a:xfrm>
          <a:prstGeom prst="roundRect">
            <a:avLst>
              <a:gd name="adj" fmla="val 117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4" name=""/>
          <p:cNvSpPr txBox="1"/>
          <p:nvPr/>
        </p:nvSpPr>
        <p:spPr>
          <a:xfrm>
            <a:off x="6877050" y="3390900"/>
            <a:ext cx="13716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NEXT LIVE</a:t>
            </a:r>
          </a:p>
        </p:txBody>
      </p:sp>
      <p:sp>
        <p:nvSpPr>
          <p:cNvPr id="25" name=""/>
          <p:cNvSpPr txBox="1"/>
          <p:nvPr/>
        </p:nvSpPr>
        <p:spPr>
          <a:xfrm>
            <a:off x="6877050" y="3695700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A2238"/>
                </a:solidFill>
                <a:latin typeface="Noto Sans JP"/>
                <a:ea typeface="Noto Sans JP"/>
              </a:rPr>
              <a:t>次回のライブも</a:t>
            </a:r>
          </a:p>
        </p:txBody>
      </p:sp>
      <p:sp>
        <p:nvSpPr>
          <p:cNvPr id="26" name=""/>
          <p:cNvSpPr txBox="1"/>
          <p:nvPr/>
        </p:nvSpPr>
        <p:spPr>
          <a:xfrm>
            <a:off x="6877050" y="4086225"/>
            <a:ext cx="2181225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A2238"/>
                </a:solidFill>
                <a:latin typeface="Noto Sans JP"/>
                <a:ea typeface="Noto Sans JP"/>
              </a:rPr>
              <a:t>お楽しみに！</a:t>
            </a:r>
          </a:p>
        </p:txBody>
      </p:sp>
      <p:sp>
        <p:nvSpPr>
          <p:cNvPr id="27" name=""/>
          <p:cNvSpPr/>
          <p:nvPr/>
        </p:nvSpPr>
        <p:spPr>
          <a:xfrm>
            <a:off x="6877050" y="4619625"/>
            <a:ext cx="3771900" cy="19050"/>
          </a:xfrm>
          <a:prstGeom prst="rect">
            <a:avLst/>
          </a:prstGeom>
          <a:solidFill>
            <a:srgbClr val="EFE3DA"/>
          </a:solidFill>
          <a:ln/>
        </p:spPr>
      </p:sp>
      <p:sp>
        <p:nvSpPr>
          <p:cNvPr id="28" name=""/>
          <p:cNvSpPr txBox="1"/>
          <p:nvPr/>
        </p:nvSpPr>
        <p:spPr>
          <a:xfrm>
            <a:off x="6877050" y="4733925"/>
            <a:ext cx="27241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See you next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