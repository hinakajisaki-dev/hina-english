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4" Type="http://schemas.openxmlformats.org/officeDocument/2006/relationships/presProps" Target="presProps.xml"/><Relationship Id="rId5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90500" y="190500"/>
            <a:ext cx="11963400" cy="6477000"/>
          </a:xfrm>
          <a:custGeom>
            <a:avLst/>
            <a:gdLst/>
            <a:ahLst/>
            <a:cxnLst/>
            <a:rect l="l" t="t" r="r" b="b"/>
            <a:pathLst>
              <a:path w="11963400" h="6477000">
                <a:moveTo>
                  <a:pt x="76200" y="38100"/>
                </a:moveTo>
                <a:cubicBezTo>
                  <a:pt x="76200" y="59055"/>
                  <a:pt x="59055" y="76200"/>
                  <a:pt x="38100" y="76200"/>
                </a:cubicBezTo>
                <a:cubicBezTo>
                  <a:pt x="17145" y="76200"/>
                  <a:pt x="0" y="59055"/>
                  <a:pt x="0" y="38100"/>
                </a:cubicBezTo>
                <a:cubicBezTo>
                  <a:pt x="0" y="17145"/>
                  <a:pt x="17145" y="0"/>
                  <a:pt x="38100" y="0"/>
                </a:cubicBezTo>
                <a:cubicBezTo>
                  <a:pt x="59055" y="0"/>
                  <a:pt x="76200" y="17145"/>
                  <a:pt x="76200" y="38100"/>
                </a:cubicBezTo>
                <a:close/>
                <a:moveTo>
                  <a:pt x="533400" y="38100"/>
                </a:moveTo>
                <a:cubicBezTo>
                  <a:pt x="533400" y="59055"/>
                  <a:pt x="516255" y="76200"/>
                  <a:pt x="495300" y="76200"/>
                </a:cubicBezTo>
                <a:cubicBezTo>
                  <a:pt x="474345" y="76200"/>
                  <a:pt x="457200" y="59055"/>
                  <a:pt x="457200" y="38100"/>
                </a:cubicBezTo>
                <a:cubicBezTo>
                  <a:pt x="457200" y="17145"/>
                  <a:pt x="474345" y="0"/>
                  <a:pt x="495300" y="0"/>
                </a:cubicBezTo>
                <a:cubicBezTo>
                  <a:pt x="516255" y="0"/>
                  <a:pt x="533400" y="17145"/>
                  <a:pt x="533400" y="38100"/>
                </a:cubicBezTo>
                <a:close/>
                <a:moveTo>
                  <a:pt x="990600" y="38100"/>
                </a:moveTo>
                <a:cubicBezTo>
                  <a:pt x="990600" y="59055"/>
                  <a:pt x="973455" y="76200"/>
                  <a:pt x="952500" y="76200"/>
                </a:cubicBezTo>
                <a:cubicBezTo>
                  <a:pt x="931545" y="76200"/>
                  <a:pt x="914400" y="59055"/>
                  <a:pt x="914400" y="38100"/>
                </a:cubicBezTo>
                <a:cubicBezTo>
                  <a:pt x="914400" y="17145"/>
                  <a:pt x="931545" y="0"/>
                  <a:pt x="952500" y="0"/>
                </a:cubicBezTo>
                <a:cubicBezTo>
                  <a:pt x="973455" y="0"/>
                  <a:pt x="990600" y="17145"/>
                  <a:pt x="990600" y="38100"/>
                </a:cubicBezTo>
                <a:close/>
                <a:moveTo>
                  <a:pt x="1447800" y="38100"/>
                </a:moveTo>
                <a:cubicBezTo>
                  <a:pt x="1447800" y="59055"/>
                  <a:pt x="1430655" y="76200"/>
                  <a:pt x="1409700" y="76200"/>
                </a:cubicBezTo>
                <a:cubicBezTo>
                  <a:pt x="1388745" y="76200"/>
                  <a:pt x="1371600" y="59055"/>
                  <a:pt x="1371600" y="38100"/>
                </a:cubicBezTo>
                <a:cubicBezTo>
                  <a:pt x="1371600" y="17145"/>
                  <a:pt x="1388745" y="0"/>
                  <a:pt x="1409700" y="0"/>
                </a:cubicBezTo>
                <a:cubicBezTo>
                  <a:pt x="1430655" y="0"/>
                  <a:pt x="1447800" y="17145"/>
                  <a:pt x="1447800" y="38100"/>
                </a:cubicBezTo>
                <a:close/>
                <a:moveTo>
                  <a:pt x="1905000" y="38100"/>
                </a:moveTo>
                <a:cubicBezTo>
                  <a:pt x="1905000" y="59055"/>
                  <a:pt x="1887855" y="76200"/>
                  <a:pt x="1866900" y="76200"/>
                </a:cubicBezTo>
                <a:cubicBezTo>
                  <a:pt x="1845945" y="76200"/>
                  <a:pt x="1828800" y="59055"/>
                  <a:pt x="1828800" y="38100"/>
                </a:cubicBezTo>
                <a:cubicBezTo>
                  <a:pt x="1828800" y="17145"/>
                  <a:pt x="1845945" y="0"/>
                  <a:pt x="1866900" y="0"/>
                </a:cubicBezTo>
                <a:cubicBezTo>
                  <a:pt x="1887855" y="0"/>
                  <a:pt x="1905000" y="17145"/>
                  <a:pt x="1905000" y="38100"/>
                </a:cubicBezTo>
                <a:close/>
                <a:moveTo>
                  <a:pt x="2362200" y="38100"/>
                </a:moveTo>
                <a:cubicBezTo>
                  <a:pt x="2362200" y="59055"/>
                  <a:pt x="2345055" y="76200"/>
                  <a:pt x="2324100" y="76200"/>
                </a:cubicBezTo>
                <a:cubicBezTo>
                  <a:pt x="2303145" y="76200"/>
                  <a:pt x="2286000" y="59055"/>
                  <a:pt x="2286000" y="38100"/>
                </a:cubicBezTo>
                <a:cubicBezTo>
                  <a:pt x="2286000" y="17145"/>
                  <a:pt x="2303145" y="0"/>
                  <a:pt x="2324100" y="0"/>
                </a:cubicBezTo>
                <a:cubicBezTo>
                  <a:pt x="2345055" y="0"/>
                  <a:pt x="2362200" y="17145"/>
                  <a:pt x="2362200" y="38100"/>
                </a:cubicBezTo>
                <a:close/>
                <a:moveTo>
                  <a:pt x="2819400" y="38100"/>
                </a:moveTo>
                <a:cubicBezTo>
                  <a:pt x="2819400" y="59055"/>
                  <a:pt x="2802255" y="76200"/>
                  <a:pt x="2781300" y="76200"/>
                </a:cubicBezTo>
                <a:cubicBezTo>
                  <a:pt x="2760345" y="76200"/>
                  <a:pt x="2743200" y="59055"/>
                  <a:pt x="2743200" y="38100"/>
                </a:cubicBezTo>
                <a:cubicBezTo>
                  <a:pt x="2743200" y="17145"/>
                  <a:pt x="2760345" y="0"/>
                  <a:pt x="2781300" y="0"/>
                </a:cubicBezTo>
                <a:cubicBezTo>
                  <a:pt x="2802255" y="0"/>
                  <a:pt x="2819400" y="17145"/>
                  <a:pt x="2819400" y="38100"/>
                </a:cubicBezTo>
                <a:close/>
                <a:moveTo>
                  <a:pt x="3276600" y="38100"/>
                </a:moveTo>
                <a:cubicBezTo>
                  <a:pt x="3276600" y="59055"/>
                  <a:pt x="3259455" y="76200"/>
                  <a:pt x="3238500" y="76200"/>
                </a:cubicBezTo>
                <a:cubicBezTo>
                  <a:pt x="3217545" y="76200"/>
                  <a:pt x="3200400" y="59055"/>
                  <a:pt x="3200400" y="38100"/>
                </a:cubicBezTo>
                <a:cubicBezTo>
                  <a:pt x="3200400" y="17145"/>
                  <a:pt x="3217545" y="0"/>
                  <a:pt x="3238500" y="0"/>
                </a:cubicBezTo>
                <a:cubicBezTo>
                  <a:pt x="3259455" y="0"/>
                  <a:pt x="3276600" y="17145"/>
                  <a:pt x="3276600" y="38100"/>
                </a:cubicBezTo>
                <a:close/>
                <a:moveTo>
                  <a:pt x="3733800" y="38100"/>
                </a:moveTo>
                <a:cubicBezTo>
                  <a:pt x="3733800" y="59055"/>
                  <a:pt x="3716655" y="76200"/>
                  <a:pt x="3695700" y="76200"/>
                </a:cubicBezTo>
                <a:cubicBezTo>
                  <a:pt x="3674745" y="76200"/>
                  <a:pt x="3657600" y="59055"/>
                  <a:pt x="3657600" y="38100"/>
                </a:cubicBezTo>
                <a:cubicBezTo>
                  <a:pt x="3657600" y="17145"/>
                  <a:pt x="3674745" y="0"/>
                  <a:pt x="3695700" y="0"/>
                </a:cubicBezTo>
                <a:cubicBezTo>
                  <a:pt x="3716655" y="0"/>
                  <a:pt x="3733800" y="17145"/>
                  <a:pt x="3733800" y="38100"/>
                </a:cubicBezTo>
                <a:close/>
                <a:moveTo>
                  <a:pt x="4191000" y="38100"/>
                </a:moveTo>
                <a:cubicBezTo>
                  <a:pt x="4191000" y="59055"/>
                  <a:pt x="4173855" y="76200"/>
                  <a:pt x="4152900" y="76200"/>
                </a:cubicBezTo>
                <a:cubicBezTo>
                  <a:pt x="4131945" y="76200"/>
                  <a:pt x="4114800" y="59055"/>
                  <a:pt x="4114800" y="38100"/>
                </a:cubicBezTo>
                <a:cubicBezTo>
                  <a:pt x="4114800" y="17145"/>
                  <a:pt x="4131945" y="0"/>
                  <a:pt x="4152900" y="0"/>
                </a:cubicBezTo>
                <a:cubicBezTo>
                  <a:pt x="4173855" y="0"/>
                  <a:pt x="4191000" y="17145"/>
                  <a:pt x="4191000" y="38100"/>
                </a:cubicBezTo>
                <a:close/>
                <a:moveTo>
                  <a:pt x="4648200" y="38100"/>
                </a:moveTo>
                <a:cubicBezTo>
                  <a:pt x="4648200" y="59055"/>
                  <a:pt x="4631055" y="76200"/>
                  <a:pt x="4610100" y="76200"/>
                </a:cubicBezTo>
                <a:cubicBezTo>
                  <a:pt x="4589145" y="76200"/>
                  <a:pt x="4572000" y="59055"/>
                  <a:pt x="4572000" y="38100"/>
                </a:cubicBezTo>
                <a:cubicBezTo>
                  <a:pt x="4572000" y="17145"/>
                  <a:pt x="4589145" y="0"/>
                  <a:pt x="4610100" y="0"/>
                </a:cubicBezTo>
                <a:cubicBezTo>
                  <a:pt x="4631055" y="0"/>
                  <a:pt x="4648200" y="17145"/>
                  <a:pt x="4648200" y="38100"/>
                </a:cubicBezTo>
                <a:close/>
                <a:moveTo>
                  <a:pt x="5105400" y="38100"/>
                </a:moveTo>
                <a:cubicBezTo>
                  <a:pt x="5105400" y="59055"/>
                  <a:pt x="5088255" y="76200"/>
                  <a:pt x="5067300" y="76200"/>
                </a:cubicBezTo>
                <a:cubicBezTo>
                  <a:pt x="5046345" y="76200"/>
                  <a:pt x="5029200" y="59055"/>
                  <a:pt x="5029200" y="38100"/>
                </a:cubicBezTo>
                <a:cubicBezTo>
                  <a:pt x="5029200" y="17145"/>
                  <a:pt x="5046345" y="0"/>
                  <a:pt x="5067300" y="0"/>
                </a:cubicBezTo>
                <a:cubicBezTo>
                  <a:pt x="5088255" y="0"/>
                  <a:pt x="5105400" y="17145"/>
                  <a:pt x="5105400" y="38100"/>
                </a:cubicBezTo>
                <a:close/>
                <a:moveTo>
                  <a:pt x="5562600" y="38100"/>
                </a:moveTo>
                <a:cubicBezTo>
                  <a:pt x="5562600" y="59055"/>
                  <a:pt x="5545455" y="76200"/>
                  <a:pt x="5524500" y="76200"/>
                </a:cubicBezTo>
                <a:cubicBezTo>
                  <a:pt x="5503545" y="76200"/>
                  <a:pt x="5486400" y="59055"/>
                  <a:pt x="5486400" y="38100"/>
                </a:cubicBezTo>
                <a:cubicBezTo>
                  <a:pt x="5486400" y="17145"/>
                  <a:pt x="5503545" y="0"/>
                  <a:pt x="5524500" y="0"/>
                </a:cubicBezTo>
                <a:cubicBezTo>
                  <a:pt x="5545455" y="0"/>
                  <a:pt x="5562600" y="17145"/>
                  <a:pt x="5562600" y="38100"/>
                </a:cubicBezTo>
                <a:close/>
                <a:moveTo>
                  <a:pt x="6019800" y="38100"/>
                </a:moveTo>
                <a:cubicBezTo>
                  <a:pt x="6019800" y="59055"/>
                  <a:pt x="6002655" y="76200"/>
                  <a:pt x="5981700" y="76200"/>
                </a:cubicBezTo>
                <a:cubicBezTo>
                  <a:pt x="5960745" y="76200"/>
                  <a:pt x="5943600" y="59055"/>
                  <a:pt x="5943600" y="38100"/>
                </a:cubicBezTo>
                <a:cubicBezTo>
                  <a:pt x="5943600" y="17145"/>
                  <a:pt x="5960745" y="0"/>
                  <a:pt x="5981700" y="0"/>
                </a:cubicBezTo>
                <a:cubicBezTo>
                  <a:pt x="6002655" y="0"/>
                  <a:pt x="6019800" y="17145"/>
                  <a:pt x="6019800" y="38100"/>
                </a:cubicBezTo>
                <a:close/>
                <a:moveTo>
                  <a:pt x="6477000" y="38100"/>
                </a:moveTo>
                <a:cubicBezTo>
                  <a:pt x="6477000" y="59055"/>
                  <a:pt x="6459855" y="76200"/>
                  <a:pt x="6438900" y="76200"/>
                </a:cubicBezTo>
                <a:cubicBezTo>
                  <a:pt x="6417945" y="76200"/>
                  <a:pt x="6400800" y="59055"/>
                  <a:pt x="6400800" y="38100"/>
                </a:cubicBezTo>
                <a:cubicBezTo>
                  <a:pt x="6400800" y="17145"/>
                  <a:pt x="6417945" y="0"/>
                  <a:pt x="6438900" y="0"/>
                </a:cubicBezTo>
                <a:cubicBezTo>
                  <a:pt x="6459855" y="0"/>
                  <a:pt x="6477000" y="17145"/>
                  <a:pt x="6477000" y="38100"/>
                </a:cubicBezTo>
                <a:close/>
                <a:moveTo>
                  <a:pt x="6934200" y="38100"/>
                </a:moveTo>
                <a:cubicBezTo>
                  <a:pt x="6934200" y="59055"/>
                  <a:pt x="6917055" y="76200"/>
                  <a:pt x="6896100" y="76200"/>
                </a:cubicBezTo>
                <a:cubicBezTo>
                  <a:pt x="6875145" y="76200"/>
                  <a:pt x="6858000" y="59055"/>
                  <a:pt x="6858000" y="38100"/>
                </a:cubicBezTo>
                <a:cubicBezTo>
                  <a:pt x="6858000" y="17145"/>
                  <a:pt x="6875145" y="0"/>
                  <a:pt x="6896100" y="0"/>
                </a:cubicBezTo>
                <a:cubicBezTo>
                  <a:pt x="6917055" y="0"/>
                  <a:pt x="6934200" y="17145"/>
                  <a:pt x="6934200" y="38100"/>
                </a:cubicBezTo>
                <a:close/>
                <a:moveTo>
                  <a:pt x="7391400" y="38100"/>
                </a:moveTo>
                <a:cubicBezTo>
                  <a:pt x="7391400" y="59055"/>
                  <a:pt x="7374255" y="76200"/>
                  <a:pt x="7353300" y="76200"/>
                </a:cubicBezTo>
                <a:cubicBezTo>
                  <a:pt x="7332345" y="76200"/>
                  <a:pt x="7315200" y="59055"/>
                  <a:pt x="7315200" y="38100"/>
                </a:cubicBezTo>
                <a:cubicBezTo>
                  <a:pt x="7315200" y="17145"/>
                  <a:pt x="7332345" y="0"/>
                  <a:pt x="7353300" y="0"/>
                </a:cubicBezTo>
                <a:cubicBezTo>
                  <a:pt x="7374255" y="0"/>
                  <a:pt x="7391400" y="17145"/>
                  <a:pt x="7391400" y="38100"/>
                </a:cubicBezTo>
                <a:close/>
                <a:moveTo>
                  <a:pt x="7848600" y="38100"/>
                </a:moveTo>
                <a:cubicBezTo>
                  <a:pt x="7848600" y="59055"/>
                  <a:pt x="7831455" y="76200"/>
                  <a:pt x="7810500" y="76200"/>
                </a:cubicBezTo>
                <a:cubicBezTo>
                  <a:pt x="7789545" y="76200"/>
                  <a:pt x="7772400" y="59055"/>
                  <a:pt x="7772400" y="38100"/>
                </a:cubicBezTo>
                <a:cubicBezTo>
                  <a:pt x="7772400" y="17145"/>
                  <a:pt x="7789545" y="0"/>
                  <a:pt x="7810500" y="0"/>
                </a:cubicBezTo>
                <a:cubicBezTo>
                  <a:pt x="7831455" y="0"/>
                  <a:pt x="7848600" y="17145"/>
                  <a:pt x="7848600" y="38100"/>
                </a:cubicBezTo>
                <a:close/>
                <a:moveTo>
                  <a:pt x="8305800" y="38100"/>
                </a:moveTo>
                <a:cubicBezTo>
                  <a:pt x="8305800" y="59055"/>
                  <a:pt x="8288655" y="76200"/>
                  <a:pt x="8267700" y="76200"/>
                </a:cubicBezTo>
                <a:cubicBezTo>
                  <a:pt x="8246745" y="76200"/>
                  <a:pt x="8229600" y="59055"/>
                  <a:pt x="8229600" y="38100"/>
                </a:cubicBezTo>
                <a:cubicBezTo>
                  <a:pt x="8229600" y="17145"/>
                  <a:pt x="8246745" y="0"/>
                  <a:pt x="8267700" y="0"/>
                </a:cubicBezTo>
                <a:cubicBezTo>
                  <a:pt x="8288655" y="0"/>
                  <a:pt x="8305800" y="17145"/>
                  <a:pt x="8305800" y="38100"/>
                </a:cubicBezTo>
                <a:close/>
                <a:moveTo>
                  <a:pt x="8763000" y="38100"/>
                </a:moveTo>
                <a:cubicBezTo>
                  <a:pt x="8763000" y="59055"/>
                  <a:pt x="8745855" y="76200"/>
                  <a:pt x="8724900" y="76200"/>
                </a:cubicBezTo>
                <a:cubicBezTo>
                  <a:pt x="8703945" y="76200"/>
                  <a:pt x="8686800" y="59055"/>
                  <a:pt x="8686800" y="38100"/>
                </a:cubicBezTo>
                <a:cubicBezTo>
                  <a:pt x="8686800" y="17145"/>
                  <a:pt x="8703945" y="0"/>
                  <a:pt x="8724900" y="0"/>
                </a:cubicBezTo>
                <a:cubicBezTo>
                  <a:pt x="8745855" y="0"/>
                  <a:pt x="8763000" y="17145"/>
                  <a:pt x="8763000" y="38100"/>
                </a:cubicBezTo>
                <a:close/>
                <a:moveTo>
                  <a:pt x="9220200" y="38100"/>
                </a:moveTo>
                <a:cubicBezTo>
                  <a:pt x="9220200" y="59055"/>
                  <a:pt x="9203055" y="76200"/>
                  <a:pt x="9182100" y="76200"/>
                </a:cubicBezTo>
                <a:cubicBezTo>
                  <a:pt x="9161145" y="76200"/>
                  <a:pt x="9144000" y="59055"/>
                  <a:pt x="9144000" y="38100"/>
                </a:cubicBezTo>
                <a:cubicBezTo>
                  <a:pt x="9144000" y="17145"/>
                  <a:pt x="9161145" y="0"/>
                  <a:pt x="9182100" y="0"/>
                </a:cubicBezTo>
                <a:cubicBezTo>
                  <a:pt x="9203055" y="0"/>
                  <a:pt x="9220200" y="17145"/>
                  <a:pt x="9220200" y="38100"/>
                </a:cubicBezTo>
                <a:close/>
                <a:moveTo>
                  <a:pt x="9677400" y="38100"/>
                </a:moveTo>
                <a:cubicBezTo>
                  <a:pt x="9677400" y="59055"/>
                  <a:pt x="9660255" y="76200"/>
                  <a:pt x="9639300" y="76200"/>
                </a:cubicBezTo>
                <a:cubicBezTo>
                  <a:pt x="9618345" y="76200"/>
                  <a:pt x="9601200" y="59055"/>
                  <a:pt x="9601200" y="38100"/>
                </a:cubicBezTo>
                <a:cubicBezTo>
                  <a:pt x="9601200" y="17145"/>
                  <a:pt x="9618345" y="0"/>
                  <a:pt x="9639300" y="0"/>
                </a:cubicBezTo>
                <a:cubicBezTo>
                  <a:pt x="9660255" y="0"/>
                  <a:pt x="9677400" y="17145"/>
                  <a:pt x="9677400" y="38100"/>
                </a:cubicBezTo>
                <a:close/>
                <a:moveTo>
                  <a:pt x="10134600" y="38100"/>
                </a:moveTo>
                <a:cubicBezTo>
                  <a:pt x="10134600" y="59055"/>
                  <a:pt x="10117455" y="76200"/>
                  <a:pt x="10096500" y="76200"/>
                </a:cubicBezTo>
                <a:cubicBezTo>
                  <a:pt x="10075545" y="76200"/>
                  <a:pt x="10058400" y="59055"/>
                  <a:pt x="10058400" y="38100"/>
                </a:cubicBezTo>
                <a:cubicBezTo>
                  <a:pt x="10058400" y="17145"/>
                  <a:pt x="10075545" y="0"/>
                  <a:pt x="10096500" y="0"/>
                </a:cubicBezTo>
                <a:cubicBezTo>
                  <a:pt x="10117455" y="0"/>
                  <a:pt x="10134600" y="17145"/>
                  <a:pt x="10134600" y="38100"/>
                </a:cubicBezTo>
                <a:close/>
                <a:moveTo>
                  <a:pt x="10591800" y="38100"/>
                </a:moveTo>
                <a:cubicBezTo>
                  <a:pt x="10591800" y="59055"/>
                  <a:pt x="10574655" y="76200"/>
                  <a:pt x="10553700" y="76200"/>
                </a:cubicBezTo>
                <a:cubicBezTo>
                  <a:pt x="10532745" y="76200"/>
                  <a:pt x="10515600" y="59055"/>
                  <a:pt x="10515600" y="38100"/>
                </a:cubicBezTo>
                <a:cubicBezTo>
                  <a:pt x="10515600" y="17145"/>
                  <a:pt x="10532745" y="0"/>
                  <a:pt x="10553700" y="0"/>
                </a:cubicBezTo>
                <a:cubicBezTo>
                  <a:pt x="10574655" y="0"/>
                  <a:pt x="10591800" y="17145"/>
                  <a:pt x="10591800" y="38100"/>
                </a:cubicBezTo>
                <a:close/>
                <a:moveTo>
                  <a:pt x="11049000" y="38100"/>
                </a:moveTo>
                <a:cubicBezTo>
                  <a:pt x="11049000" y="59055"/>
                  <a:pt x="11031855" y="76200"/>
                  <a:pt x="11010900" y="76200"/>
                </a:cubicBezTo>
                <a:cubicBezTo>
                  <a:pt x="10989945" y="76200"/>
                  <a:pt x="10972800" y="59055"/>
                  <a:pt x="10972800" y="38100"/>
                </a:cubicBezTo>
                <a:cubicBezTo>
                  <a:pt x="10972800" y="17145"/>
                  <a:pt x="10989945" y="0"/>
                  <a:pt x="11010900" y="0"/>
                </a:cubicBezTo>
                <a:cubicBezTo>
                  <a:pt x="11031855" y="0"/>
                  <a:pt x="11049000" y="17145"/>
                  <a:pt x="11049000" y="38100"/>
                </a:cubicBezTo>
                <a:close/>
                <a:moveTo>
                  <a:pt x="11506200" y="38100"/>
                </a:moveTo>
                <a:cubicBezTo>
                  <a:pt x="11506200" y="59055"/>
                  <a:pt x="11489055" y="76200"/>
                  <a:pt x="11468100" y="76200"/>
                </a:cubicBezTo>
                <a:cubicBezTo>
                  <a:pt x="11447145" y="76200"/>
                  <a:pt x="11430000" y="59055"/>
                  <a:pt x="11430000" y="38100"/>
                </a:cubicBezTo>
                <a:cubicBezTo>
                  <a:pt x="11430000" y="17145"/>
                  <a:pt x="11447145" y="0"/>
                  <a:pt x="11468100" y="0"/>
                </a:cubicBezTo>
                <a:cubicBezTo>
                  <a:pt x="11489055" y="0"/>
                  <a:pt x="11506200" y="17145"/>
                  <a:pt x="11506200" y="38100"/>
                </a:cubicBezTo>
                <a:close/>
                <a:moveTo>
                  <a:pt x="11963400" y="38100"/>
                </a:moveTo>
                <a:cubicBezTo>
                  <a:pt x="11963400" y="59055"/>
                  <a:pt x="11946255" y="76200"/>
                  <a:pt x="11925300" y="76200"/>
                </a:cubicBezTo>
                <a:cubicBezTo>
                  <a:pt x="11904345" y="76200"/>
                  <a:pt x="11887200" y="59055"/>
                  <a:pt x="11887200" y="38100"/>
                </a:cubicBezTo>
                <a:cubicBezTo>
                  <a:pt x="11887200" y="17145"/>
                  <a:pt x="11904345" y="0"/>
                  <a:pt x="11925300" y="0"/>
                </a:cubicBezTo>
                <a:cubicBezTo>
                  <a:pt x="11946255" y="0"/>
                  <a:pt x="11963400" y="17145"/>
                  <a:pt x="11963400" y="38100"/>
                </a:cubicBezTo>
                <a:close/>
                <a:moveTo>
                  <a:pt x="304800" y="495300"/>
                </a:moveTo>
                <a:cubicBezTo>
                  <a:pt x="304800" y="516255"/>
                  <a:pt x="287655" y="533400"/>
                  <a:pt x="266700" y="533400"/>
                </a:cubicBezTo>
                <a:cubicBezTo>
                  <a:pt x="245745" y="533400"/>
                  <a:pt x="228600" y="516255"/>
                  <a:pt x="228600" y="495300"/>
                </a:cubicBezTo>
                <a:cubicBezTo>
                  <a:pt x="228600" y="474345"/>
                  <a:pt x="245745" y="457200"/>
                  <a:pt x="266700" y="457200"/>
                </a:cubicBezTo>
                <a:cubicBezTo>
                  <a:pt x="287655" y="457200"/>
                  <a:pt x="304800" y="474345"/>
                  <a:pt x="304800" y="495300"/>
                </a:cubicBezTo>
                <a:close/>
                <a:moveTo>
                  <a:pt x="762000" y="495300"/>
                </a:moveTo>
                <a:cubicBezTo>
                  <a:pt x="762000" y="516255"/>
                  <a:pt x="744855" y="533400"/>
                  <a:pt x="723900" y="533400"/>
                </a:cubicBezTo>
                <a:cubicBezTo>
                  <a:pt x="702945" y="533400"/>
                  <a:pt x="685800" y="516255"/>
                  <a:pt x="685800" y="495300"/>
                </a:cubicBezTo>
                <a:cubicBezTo>
                  <a:pt x="685800" y="474345"/>
                  <a:pt x="702945" y="457200"/>
                  <a:pt x="723900" y="457200"/>
                </a:cubicBezTo>
                <a:cubicBezTo>
                  <a:pt x="744855" y="457200"/>
                  <a:pt x="762000" y="474345"/>
                  <a:pt x="762000" y="495300"/>
                </a:cubicBezTo>
                <a:close/>
                <a:moveTo>
                  <a:pt x="1219200" y="495300"/>
                </a:moveTo>
                <a:cubicBezTo>
                  <a:pt x="1219200" y="516255"/>
                  <a:pt x="1202055" y="533400"/>
                  <a:pt x="1181100" y="533400"/>
                </a:cubicBezTo>
                <a:cubicBezTo>
                  <a:pt x="1160145" y="533400"/>
                  <a:pt x="1143000" y="516255"/>
                  <a:pt x="1143000" y="495300"/>
                </a:cubicBezTo>
                <a:cubicBezTo>
                  <a:pt x="1143000" y="474345"/>
                  <a:pt x="1160145" y="457200"/>
                  <a:pt x="1181100" y="457200"/>
                </a:cubicBezTo>
                <a:cubicBezTo>
                  <a:pt x="1202055" y="457200"/>
                  <a:pt x="1219200" y="474345"/>
                  <a:pt x="1219200" y="495300"/>
                </a:cubicBezTo>
                <a:close/>
                <a:moveTo>
                  <a:pt x="1676400" y="495300"/>
                </a:moveTo>
                <a:cubicBezTo>
                  <a:pt x="1676400" y="516255"/>
                  <a:pt x="1659255" y="533400"/>
                  <a:pt x="1638300" y="533400"/>
                </a:cubicBezTo>
                <a:cubicBezTo>
                  <a:pt x="1617345" y="533400"/>
                  <a:pt x="1600200" y="516255"/>
                  <a:pt x="1600200" y="495300"/>
                </a:cubicBezTo>
                <a:cubicBezTo>
                  <a:pt x="1600200" y="474345"/>
                  <a:pt x="1617345" y="457200"/>
                  <a:pt x="1638300" y="457200"/>
                </a:cubicBezTo>
                <a:cubicBezTo>
                  <a:pt x="1659255" y="457200"/>
                  <a:pt x="1676400" y="474345"/>
                  <a:pt x="1676400" y="495300"/>
                </a:cubicBezTo>
                <a:close/>
                <a:moveTo>
                  <a:pt x="2133600" y="495300"/>
                </a:moveTo>
                <a:cubicBezTo>
                  <a:pt x="2133600" y="516255"/>
                  <a:pt x="2116455" y="533400"/>
                  <a:pt x="2095500" y="533400"/>
                </a:cubicBezTo>
                <a:cubicBezTo>
                  <a:pt x="2074545" y="533400"/>
                  <a:pt x="2057400" y="516255"/>
                  <a:pt x="2057400" y="495300"/>
                </a:cubicBezTo>
                <a:cubicBezTo>
                  <a:pt x="2057400" y="474345"/>
                  <a:pt x="2074545" y="457200"/>
                  <a:pt x="2095500" y="457200"/>
                </a:cubicBezTo>
                <a:cubicBezTo>
                  <a:pt x="2116455" y="457200"/>
                  <a:pt x="2133600" y="474345"/>
                  <a:pt x="2133600" y="495300"/>
                </a:cubicBezTo>
                <a:close/>
                <a:moveTo>
                  <a:pt x="2590800" y="495300"/>
                </a:moveTo>
                <a:cubicBezTo>
                  <a:pt x="2590800" y="516255"/>
                  <a:pt x="2573655" y="533400"/>
                  <a:pt x="2552700" y="533400"/>
                </a:cubicBezTo>
                <a:cubicBezTo>
                  <a:pt x="2531745" y="533400"/>
                  <a:pt x="2514600" y="516255"/>
                  <a:pt x="2514600" y="495300"/>
                </a:cubicBezTo>
                <a:cubicBezTo>
                  <a:pt x="2514600" y="474345"/>
                  <a:pt x="2531745" y="457200"/>
                  <a:pt x="2552700" y="457200"/>
                </a:cubicBezTo>
                <a:cubicBezTo>
                  <a:pt x="2573655" y="457200"/>
                  <a:pt x="2590800" y="474345"/>
                  <a:pt x="2590800" y="495300"/>
                </a:cubicBezTo>
                <a:close/>
                <a:moveTo>
                  <a:pt x="3048000" y="495300"/>
                </a:moveTo>
                <a:cubicBezTo>
                  <a:pt x="3048000" y="516255"/>
                  <a:pt x="3030855" y="533400"/>
                  <a:pt x="3009900" y="533400"/>
                </a:cubicBezTo>
                <a:cubicBezTo>
                  <a:pt x="2988945" y="533400"/>
                  <a:pt x="2971800" y="516255"/>
                  <a:pt x="2971800" y="495300"/>
                </a:cubicBezTo>
                <a:cubicBezTo>
                  <a:pt x="2971800" y="474345"/>
                  <a:pt x="2988945" y="457200"/>
                  <a:pt x="3009900" y="457200"/>
                </a:cubicBezTo>
                <a:cubicBezTo>
                  <a:pt x="3030855" y="457200"/>
                  <a:pt x="3048000" y="474345"/>
                  <a:pt x="3048000" y="495300"/>
                </a:cubicBezTo>
                <a:close/>
                <a:moveTo>
                  <a:pt x="3505200" y="495300"/>
                </a:moveTo>
                <a:cubicBezTo>
                  <a:pt x="3505200" y="516255"/>
                  <a:pt x="3488055" y="533400"/>
                  <a:pt x="3467100" y="533400"/>
                </a:cubicBezTo>
                <a:cubicBezTo>
                  <a:pt x="3446145" y="533400"/>
                  <a:pt x="3429000" y="516255"/>
                  <a:pt x="3429000" y="495300"/>
                </a:cubicBezTo>
                <a:cubicBezTo>
                  <a:pt x="3429000" y="474345"/>
                  <a:pt x="3446145" y="457200"/>
                  <a:pt x="3467100" y="457200"/>
                </a:cubicBezTo>
                <a:cubicBezTo>
                  <a:pt x="3488055" y="457200"/>
                  <a:pt x="3505200" y="474345"/>
                  <a:pt x="3505200" y="495300"/>
                </a:cubicBezTo>
                <a:close/>
                <a:moveTo>
                  <a:pt x="3962400" y="495300"/>
                </a:moveTo>
                <a:cubicBezTo>
                  <a:pt x="3962400" y="516255"/>
                  <a:pt x="3945255" y="533400"/>
                  <a:pt x="3924300" y="533400"/>
                </a:cubicBezTo>
                <a:cubicBezTo>
                  <a:pt x="3903345" y="533400"/>
                  <a:pt x="3886200" y="516255"/>
                  <a:pt x="3886200" y="495300"/>
                </a:cubicBezTo>
                <a:cubicBezTo>
                  <a:pt x="3886200" y="474345"/>
                  <a:pt x="3903345" y="457200"/>
                  <a:pt x="3924300" y="457200"/>
                </a:cubicBezTo>
                <a:cubicBezTo>
                  <a:pt x="3945255" y="457200"/>
                  <a:pt x="3962400" y="474345"/>
                  <a:pt x="3962400" y="495300"/>
                </a:cubicBezTo>
                <a:close/>
                <a:moveTo>
                  <a:pt x="4419600" y="495300"/>
                </a:moveTo>
                <a:cubicBezTo>
                  <a:pt x="4419600" y="516255"/>
                  <a:pt x="4402455" y="533400"/>
                  <a:pt x="4381500" y="533400"/>
                </a:cubicBezTo>
                <a:cubicBezTo>
                  <a:pt x="4360545" y="533400"/>
                  <a:pt x="4343400" y="516255"/>
                  <a:pt x="4343400" y="495300"/>
                </a:cubicBezTo>
                <a:cubicBezTo>
                  <a:pt x="4343400" y="474345"/>
                  <a:pt x="4360545" y="457200"/>
                  <a:pt x="4381500" y="457200"/>
                </a:cubicBezTo>
                <a:cubicBezTo>
                  <a:pt x="4402455" y="457200"/>
                  <a:pt x="4419600" y="474345"/>
                  <a:pt x="4419600" y="495300"/>
                </a:cubicBezTo>
                <a:close/>
                <a:moveTo>
                  <a:pt x="4876800" y="495300"/>
                </a:moveTo>
                <a:cubicBezTo>
                  <a:pt x="4876800" y="516255"/>
                  <a:pt x="4859655" y="533400"/>
                  <a:pt x="4838700" y="533400"/>
                </a:cubicBezTo>
                <a:cubicBezTo>
                  <a:pt x="4817745" y="533400"/>
                  <a:pt x="4800600" y="516255"/>
                  <a:pt x="4800600" y="495300"/>
                </a:cubicBezTo>
                <a:cubicBezTo>
                  <a:pt x="4800600" y="474345"/>
                  <a:pt x="4817745" y="457200"/>
                  <a:pt x="4838700" y="457200"/>
                </a:cubicBezTo>
                <a:cubicBezTo>
                  <a:pt x="4859655" y="457200"/>
                  <a:pt x="4876800" y="474345"/>
                  <a:pt x="4876800" y="495300"/>
                </a:cubicBezTo>
                <a:close/>
                <a:moveTo>
                  <a:pt x="5334000" y="495300"/>
                </a:moveTo>
                <a:cubicBezTo>
                  <a:pt x="5334000" y="516255"/>
                  <a:pt x="5316855" y="533400"/>
                  <a:pt x="5295900" y="533400"/>
                </a:cubicBezTo>
                <a:cubicBezTo>
                  <a:pt x="5274945" y="533400"/>
                  <a:pt x="5257800" y="516255"/>
                  <a:pt x="5257800" y="495300"/>
                </a:cubicBezTo>
                <a:cubicBezTo>
                  <a:pt x="5257800" y="474345"/>
                  <a:pt x="5274945" y="457200"/>
                  <a:pt x="5295900" y="457200"/>
                </a:cubicBezTo>
                <a:cubicBezTo>
                  <a:pt x="5316855" y="457200"/>
                  <a:pt x="5334000" y="474345"/>
                  <a:pt x="5334000" y="495300"/>
                </a:cubicBezTo>
                <a:close/>
                <a:moveTo>
                  <a:pt x="5791200" y="495300"/>
                </a:moveTo>
                <a:cubicBezTo>
                  <a:pt x="5791200" y="516255"/>
                  <a:pt x="5774055" y="533400"/>
                  <a:pt x="5753100" y="533400"/>
                </a:cubicBezTo>
                <a:cubicBezTo>
                  <a:pt x="5732145" y="533400"/>
                  <a:pt x="5715000" y="516255"/>
                  <a:pt x="5715000" y="495300"/>
                </a:cubicBezTo>
                <a:cubicBezTo>
                  <a:pt x="5715000" y="474345"/>
                  <a:pt x="5732145" y="457200"/>
                  <a:pt x="5753100" y="457200"/>
                </a:cubicBezTo>
                <a:cubicBezTo>
                  <a:pt x="5774055" y="457200"/>
                  <a:pt x="5791200" y="474345"/>
                  <a:pt x="5791200" y="495300"/>
                </a:cubicBezTo>
                <a:close/>
                <a:moveTo>
                  <a:pt x="6248400" y="495300"/>
                </a:moveTo>
                <a:cubicBezTo>
                  <a:pt x="6248400" y="516255"/>
                  <a:pt x="6231255" y="533400"/>
                  <a:pt x="6210300" y="533400"/>
                </a:cubicBezTo>
                <a:cubicBezTo>
                  <a:pt x="6189345" y="533400"/>
                  <a:pt x="6172200" y="516255"/>
                  <a:pt x="6172200" y="495300"/>
                </a:cubicBezTo>
                <a:cubicBezTo>
                  <a:pt x="6172200" y="474345"/>
                  <a:pt x="6189345" y="457200"/>
                  <a:pt x="6210300" y="457200"/>
                </a:cubicBezTo>
                <a:cubicBezTo>
                  <a:pt x="6231255" y="457200"/>
                  <a:pt x="6248400" y="474345"/>
                  <a:pt x="6248400" y="495300"/>
                </a:cubicBezTo>
                <a:close/>
                <a:moveTo>
                  <a:pt x="6705600" y="495300"/>
                </a:moveTo>
                <a:cubicBezTo>
                  <a:pt x="6705600" y="516255"/>
                  <a:pt x="6688455" y="533400"/>
                  <a:pt x="6667500" y="533400"/>
                </a:cubicBezTo>
                <a:cubicBezTo>
                  <a:pt x="6646545" y="533400"/>
                  <a:pt x="6629400" y="516255"/>
                  <a:pt x="6629400" y="495300"/>
                </a:cubicBezTo>
                <a:cubicBezTo>
                  <a:pt x="6629400" y="474345"/>
                  <a:pt x="6646545" y="457200"/>
                  <a:pt x="6667500" y="457200"/>
                </a:cubicBezTo>
                <a:cubicBezTo>
                  <a:pt x="6688455" y="457200"/>
                  <a:pt x="6705600" y="474345"/>
                  <a:pt x="6705600" y="495300"/>
                </a:cubicBezTo>
                <a:close/>
                <a:moveTo>
                  <a:pt x="7162800" y="495300"/>
                </a:moveTo>
                <a:cubicBezTo>
                  <a:pt x="7162800" y="516255"/>
                  <a:pt x="7145655" y="533400"/>
                  <a:pt x="7124700" y="533400"/>
                </a:cubicBezTo>
                <a:cubicBezTo>
                  <a:pt x="7103745" y="533400"/>
                  <a:pt x="7086600" y="516255"/>
                  <a:pt x="7086600" y="495300"/>
                </a:cubicBezTo>
                <a:cubicBezTo>
                  <a:pt x="7086600" y="474345"/>
                  <a:pt x="7103745" y="457200"/>
                  <a:pt x="7124700" y="457200"/>
                </a:cubicBezTo>
                <a:cubicBezTo>
                  <a:pt x="7145655" y="457200"/>
                  <a:pt x="7162800" y="474345"/>
                  <a:pt x="7162800" y="495300"/>
                </a:cubicBezTo>
                <a:close/>
                <a:moveTo>
                  <a:pt x="7620000" y="495300"/>
                </a:moveTo>
                <a:cubicBezTo>
                  <a:pt x="7620000" y="516255"/>
                  <a:pt x="7602855" y="533400"/>
                  <a:pt x="7581900" y="533400"/>
                </a:cubicBezTo>
                <a:cubicBezTo>
                  <a:pt x="7560945" y="533400"/>
                  <a:pt x="7543800" y="516255"/>
                  <a:pt x="7543800" y="495300"/>
                </a:cubicBezTo>
                <a:cubicBezTo>
                  <a:pt x="7543800" y="474345"/>
                  <a:pt x="7560945" y="457200"/>
                  <a:pt x="7581900" y="457200"/>
                </a:cubicBezTo>
                <a:cubicBezTo>
                  <a:pt x="7602855" y="457200"/>
                  <a:pt x="7620000" y="474345"/>
                  <a:pt x="7620000" y="495300"/>
                </a:cubicBezTo>
                <a:close/>
                <a:moveTo>
                  <a:pt x="8077200" y="495300"/>
                </a:moveTo>
                <a:cubicBezTo>
                  <a:pt x="8077200" y="516255"/>
                  <a:pt x="8060055" y="533400"/>
                  <a:pt x="8039100" y="533400"/>
                </a:cubicBezTo>
                <a:cubicBezTo>
                  <a:pt x="8018145" y="533400"/>
                  <a:pt x="8001000" y="516255"/>
                  <a:pt x="8001000" y="495300"/>
                </a:cubicBezTo>
                <a:cubicBezTo>
                  <a:pt x="8001000" y="474345"/>
                  <a:pt x="8018145" y="457200"/>
                  <a:pt x="8039100" y="457200"/>
                </a:cubicBezTo>
                <a:cubicBezTo>
                  <a:pt x="8060055" y="457200"/>
                  <a:pt x="8077200" y="474345"/>
                  <a:pt x="8077200" y="495300"/>
                </a:cubicBezTo>
                <a:close/>
                <a:moveTo>
                  <a:pt x="8534400" y="495300"/>
                </a:moveTo>
                <a:cubicBezTo>
                  <a:pt x="8534400" y="516255"/>
                  <a:pt x="8517255" y="533400"/>
                  <a:pt x="8496300" y="533400"/>
                </a:cubicBezTo>
                <a:cubicBezTo>
                  <a:pt x="8475345" y="533400"/>
                  <a:pt x="8458200" y="516255"/>
                  <a:pt x="8458200" y="495300"/>
                </a:cubicBezTo>
                <a:cubicBezTo>
                  <a:pt x="8458200" y="474345"/>
                  <a:pt x="8475345" y="457200"/>
                  <a:pt x="8496300" y="457200"/>
                </a:cubicBezTo>
                <a:cubicBezTo>
                  <a:pt x="8517255" y="457200"/>
                  <a:pt x="8534400" y="474345"/>
                  <a:pt x="8534400" y="495300"/>
                </a:cubicBezTo>
                <a:close/>
                <a:moveTo>
                  <a:pt x="8991600" y="495300"/>
                </a:moveTo>
                <a:cubicBezTo>
                  <a:pt x="8991600" y="516255"/>
                  <a:pt x="8974455" y="533400"/>
                  <a:pt x="8953500" y="533400"/>
                </a:cubicBezTo>
                <a:cubicBezTo>
                  <a:pt x="8932545" y="533400"/>
                  <a:pt x="8915400" y="516255"/>
                  <a:pt x="8915400" y="495300"/>
                </a:cubicBezTo>
                <a:cubicBezTo>
                  <a:pt x="8915400" y="474345"/>
                  <a:pt x="8932545" y="457200"/>
                  <a:pt x="8953500" y="457200"/>
                </a:cubicBezTo>
                <a:cubicBezTo>
                  <a:pt x="8974455" y="457200"/>
                  <a:pt x="8991600" y="474345"/>
                  <a:pt x="8991600" y="495300"/>
                </a:cubicBezTo>
                <a:close/>
                <a:moveTo>
                  <a:pt x="9448800" y="495300"/>
                </a:moveTo>
                <a:cubicBezTo>
                  <a:pt x="9448800" y="516255"/>
                  <a:pt x="9431655" y="533400"/>
                  <a:pt x="9410700" y="533400"/>
                </a:cubicBezTo>
                <a:cubicBezTo>
                  <a:pt x="9389745" y="533400"/>
                  <a:pt x="9372600" y="516255"/>
                  <a:pt x="9372600" y="495300"/>
                </a:cubicBezTo>
                <a:cubicBezTo>
                  <a:pt x="9372600" y="474345"/>
                  <a:pt x="9389745" y="457200"/>
                  <a:pt x="9410700" y="457200"/>
                </a:cubicBezTo>
                <a:cubicBezTo>
                  <a:pt x="9431655" y="457200"/>
                  <a:pt x="9448800" y="474345"/>
                  <a:pt x="9448800" y="495300"/>
                </a:cubicBezTo>
                <a:close/>
                <a:moveTo>
                  <a:pt x="9906000" y="495300"/>
                </a:moveTo>
                <a:cubicBezTo>
                  <a:pt x="9906000" y="516255"/>
                  <a:pt x="9888855" y="533400"/>
                  <a:pt x="9867900" y="533400"/>
                </a:cubicBezTo>
                <a:cubicBezTo>
                  <a:pt x="9846945" y="533400"/>
                  <a:pt x="9829800" y="516255"/>
                  <a:pt x="9829800" y="495300"/>
                </a:cubicBezTo>
                <a:cubicBezTo>
                  <a:pt x="9829800" y="474345"/>
                  <a:pt x="9846945" y="457200"/>
                  <a:pt x="9867900" y="457200"/>
                </a:cubicBezTo>
                <a:cubicBezTo>
                  <a:pt x="9888855" y="457200"/>
                  <a:pt x="9906000" y="474345"/>
                  <a:pt x="9906000" y="495300"/>
                </a:cubicBezTo>
                <a:close/>
                <a:moveTo>
                  <a:pt x="10363200" y="495300"/>
                </a:moveTo>
                <a:cubicBezTo>
                  <a:pt x="10363200" y="516255"/>
                  <a:pt x="10346055" y="533400"/>
                  <a:pt x="10325100" y="533400"/>
                </a:cubicBezTo>
                <a:cubicBezTo>
                  <a:pt x="10304145" y="533400"/>
                  <a:pt x="10287000" y="516255"/>
                  <a:pt x="10287000" y="495300"/>
                </a:cubicBezTo>
                <a:cubicBezTo>
                  <a:pt x="10287000" y="474345"/>
                  <a:pt x="10304145" y="457200"/>
                  <a:pt x="10325100" y="457200"/>
                </a:cubicBezTo>
                <a:cubicBezTo>
                  <a:pt x="10346055" y="457200"/>
                  <a:pt x="10363200" y="474345"/>
                  <a:pt x="10363200" y="495300"/>
                </a:cubicBezTo>
                <a:close/>
                <a:moveTo>
                  <a:pt x="10820400" y="495300"/>
                </a:moveTo>
                <a:cubicBezTo>
                  <a:pt x="10820400" y="516255"/>
                  <a:pt x="10803255" y="533400"/>
                  <a:pt x="10782300" y="533400"/>
                </a:cubicBezTo>
                <a:cubicBezTo>
                  <a:pt x="10761345" y="533400"/>
                  <a:pt x="10744200" y="516255"/>
                  <a:pt x="10744200" y="495300"/>
                </a:cubicBezTo>
                <a:cubicBezTo>
                  <a:pt x="10744200" y="474345"/>
                  <a:pt x="10761345" y="457200"/>
                  <a:pt x="10782300" y="457200"/>
                </a:cubicBezTo>
                <a:cubicBezTo>
                  <a:pt x="10803255" y="457200"/>
                  <a:pt x="10820400" y="474345"/>
                  <a:pt x="10820400" y="495300"/>
                </a:cubicBezTo>
                <a:close/>
                <a:moveTo>
                  <a:pt x="11277600" y="495300"/>
                </a:moveTo>
                <a:cubicBezTo>
                  <a:pt x="11277600" y="516255"/>
                  <a:pt x="11260455" y="533400"/>
                  <a:pt x="11239500" y="533400"/>
                </a:cubicBezTo>
                <a:cubicBezTo>
                  <a:pt x="11218545" y="533400"/>
                  <a:pt x="11201400" y="516255"/>
                  <a:pt x="11201400" y="495300"/>
                </a:cubicBezTo>
                <a:cubicBezTo>
                  <a:pt x="11201400" y="474345"/>
                  <a:pt x="11218545" y="457200"/>
                  <a:pt x="11239500" y="457200"/>
                </a:cubicBezTo>
                <a:cubicBezTo>
                  <a:pt x="11260455" y="457200"/>
                  <a:pt x="11277600" y="474345"/>
                  <a:pt x="11277600" y="495300"/>
                </a:cubicBezTo>
                <a:close/>
                <a:moveTo>
                  <a:pt x="11734800" y="495300"/>
                </a:moveTo>
                <a:cubicBezTo>
                  <a:pt x="11734800" y="516255"/>
                  <a:pt x="11717655" y="533400"/>
                  <a:pt x="11696700" y="533400"/>
                </a:cubicBezTo>
                <a:cubicBezTo>
                  <a:pt x="11675745" y="533400"/>
                  <a:pt x="11658600" y="516255"/>
                  <a:pt x="11658600" y="495300"/>
                </a:cubicBezTo>
                <a:cubicBezTo>
                  <a:pt x="11658600" y="474345"/>
                  <a:pt x="11675745" y="457200"/>
                  <a:pt x="11696700" y="457200"/>
                </a:cubicBezTo>
                <a:cubicBezTo>
                  <a:pt x="11717655" y="457200"/>
                  <a:pt x="11734800" y="474345"/>
                  <a:pt x="11734800" y="495300"/>
                </a:cubicBezTo>
                <a:close/>
                <a:moveTo>
                  <a:pt x="76200" y="952500"/>
                </a:moveTo>
                <a:cubicBezTo>
                  <a:pt x="76200" y="973455"/>
                  <a:pt x="59055" y="990600"/>
                  <a:pt x="38100" y="990600"/>
                </a:cubicBezTo>
                <a:cubicBezTo>
                  <a:pt x="17145" y="990600"/>
                  <a:pt x="0" y="973455"/>
                  <a:pt x="0" y="952500"/>
                </a:cubicBezTo>
                <a:cubicBezTo>
                  <a:pt x="0" y="931545"/>
                  <a:pt x="17145" y="914400"/>
                  <a:pt x="38100" y="914400"/>
                </a:cubicBezTo>
                <a:cubicBezTo>
                  <a:pt x="59055" y="914400"/>
                  <a:pt x="76200" y="931545"/>
                  <a:pt x="76200" y="952500"/>
                </a:cubicBezTo>
                <a:close/>
                <a:moveTo>
                  <a:pt x="533400" y="952500"/>
                </a:moveTo>
                <a:cubicBezTo>
                  <a:pt x="533400" y="973455"/>
                  <a:pt x="516255" y="990600"/>
                  <a:pt x="495300" y="990600"/>
                </a:cubicBezTo>
                <a:cubicBezTo>
                  <a:pt x="474345" y="990600"/>
                  <a:pt x="457200" y="973455"/>
                  <a:pt x="457200" y="952500"/>
                </a:cubicBezTo>
                <a:cubicBezTo>
                  <a:pt x="457200" y="931545"/>
                  <a:pt x="474345" y="914400"/>
                  <a:pt x="495300" y="914400"/>
                </a:cubicBezTo>
                <a:cubicBezTo>
                  <a:pt x="516255" y="914400"/>
                  <a:pt x="533400" y="931545"/>
                  <a:pt x="533400" y="952500"/>
                </a:cubicBezTo>
                <a:close/>
                <a:moveTo>
                  <a:pt x="990600" y="952500"/>
                </a:moveTo>
                <a:cubicBezTo>
                  <a:pt x="990600" y="973455"/>
                  <a:pt x="973455" y="990600"/>
                  <a:pt x="952500" y="990600"/>
                </a:cubicBezTo>
                <a:cubicBezTo>
                  <a:pt x="931545" y="990600"/>
                  <a:pt x="914400" y="973455"/>
                  <a:pt x="914400" y="952500"/>
                </a:cubicBezTo>
                <a:cubicBezTo>
                  <a:pt x="914400" y="931545"/>
                  <a:pt x="931545" y="914400"/>
                  <a:pt x="952500" y="914400"/>
                </a:cubicBezTo>
                <a:cubicBezTo>
                  <a:pt x="973455" y="914400"/>
                  <a:pt x="990600" y="931545"/>
                  <a:pt x="990600" y="952500"/>
                </a:cubicBezTo>
                <a:close/>
                <a:moveTo>
                  <a:pt x="1447800" y="952500"/>
                </a:moveTo>
                <a:cubicBezTo>
                  <a:pt x="1447800" y="973455"/>
                  <a:pt x="1430655" y="990600"/>
                  <a:pt x="1409700" y="990600"/>
                </a:cubicBezTo>
                <a:cubicBezTo>
                  <a:pt x="1388745" y="990600"/>
                  <a:pt x="1371600" y="973455"/>
                  <a:pt x="1371600" y="952500"/>
                </a:cubicBezTo>
                <a:cubicBezTo>
                  <a:pt x="1371600" y="931545"/>
                  <a:pt x="1388745" y="914400"/>
                  <a:pt x="1409700" y="914400"/>
                </a:cubicBezTo>
                <a:cubicBezTo>
                  <a:pt x="1430655" y="914400"/>
                  <a:pt x="1447800" y="931545"/>
                  <a:pt x="1447800" y="952500"/>
                </a:cubicBezTo>
                <a:close/>
                <a:moveTo>
                  <a:pt x="1905000" y="952500"/>
                </a:moveTo>
                <a:cubicBezTo>
                  <a:pt x="1905000" y="973455"/>
                  <a:pt x="1887855" y="990600"/>
                  <a:pt x="1866900" y="990600"/>
                </a:cubicBezTo>
                <a:cubicBezTo>
                  <a:pt x="1845945" y="990600"/>
                  <a:pt x="1828800" y="973455"/>
                  <a:pt x="1828800" y="952500"/>
                </a:cubicBezTo>
                <a:cubicBezTo>
                  <a:pt x="1828800" y="931545"/>
                  <a:pt x="1845945" y="914400"/>
                  <a:pt x="1866900" y="914400"/>
                </a:cubicBezTo>
                <a:cubicBezTo>
                  <a:pt x="1887855" y="914400"/>
                  <a:pt x="1905000" y="931545"/>
                  <a:pt x="1905000" y="952500"/>
                </a:cubicBezTo>
                <a:close/>
                <a:moveTo>
                  <a:pt x="2362200" y="952500"/>
                </a:moveTo>
                <a:cubicBezTo>
                  <a:pt x="2362200" y="973455"/>
                  <a:pt x="2345055" y="990600"/>
                  <a:pt x="2324100" y="990600"/>
                </a:cubicBezTo>
                <a:cubicBezTo>
                  <a:pt x="2303145" y="990600"/>
                  <a:pt x="2286000" y="973455"/>
                  <a:pt x="2286000" y="952500"/>
                </a:cubicBezTo>
                <a:cubicBezTo>
                  <a:pt x="2286000" y="931545"/>
                  <a:pt x="2303145" y="914400"/>
                  <a:pt x="2324100" y="914400"/>
                </a:cubicBezTo>
                <a:cubicBezTo>
                  <a:pt x="2345055" y="914400"/>
                  <a:pt x="2362200" y="931545"/>
                  <a:pt x="2362200" y="952500"/>
                </a:cubicBezTo>
                <a:close/>
                <a:moveTo>
                  <a:pt x="2819400" y="952500"/>
                </a:moveTo>
                <a:cubicBezTo>
                  <a:pt x="2819400" y="973455"/>
                  <a:pt x="2802255" y="990600"/>
                  <a:pt x="2781300" y="990600"/>
                </a:cubicBezTo>
                <a:cubicBezTo>
                  <a:pt x="2760345" y="990600"/>
                  <a:pt x="2743200" y="973455"/>
                  <a:pt x="2743200" y="952500"/>
                </a:cubicBezTo>
                <a:cubicBezTo>
                  <a:pt x="2743200" y="931545"/>
                  <a:pt x="2760345" y="914400"/>
                  <a:pt x="2781300" y="914400"/>
                </a:cubicBezTo>
                <a:cubicBezTo>
                  <a:pt x="2802255" y="914400"/>
                  <a:pt x="2819400" y="931545"/>
                  <a:pt x="2819400" y="952500"/>
                </a:cubicBezTo>
                <a:close/>
                <a:moveTo>
                  <a:pt x="3276600" y="952500"/>
                </a:moveTo>
                <a:cubicBezTo>
                  <a:pt x="3276600" y="973455"/>
                  <a:pt x="3259455" y="990600"/>
                  <a:pt x="3238500" y="990600"/>
                </a:cubicBezTo>
                <a:cubicBezTo>
                  <a:pt x="3217545" y="990600"/>
                  <a:pt x="3200400" y="973455"/>
                  <a:pt x="3200400" y="952500"/>
                </a:cubicBezTo>
                <a:cubicBezTo>
                  <a:pt x="3200400" y="931545"/>
                  <a:pt x="3217545" y="914400"/>
                  <a:pt x="3238500" y="914400"/>
                </a:cubicBezTo>
                <a:cubicBezTo>
                  <a:pt x="3259455" y="914400"/>
                  <a:pt x="3276600" y="931545"/>
                  <a:pt x="3276600" y="952500"/>
                </a:cubicBezTo>
                <a:close/>
                <a:moveTo>
                  <a:pt x="3733800" y="952500"/>
                </a:moveTo>
                <a:cubicBezTo>
                  <a:pt x="3733800" y="973455"/>
                  <a:pt x="3716655" y="990600"/>
                  <a:pt x="3695700" y="990600"/>
                </a:cubicBezTo>
                <a:cubicBezTo>
                  <a:pt x="3674745" y="990600"/>
                  <a:pt x="3657600" y="973455"/>
                  <a:pt x="3657600" y="952500"/>
                </a:cubicBezTo>
                <a:cubicBezTo>
                  <a:pt x="3657600" y="931545"/>
                  <a:pt x="3674745" y="914400"/>
                  <a:pt x="3695700" y="914400"/>
                </a:cubicBezTo>
                <a:cubicBezTo>
                  <a:pt x="3716655" y="914400"/>
                  <a:pt x="3733800" y="931545"/>
                  <a:pt x="3733800" y="952500"/>
                </a:cubicBezTo>
                <a:close/>
                <a:moveTo>
                  <a:pt x="4191000" y="952500"/>
                </a:moveTo>
                <a:cubicBezTo>
                  <a:pt x="4191000" y="973455"/>
                  <a:pt x="4173855" y="990600"/>
                  <a:pt x="4152900" y="990600"/>
                </a:cubicBezTo>
                <a:cubicBezTo>
                  <a:pt x="4131945" y="990600"/>
                  <a:pt x="4114800" y="973455"/>
                  <a:pt x="4114800" y="952500"/>
                </a:cubicBezTo>
                <a:cubicBezTo>
                  <a:pt x="4114800" y="931545"/>
                  <a:pt x="4131945" y="914400"/>
                  <a:pt x="4152900" y="914400"/>
                </a:cubicBezTo>
                <a:cubicBezTo>
                  <a:pt x="4173855" y="914400"/>
                  <a:pt x="4191000" y="931545"/>
                  <a:pt x="4191000" y="952500"/>
                </a:cubicBezTo>
                <a:close/>
                <a:moveTo>
                  <a:pt x="4648200" y="952500"/>
                </a:moveTo>
                <a:cubicBezTo>
                  <a:pt x="4648200" y="973455"/>
                  <a:pt x="4631055" y="990600"/>
                  <a:pt x="4610100" y="990600"/>
                </a:cubicBezTo>
                <a:cubicBezTo>
                  <a:pt x="4589145" y="990600"/>
                  <a:pt x="4572000" y="973455"/>
                  <a:pt x="4572000" y="952500"/>
                </a:cubicBezTo>
                <a:cubicBezTo>
                  <a:pt x="4572000" y="931545"/>
                  <a:pt x="4589145" y="914400"/>
                  <a:pt x="4610100" y="914400"/>
                </a:cubicBezTo>
                <a:cubicBezTo>
                  <a:pt x="4631055" y="914400"/>
                  <a:pt x="4648200" y="931545"/>
                  <a:pt x="4648200" y="952500"/>
                </a:cubicBezTo>
                <a:close/>
                <a:moveTo>
                  <a:pt x="5105400" y="952500"/>
                </a:moveTo>
                <a:cubicBezTo>
                  <a:pt x="5105400" y="973455"/>
                  <a:pt x="5088255" y="990600"/>
                  <a:pt x="5067300" y="990600"/>
                </a:cubicBezTo>
                <a:cubicBezTo>
                  <a:pt x="5046345" y="990600"/>
                  <a:pt x="5029200" y="973455"/>
                  <a:pt x="5029200" y="952500"/>
                </a:cubicBezTo>
                <a:cubicBezTo>
                  <a:pt x="5029200" y="931545"/>
                  <a:pt x="5046345" y="914400"/>
                  <a:pt x="5067300" y="914400"/>
                </a:cubicBezTo>
                <a:cubicBezTo>
                  <a:pt x="5088255" y="914400"/>
                  <a:pt x="5105400" y="931545"/>
                  <a:pt x="5105400" y="952500"/>
                </a:cubicBezTo>
                <a:close/>
                <a:moveTo>
                  <a:pt x="5562600" y="952500"/>
                </a:moveTo>
                <a:cubicBezTo>
                  <a:pt x="5562600" y="973455"/>
                  <a:pt x="5545455" y="990600"/>
                  <a:pt x="5524500" y="990600"/>
                </a:cubicBezTo>
                <a:cubicBezTo>
                  <a:pt x="5503545" y="990600"/>
                  <a:pt x="5486400" y="973455"/>
                  <a:pt x="5486400" y="952500"/>
                </a:cubicBezTo>
                <a:cubicBezTo>
                  <a:pt x="5486400" y="931545"/>
                  <a:pt x="5503545" y="914400"/>
                  <a:pt x="5524500" y="914400"/>
                </a:cubicBezTo>
                <a:cubicBezTo>
                  <a:pt x="5545455" y="914400"/>
                  <a:pt x="5562600" y="931545"/>
                  <a:pt x="5562600" y="952500"/>
                </a:cubicBezTo>
                <a:close/>
                <a:moveTo>
                  <a:pt x="6019800" y="952500"/>
                </a:moveTo>
                <a:cubicBezTo>
                  <a:pt x="6019800" y="973455"/>
                  <a:pt x="6002655" y="990600"/>
                  <a:pt x="5981700" y="990600"/>
                </a:cubicBezTo>
                <a:cubicBezTo>
                  <a:pt x="5960745" y="990600"/>
                  <a:pt x="5943600" y="973455"/>
                  <a:pt x="5943600" y="952500"/>
                </a:cubicBezTo>
                <a:cubicBezTo>
                  <a:pt x="5943600" y="931545"/>
                  <a:pt x="5960745" y="914400"/>
                  <a:pt x="5981700" y="914400"/>
                </a:cubicBezTo>
                <a:cubicBezTo>
                  <a:pt x="6002655" y="914400"/>
                  <a:pt x="6019800" y="931545"/>
                  <a:pt x="6019800" y="952500"/>
                </a:cubicBezTo>
                <a:close/>
                <a:moveTo>
                  <a:pt x="6477000" y="952500"/>
                </a:moveTo>
                <a:cubicBezTo>
                  <a:pt x="6477000" y="973455"/>
                  <a:pt x="6459855" y="990600"/>
                  <a:pt x="6438900" y="990600"/>
                </a:cubicBezTo>
                <a:cubicBezTo>
                  <a:pt x="6417945" y="990600"/>
                  <a:pt x="6400800" y="973455"/>
                  <a:pt x="6400800" y="952500"/>
                </a:cubicBezTo>
                <a:cubicBezTo>
                  <a:pt x="6400800" y="931545"/>
                  <a:pt x="6417945" y="914400"/>
                  <a:pt x="6438900" y="914400"/>
                </a:cubicBezTo>
                <a:cubicBezTo>
                  <a:pt x="6459855" y="914400"/>
                  <a:pt x="6477000" y="931545"/>
                  <a:pt x="6477000" y="952500"/>
                </a:cubicBezTo>
                <a:close/>
                <a:moveTo>
                  <a:pt x="6934200" y="952500"/>
                </a:moveTo>
                <a:cubicBezTo>
                  <a:pt x="6934200" y="973455"/>
                  <a:pt x="6917055" y="990600"/>
                  <a:pt x="6896100" y="990600"/>
                </a:cubicBezTo>
                <a:cubicBezTo>
                  <a:pt x="6875145" y="990600"/>
                  <a:pt x="6858000" y="973455"/>
                  <a:pt x="6858000" y="952500"/>
                </a:cubicBezTo>
                <a:cubicBezTo>
                  <a:pt x="6858000" y="931545"/>
                  <a:pt x="6875145" y="914400"/>
                  <a:pt x="6896100" y="914400"/>
                </a:cubicBezTo>
                <a:cubicBezTo>
                  <a:pt x="6917055" y="914400"/>
                  <a:pt x="6934200" y="931545"/>
                  <a:pt x="6934200" y="952500"/>
                </a:cubicBezTo>
                <a:close/>
                <a:moveTo>
                  <a:pt x="7391400" y="952500"/>
                </a:moveTo>
                <a:cubicBezTo>
                  <a:pt x="7391400" y="973455"/>
                  <a:pt x="7374255" y="990600"/>
                  <a:pt x="7353300" y="990600"/>
                </a:cubicBezTo>
                <a:cubicBezTo>
                  <a:pt x="7332345" y="990600"/>
                  <a:pt x="7315200" y="973455"/>
                  <a:pt x="7315200" y="952500"/>
                </a:cubicBezTo>
                <a:cubicBezTo>
                  <a:pt x="7315200" y="931545"/>
                  <a:pt x="7332345" y="914400"/>
                  <a:pt x="7353300" y="914400"/>
                </a:cubicBezTo>
                <a:cubicBezTo>
                  <a:pt x="7374255" y="914400"/>
                  <a:pt x="7391400" y="931545"/>
                  <a:pt x="7391400" y="952500"/>
                </a:cubicBezTo>
                <a:close/>
                <a:moveTo>
                  <a:pt x="7848600" y="952500"/>
                </a:moveTo>
                <a:cubicBezTo>
                  <a:pt x="7848600" y="973455"/>
                  <a:pt x="7831455" y="990600"/>
                  <a:pt x="7810500" y="990600"/>
                </a:cubicBezTo>
                <a:cubicBezTo>
                  <a:pt x="7789545" y="990600"/>
                  <a:pt x="7772400" y="973455"/>
                  <a:pt x="7772400" y="952500"/>
                </a:cubicBezTo>
                <a:cubicBezTo>
                  <a:pt x="7772400" y="931545"/>
                  <a:pt x="7789545" y="914400"/>
                  <a:pt x="7810500" y="914400"/>
                </a:cubicBezTo>
                <a:cubicBezTo>
                  <a:pt x="7831455" y="914400"/>
                  <a:pt x="7848600" y="931545"/>
                  <a:pt x="7848600" y="952500"/>
                </a:cubicBezTo>
                <a:close/>
                <a:moveTo>
                  <a:pt x="8305800" y="952500"/>
                </a:moveTo>
                <a:cubicBezTo>
                  <a:pt x="8305800" y="973455"/>
                  <a:pt x="8288655" y="990600"/>
                  <a:pt x="8267700" y="990600"/>
                </a:cubicBezTo>
                <a:cubicBezTo>
                  <a:pt x="8246745" y="990600"/>
                  <a:pt x="8229600" y="973455"/>
                  <a:pt x="8229600" y="952500"/>
                </a:cubicBezTo>
                <a:cubicBezTo>
                  <a:pt x="8229600" y="931545"/>
                  <a:pt x="8246745" y="914400"/>
                  <a:pt x="8267700" y="914400"/>
                </a:cubicBezTo>
                <a:cubicBezTo>
                  <a:pt x="8288655" y="914400"/>
                  <a:pt x="8305800" y="931545"/>
                  <a:pt x="8305800" y="952500"/>
                </a:cubicBezTo>
                <a:close/>
                <a:moveTo>
                  <a:pt x="8763000" y="952500"/>
                </a:moveTo>
                <a:cubicBezTo>
                  <a:pt x="8763000" y="973455"/>
                  <a:pt x="8745855" y="990600"/>
                  <a:pt x="8724900" y="990600"/>
                </a:cubicBezTo>
                <a:cubicBezTo>
                  <a:pt x="8703945" y="990600"/>
                  <a:pt x="8686800" y="973455"/>
                  <a:pt x="8686800" y="952500"/>
                </a:cubicBezTo>
                <a:cubicBezTo>
                  <a:pt x="8686800" y="931545"/>
                  <a:pt x="8703945" y="914400"/>
                  <a:pt x="8724900" y="914400"/>
                </a:cubicBezTo>
                <a:cubicBezTo>
                  <a:pt x="8745855" y="914400"/>
                  <a:pt x="8763000" y="931545"/>
                  <a:pt x="8763000" y="952500"/>
                </a:cubicBezTo>
                <a:close/>
                <a:moveTo>
                  <a:pt x="9220200" y="952500"/>
                </a:moveTo>
                <a:cubicBezTo>
                  <a:pt x="9220200" y="973455"/>
                  <a:pt x="9203055" y="990600"/>
                  <a:pt x="9182100" y="990600"/>
                </a:cubicBezTo>
                <a:cubicBezTo>
                  <a:pt x="9161145" y="990600"/>
                  <a:pt x="9144000" y="973455"/>
                  <a:pt x="9144000" y="952500"/>
                </a:cubicBezTo>
                <a:cubicBezTo>
                  <a:pt x="9144000" y="931545"/>
                  <a:pt x="9161145" y="914400"/>
                  <a:pt x="9182100" y="914400"/>
                </a:cubicBezTo>
                <a:cubicBezTo>
                  <a:pt x="9203055" y="914400"/>
                  <a:pt x="9220200" y="931545"/>
                  <a:pt x="9220200" y="952500"/>
                </a:cubicBezTo>
                <a:close/>
                <a:moveTo>
                  <a:pt x="9677400" y="952500"/>
                </a:moveTo>
                <a:cubicBezTo>
                  <a:pt x="9677400" y="973455"/>
                  <a:pt x="9660255" y="990600"/>
                  <a:pt x="9639300" y="990600"/>
                </a:cubicBezTo>
                <a:cubicBezTo>
                  <a:pt x="9618345" y="990600"/>
                  <a:pt x="9601200" y="973455"/>
                  <a:pt x="9601200" y="952500"/>
                </a:cubicBezTo>
                <a:cubicBezTo>
                  <a:pt x="9601200" y="931545"/>
                  <a:pt x="9618345" y="914400"/>
                  <a:pt x="9639300" y="914400"/>
                </a:cubicBezTo>
                <a:cubicBezTo>
                  <a:pt x="9660255" y="914400"/>
                  <a:pt x="9677400" y="931545"/>
                  <a:pt x="9677400" y="952500"/>
                </a:cubicBezTo>
                <a:close/>
                <a:moveTo>
                  <a:pt x="10134600" y="952500"/>
                </a:moveTo>
                <a:cubicBezTo>
                  <a:pt x="10134600" y="973455"/>
                  <a:pt x="10117455" y="990600"/>
                  <a:pt x="10096500" y="990600"/>
                </a:cubicBezTo>
                <a:cubicBezTo>
                  <a:pt x="10075545" y="990600"/>
                  <a:pt x="10058400" y="973455"/>
                  <a:pt x="10058400" y="952500"/>
                </a:cubicBezTo>
                <a:cubicBezTo>
                  <a:pt x="10058400" y="931545"/>
                  <a:pt x="10075545" y="914400"/>
                  <a:pt x="10096500" y="914400"/>
                </a:cubicBezTo>
                <a:cubicBezTo>
                  <a:pt x="10117455" y="914400"/>
                  <a:pt x="10134600" y="931545"/>
                  <a:pt x="10134600" y="952500"/>
                </a:cubicBezTo>
                <a:close/>
                <a:moveTo>
                  <a:pt x="10591800" y="952500"/>
                </a:moveTo>
                <a:cubicBezTo>
                  <a:pt x="10591800" y="973455"/>
                  <a:pt x="10574655" y="990600"/>
                  <a:pt x="10553700" y="990600"/>
                </a:cubicBezTo>
                <a:cubicBezTo>
                  <a:pt x="10532745" y="990600"/>
                  <a:pt x="10515600" y="973455"/>
                  <a:pt x="10515600" y="952500"/>
                </a:cubicBezTo>
                <a:cubicBezTo>
                  <a:pt x="10515600" y="931545"/>
                  <a:pt x="10532745" y="914400"/>
                  <a:pt x="10553700" y="914400"/>
                </a:cubicBezTo>
                <a:cubicBezTo>
                  <a:pt x="10574655" y="914400"/>
                  <a:pt x="10591800" y="931545"/>
                  <a:pt x="10591800" y="952500"/>
                </a:cubicBezTo>
                <a:close/>
                <a:moveTo>
                  <a:pt x="11049000" y="952500"/>
                </a:moveTo>
                <a:cubicBezTo>
                  <a:pt x="11049000" y="973455"/>
                  <a:pt x="11031855" y="990600"/>
                  <a:pt x="11010900" y="990600"/>
                </a:cubicBezTo>
                <a:cubicBezTo>
                  <a:pt x="10989945" y="990600"/>
                  <a:pt x="10972800" y="973455"/>
                  <a:pt x="10972800" y="952500"/>
                </a:cubicBezTo>
                <a:cubicBezTo>
                  <a:pt x="10972800" y="931545"/>
                  <a:pt x="10989945" y="914400"/>
                  <a:pt x="11010900" y="914400"/>
                </a:cubicBezTo>
                <a:cubicBezTo>
                  <a:pt x="11031855" y="914400"/>
                  <a:pt x="11049000" y="931545"/>
                  <a:pt x="11049000" y="952500"/>
                </a:cubicBezTo>
                <a:close/>
                <a:moveTo>
                  <a:pt x="11506200" y="952500"/>
                </a:moveTo>
                <a:cubicBezTo>
                  <a:pt x="11506200" y="973455"/>
                  <a:pt x="11489055" y="990600"/>
                  <a:pt x="11468100" y="990600"/>
                </a:cubicBezTo>
                <a:cubicBezTo>
                  <a:pt x="11447145" y="990600"/>
                  <a:pt x="11430000" y="973455"/>
                  <a:pt x="11430000" y="952500"/>
                </a:cubicBezTo>
                <a:cubicBezTo>
                  <a:pt x="11430000" y="931545"/>
                  <a:pt x="11447145" y="914400"/>
                  <a:pt x="11468100" y="914400"/>
                </a:cubicBezTo>
                <a:cubicBezTo>
                  <a:pt x="11489055" y="914400"/>
                  <a:pt x="11506200" y="931545"/>
                  <a:pt x="11506200" y="952500"/>
                </a:cubicBezTo>
                <a:close/>
                <a:moveTo>
                  <a:pt x="11963400" y="952500"/>
                </a:moveTo>
                <a:cubicBezTo>
                  <a:pt x="11963400" y="973455"/>
                  <a:pt x="11946255" y="990600"/>
                  <a:pt x="11925300" y="990600"/>
                </a:cubicBezTo>
                <a:cubicBezTo>
                  <a:pt x="11904345" y="990600"/>
                  <a:pt x="11887200" y="973455"/>
                  <a:pt x="11887200" y="952500"/>
                </a:cubicBezTo>
                <a:cubicBezTo>
                  <a:pt x="11887200" y="931545"/>
                  <a:pt x="11904345" y="914400"/>
                  <a:pt x="11925300" y="914400"/>
                </a:cubicBezTo>
                <a:cubicBezTo>
                  <a:pt x="11946255" y="914400"/>
                  <a:pt x="11963400" y="931545"/>
                  <a:pt x="11963400" y="952500"/>
                </a:cubicBezTo>
                <a:close/>
                <a:moveTo>
                  <a:pt x="304800" y="1409700"/>
                </a:moveTo>
                <a:cubicBezTo>
                  <a:pt x="304800" y="1430655"/>
                  <a:pt x="287655" y="1447800"/>
                  <a:pt x="266700" y="1447800"/>
                </a:cubicBezTo>
                <a:cubicBezTo>
                  <a:pt x="245745" y="1447800"/>
                  <a:pt x="228600" y="1430655"/>
                  <a:pt x="228600" y="1409700"/>
                </a:cubicBezTo>
                <a:cubicBezTo>
                  <a:pt x="228600" y="1388745"/>
                  <a:pt x="245745" y="1371600"/>
                  <a:pt x="266700" y="1371600"/>
                </a:cubicBezTo>
                <a:cubicBezTo>
                  <a:pt x="287655" y="1371600"/>
                  <a:pt x="304800" y="1388745"/>
                  <a:pt x="304800" y="1409700"/>
                </a:cubicBezTo>
                <a:close/>
                <a:moveTo>
                  <a:pt x="762000" y="1409700"/>
                </a:moveTo>
                <a:cubicBezTo>
                  <a:pt x="762000" y="1430655"/>
                  <a:pt x="744855" y="1447800"/>
                  <a:pt x="723900" y="1447800"/>
                </a:cubicBezTo>
                <a:cubicBezTo>
                  <a:pt x="702945" y="1447800"/>
                  <a:pt x="685800" y="1430655"/>
                  <a:pt x="685800" y="1409700"/>
                </a:cubicBezTo>
                <a:cubicBezTo>
                  <a:pt x="685800" y="1388745"/>
                  <a:pt x="702945" y="1371600"/>
                  <a:pt x="723900" y="1371600"/>
                </a:cubicBezTo>
                <a:cubicBezTo>
                  <a:pt x="744855" y="1371600"/>
                  <a:pt x="762000" y="1388745"/>
                  <a:pt x="762000" y="1409700"/>
                </a:cubicBezTo>
                <a:close/>
                <a:moveTo>
                  <a:pt x="1219200" y="1409700"/>
                </a:moveTo>
                <a:cubicBezTo>
                  <a:pt x="1219200" y="1430655"/>
                  <a:pt x="1202055" y="1447800"/>
                  <a:pt x="1181100" y="1447800"/>
                </a:cubicBezTo>
                <a:cubicBezTo>
                  <a:pt x="1160145" y="1447800"/>
                  <a:pt x="1143000" y="1430655"/>
                  <a:pt x="1143000" y="1409700"/>
                </a:cubicBezTo>
                <a:cubicBezTo>
                  <a:pt x="1143000" y="1388745"/>
                  <a:pt x="1160145" y="1371600"/>
                  <a:pt x="1181100" y="1371600"/>
                </a:cubicBezTo>
                <a:cubicBezTo>
                  <a:pt x="1202055" y="1371600"/>
                  <a:pt x="1219200" y="1388745"/>
                  <a:pt x="1219200" y="1409700"/>
                </a:cubicBezTo>
                <a:close/>
                <a:moveTo>
                  <a:pt x="1676400" y="1409700"/>
                </a:moveTo>
                <a:cubicBezTo>
                  <a:pt x="1676400" y="1430655"/>
                  <a:pt x="1659255" y="1447800"/>
                  <a:pt x="1638300" y="1447800"/>
                </a:cubicBezTo>
                <a:cubicBezTo>
                  <a:pt x="1617345" y="1447800"/>
                  <a:pt x="1600200" y="1430655"/>
                  <a:pt x="1600200" y="1409700"/>
                </a:cubicBezTo>
                <a:cubicBezTo>
                  <a:pt x="1600200" y="1388745"/>
                  <a:pt x="1617345" y="1371600"/>
                  <a:pt x="1638300" y="1371600"/>
                </a:cubicBezTo>
                <a:cubicBezTo>
                  <a:pt x="1659255" y="1371600"/>
                  <a:pt x="1676400" y="1388745"/>
                  <a:pt x="1676400" y="1409700"/>
                </a:cubicBezTo>
                <a:close/>
                <a:moveTo>
                  <a:pt x="2133600" y="1409700"/>
                </a:moveTo>
                <a:cubicBezTo>
                  <a:pt x="2133600" y="1430655"/>
                  <a:pt x="2116455" y="1447800"/>
                  <a:pt x="2095500" y="1447800"/>
                </a:cubicBezTo>
                <a:cubicBezTo>
                  <a:pt x="2074545" y="1447800"/>
                  <a:pt x="2057400" y="1430655"/>
                  <a:pt x="2057400" y="1409700"/>
                </a:cubicBezTo>
                <a:cubicBezTo>
                  <a:pt x="2057400" y="1388745"/>
                  <a:pt x="2074545" y="1371600"/>
                  <a:pt x="2095500" y="1371600"/>
                </a:cubicBezTo>
                <a:cubicBezTo>
                  <a:pt x="2116455" y="1371600"/>
                  <a:pt x="2133600" y="1388745"/>
                  <a:pt x="2133600" y="1409700"/>
                </a:cubicBezTo>
                <a:close/>
                <a:moveTo>
                  <a:pt x="2590800" y="1409700"/>
                </a:moveTo>
                <a:cubicBezTo>
                  <a:pt x="2590800" y="1430655"/>
                  <a:pt x="2573655" y="1447800"/>
                  <a:pt x="2552700" y="1447800"/>
                </a:cubicBezTo>
                <a:cubicBezTo>
                  <a:pt x="2531745" y="1447800"/>
                  <a:pt x="2514600" y="1430655"/>
                  <a:pt x="2514600" y="1409700"/>
                </a:cubicBezTo>
                <a:cubicBezTo>
                  <a:pt x="2514600" y="1388745"/>
                  <a:pt x="2531745" y="1371600"/>
                  <a:pt x="2552700" y="1371600"/>
                </a:cubicBezTo>
                <a:cubicBezTo>
                  <a:pt x="2573655" y="1371600"/>
                  <a:pt x="2590800" y="1388745"/>
                  <a:pt x="2590800" y="1409700"/>
                </a:cubicBezTo>
                <a:close/>
                <a:moveTo>
                  <a:pt x="3048000" y="1409700"/>
                </a:moveTo>
                <a:cubicBezTo>
                  <a:pt x="3048000" y="1430655"/>
                  <a:pt x="3030855" y="1447800"/>
                  <a:pt x="3009900" y="1447800"/>
                </a:cubicBezTo>
                <a:cubicBezTo>
                  <a:pt x="2988945" y="1447800"/>
                  <a:pt x="2971800" y="1430655"/>
                  <a:pt x="2971800" y="1409700"/>
                </a:cubicBezTo>
                <a:cubicBezTo>
                  <a:pt x="2971800" y="1388745"/>
                  <a:pt x="2988945" y="1371600"/>
                  <a:pt x="3009900" y="1371600"/>
                </a:cubicBezTo>
                <a:cubicBezTo>
                  <a:pt x="3030855" y="1371600"/>
                  <a:pt x="3048000" y="1388745"/>
                  <a:pt x="3048000" y="1409700"/>
                </a:cubicBezTo>
                <a:close/>
                <a:moveTo>
                  <a:pt x="3505200" y="1409700"/>
                </a:moveTo>
                <a:cubicBezTo>
                  <a:pt x="3505200" y="1430655"/>
                  <a:pt x="3488055" y="1447800"/>
                  <a:pt x="3467100" y="1447800"/>
                </a:cubicBezTo>
                <a:cubicBezTo>
                  <a:pt x="3446145" y="1447800"/>
                  <a:pt x="3429000" y="1430655"/>
                  <a:pt x="3429000" y="1409700"/>
                </a:cubicBezTo>
                <a:cubicBezTo>
                  <a:pt x="3429000" y="1388745"/>
                  <a:pt x="3446145" y="1371600"/>
                  <a:pt x="3467100" y="1371600"/>
                </a:cubicBezTo>
                <a:cubicBezTo>
                  <a:pt x="3488055" y="1371600"/>
                  <a:pt x="3505200" y="1388745"/>
                  <a:pt x="3505200" y="1409700"/>
                </a:cubicBezTo>
                <a:close/>
                <a:moveTo>
                  <a:pt x="3962400" y="1409700"/>
                </a:moveTo>
                <a:cubicBezTo>
                  <a:pt x="3962400" y="1430655"/>
                  <a:pt x="3945255" y="1447800"/>
                  <a:pt x="3924300" y="1447800"/>
                </a:cubicBezTo>
                <a:cubicBezTo>
                  <a:pt x="3903345" y="1447800"/>
                  <a:pt x="3886200" y="1430655"/>
                  <a:pt x="3886200" y="1409700"/>
                </a:cubicBezTo>
                <a:cubicBezTo>
                  <a:pt x="3886200" y="1388745"/>
                  <a:pt x="3903345" y="1371600"/>
                  <a:pt x="3924300" y="1371600"/>
                </a:cubicBezTo>
                <a:cubicBezTo>
                  <a:pt x="3945255" y="1371600"/>
                  <a:pt x="3962400" y="1388745"/>
                  <a:pt x="3962400" y="1409700"/>
                </a:cubicBezTo>
                <a:close/>
                <a:moveTo>
                  <a:pt x="4419600" y="1409700"/>
                </a:moveTo>
                <a:cubicBezTo>
                  <a:pt x="4419600" y="1430655"/>
                  <a:pt x="4402455" y="1447800"/>
                  <a:pt x="4381500" y="1447800"/>
                </a:cubicBezTo>
                <a:cubicBezTo>
                  <a:pt x="4360545" y="1447800"/>
                  <a:pt x="4343400" y="1430655"/>
                  <a:pt x="4343400" y="1409700"/>
                </a:cubicBezTo>
                <a:cubicBezTo>
                  <a:pt x="4343400" y="1388745"/>
                  <a:pt x="4360545" y="1371600"/>
                  <a:pt x="4381500" y="1371600"/>
                </a:cubicBezTo>
                <a:cubicBezTo>
                  <a:pt x="4402455" y="1371600"/>
                  <a:pt x="4419600" y="1388745"/>
                  <a:pt x="4419600" y="1409700"/>
                </a:cubicBezTo>
                <a:close/>
                <a:moveTo>
                  <a:pt x="4876800" y="1409700"/>
                </a:moveTo>
                <a:cubicBezTo>
                  <a:pt x="4876800" y="1430655"/>
                  <a:pt x="4859655" y="1447800"/>
                  <a:pt x="4838700" y="1447800"/>
                </a:cubicBezTo>
                <a:cubicBezTo>
                  <a:pt x="4817745" y="1447800"/>
                  <a:pt x="4800600" y="1430655"/>
                  <a:pt x="4800600" y="1409700"/>
                </a:cubicBezTo>
                <a:cubicBezTo>
                  <a:pt x="4800600" y="1388745"/>
                  <a:pt x="4817745" y="1371600"/>
                  <a:pt x="4838700" y="1371600"/>
                </a:cubicBezTo>
                <a:cubicBezTo>
                  <a:pt x="4859655" y="1371600"/>
                  <a:pt x="4876800" y="1388745"/>
                  <a:pt x="4876800" y="1409700"/>
                </a:cubicBezTo>
                <a:close/>
                <a:moveTo>
                  <a:pt x="5334000" y="1409700"/>
                </a:moveTo>
                <a:cubicBezTo>
                  <a:pt x="5334000" y="1430655"/>
                  <a:pt x="5316855" y="1447800"/>
                  <a:pt x="5295900" y="1447800"/>
                </a:cubicBezTo>
                <a:cubicBezTo>
                  <a:pt x="5274945" y="1447800"/>
                  <a:pt x="5257800" y="1430655"/>
                  <a:pt x="5257800" y="1409700"/>
                </a:cubicBezTo>
                <a:cubicBezTo>
                  <a:pt x="5257800" y="1388745"/>
                  <a:pt x="5274945" y="1371600"/>
                  <a:pt x="5295900" y="1371600"/>
                </a:cubicBezTo>
                <a:cubicBezTo>
                  <a:pt x="5316855" y="1371600"/>
                  <a:pt x="5334000" y="1388745"/>
                  <a:pt x="5334000" y="1409700"/>
                </a:cubicBezTo>
                <a:close/>
                <a:moveTo>
                  <a:pt x="5791200" y="1409700"/>
                </a:moveTo>
                <a:cubicBezTo>
                  <a:pt x="5791200" y="1430655"/>
                  <a:pt x="5774055" y="1447800"/>
                  <a:pt x="5753100" y="1447800"/>
                </a:cubicBezTo>
                <a:cubicBezTo>
                  <a:pt x="5732145" y="1447800"/>
                  <a:pt x="5715000" y="1430655"/>
                  <a:pt x="5715000" y="1409700"/>
                </a:cubicBezTo>
                <a:cubicBezTo>
                  <a:pt x="5715000" y="1388745"/>
                  <a:pt x="5732145" y="1371600"/>
                  <a:pt x="5753100" y="1371600"/>
                </a:cubicBezTo>
                <a:cubicBezTo>
                  <a:pt x="5774055" y="1371600"/>
                  <a:pt x="5791200" y="1388745"/>
                  <a:pt x="5791200" y="1409700"/>
                </a:cubicBezTo>
                <a:close/>
                <a:moveTo>
                  <a:pt x="6248400" y="1409700"/>
                </a:moveTo>
                <a:cubicBezTo>
                  <a:pt x="6248400" y="1430655"/>
                  <a:pt x="6231255" y="1447800"/>
                  <a:pt x="6210300" y="1447800"/>
                </a:cubicBezTo>
                <a:cubicBezTo>
                  <a:pt x="6189345" y="1447800"/>
                  <a:pt x="6172200" y="1430655"/>
                  <a:pt x="6172200" y="1409700"/>
                </a:cubicBezTo>
                <a:cubicBezTo>
                  <a:pt x="6172200" y="1388745"/>
                  <a:pt x="6189345" y="1371600"/>
                  <a:pt x="6210300" y="1371600"/>
                </a:cubicBezTo>
                <a:cubicBezTo>
                  <a:pt x="6231255" y="1371600"/>
                  <a:pt x="6248400" y="1388745"/>
                  <a:pt x="6248400" y="1409700"/>
                </a:cubicBezTo>
                <a:close/>
                <a:moveTo>
                  <a:pt x="6705600" y="1409700"/>
                </a:moveTo>
                <a:cubicBezTo>
                  <a:pt x="6705600" y="1430655"/>
                  <a:pt x="6688455" y="1447800"/>
                  <a:pt x="6667500" y="1447800"/>
                </a:cubicBezTo>
                <a:cubicBezTo>
                  <a:pt x="6646545" y="1447800"/>
                  <a:pt x="6629400" y="1430655"/>
                  <a:pt x="6629400" y="1409700"/>
                </a:cubicBezTo>
                <a:cubicBezTo>
                  <a:pt x="6629400" y="1388745"/>
                  <a:pt x="6646545" y="1371600"/>
                  <a:pt x="6667500" y="1371600"/>
                </a:cubicBezTo>
                <a:cubicBezTo>
                  <a:pt x="6688455" y="1371600"/>
                  <a:pt x="6705600" y="1388745"/>
                  <a:pt x="6705600" y="1409700"/>
                </a:cubicBezTo>
                <a:close/>
                <a:moveTo>
                  <a:pt x="7162800" y="1409700"/>
                </a:moveTo>
                <a:cubicBezTo>
                  <a:pt x="7162800" y="1430655"/>
                  <a:pt x="7145655" y="1447800"/>
                  <a:pt x="7124700" y="1447800"/>
                </a:cubicBezTo>
                <a:cubicBezTo>
                  <a:pt x="7103745" y="1447800"/>
                  <a:pt x="7086600" y="1430655"/>
                  <a:pt x="7086600" y="1409700"/>
                </a:cubicBezTo>
                <a:cubicBezTo>
                  <a:pt x="7086600" y="1388745"/>
                  <a:pt x="7103745" y="1371600"/>
                  <a:pt x="7124700" y="1371600"/>
                </a:cubicBezTo>
                <a:cubicBezTo>
                  <a:pt x="7145655" y="1371600"/>
                  <a:pt x="7162800" y="1388745"/>
                  <a:pt x="7162800" y="1409700"/>
                </a:cubicBezTo>
                <a:close/>
                <a:moveTo>
                  <a:pt x="7620000" y="1409700"/>
                </a:moveTo>
                <a:cubicBezTo>
                  <a:pt x="7620000" y="1430655"/>
                  <a:pt x="7602855" y="1447800"/>
                  <a:pt x="7581900" y="1447800"/>
                </a:cubicBezTo>
                <a:cubicBezTo>
                  <a:pt x="7560945" y="1447800"/>
                  <a:pt x="7543800" y="1430655"/>
                  <a:pt x="7543800" y="1409700"/>
                </a:cubicBezTo>
                <a:cubicBezTo>
                  <a:pt x="7543800" y="1388745"/>
                  <a:pt x="7560945" y="1371600"/>
                  <a:pt x="7581900" y="1371600"/>
                </a:cubicBezTo>
                <a:cubicBezTo>
                  <a:pt x="7602855" y="1371600"/>
                  <a:pt x="7620000" y="1388745"/>
                  <a:pt x="7620000" y="1409700"/>
                </a:cubicBezTo>
                <a:close/>
                <a:moveTo>
                  <a:pt x="8077200" y="1409700"/>
                </a:moveTo>
                <a:cubicBezTo>
                  <a:pt x="8077200" y="1430655"/>
                  <a:pt x="8060055" y="1447800"/>
                  <a:pt x="8039100" y="1447800"/>
                </a:cubicBezTo>
                <a:cubicBezTo>
                  <a:pt x="8018145" y="1447800"/>
                  <a:pt x="8001000" y="1430655"/>
                  <a:pt x="8001000" y="1409700"/>
                </a:cubicBezTo>
                <a:cubicBezTo>
                  <a:pt x="8001000" y="1388745"/>
                  <a:pt x="8018145" y="1371600"/>
                  <a:pt x="8039100" y="1371600"/>
                </a:cubicBezTo>
                <a:cubicBezTo>
                  <a:pt x="8060055" y="1371600"/>
                  <a:pt x="8077200" y="1388745"/>
                  <a:pt x="8077200" y="1409700"/>
                </a:cubicBezTo>
                <a:close/>
                <a:moveTo>
                  <a:pt x="8534400" y="1409700"/>
                </a:moveTo>
                <a:cubicBezTo>
                  <a:pt x="8534400" y="1430655"/>
                  <a:pt x="8517255" y="1447800"/>
                  <a:pt x="8496300" y="1447800"/>
                </a:cubicBezTo>
                <a:cubicBezTo>
                  <a:pt x="8475345" y="1447800"/>
                  <a:pt x="8458200" y="1430655"/>
                  <a:pt x="8458200" y="1409700"/>
                </a:cubicBezTo>
                <a:cubicBezTo>
                  <a:pt x="8458200" y="1388745"/>
                  <a:pt x="8475345" y="1371600"/>
                  <a:pt x="8496300" y="1371600"/>
                </a:cubicBezTo>
                <a:cubicBezTo>
                  <a:pt x="8517255" y="1371600"/>
                  <a:pt x="8534400" y="1388745"/>
                  <a:pt x="8534400" y="1409700"/>
                </a:cubicBezTo>
                <a:close/>
                <a:moveTo>
                  <a:pt x="8991600" y="1409700"/>
                </a:moveTo>
                <a:cubicBezTo>
                  <a:pt x="8991600" y="1430655"/>
                  <a:pt x="8974455" y="1447800"/>
                  <a:pt x="8953500" y="1447800"/>
                </a:cubicBezTo>
                <a:cubicBezTo>
                  <a:pt x="8932545" y="1447800"/>
                  <a:pt x="8915400" y="1430655"/>
                  <a:pt x="8915400" y="1409700"/>
                </a:cubicBezTo>
                <a:cubicBezTo>
                  <a:pt x="8915400" y="1388745"/>
                  <a:pt x="8932545" y="1371600"/>
                  <a:pt x="8953500" y="1371600"/>
                </a:cubicBezTo>
                <a:cubicBezTo>
                  <a:pt x="8974455" y="1371600"/>
                  <a:pt x="8991600" y="1388745"/>
                  <a:pt x="8991600" y="1409700"/>
                </a:cubicBezTo>
                <a:close/>
                <a:moveTo>
                  <a:pt x="9448800" y="1409700"/>
                </a:moveTo>
                <a:cubicBezTo>
                  <a:pt x="9448800" y="1430655"/>
                  <a:pt x="9431655" y="1447800"/>
                  <a:pt x="9410700" y="1447800"/>
                </a:cubicBezTo>
                <a:cubicBezTo>
                  <a:pt x="9389745" y="1447800"/>
                  <a:pt x="9372600" y="1430655"/>
                  <a:pt x="9372600" y="1409700"/>
                </a:cubicBezTo>
                <a:cubicBezTo>
                  <a:pt x="9372600" y="1388745"/>
                  <a:pt x="9389745" y="1371600"/>
                  <a:pt x="9410700" y="1371600"/>
                </a:cubicBezTo>
                <a:cubicBezTo>
                  <a:pt x="9431655" y="1371600"/>
                  <a:pt x="9448800" y="1388745"/>
                  <a:pt x="9448800" y="1409700"/>
                </a:cubicBezTo>
                <a:close/>
                <a:moveTo>
                  <a:pt x="9906000" y="1409700"/>
                </a:moveTo>
                <a:cubicBezTo>
                  <a:pt x="9906000" y="1430655"/>
                  <a:pt x="9888855" y="1447800"/>
                  <a:pt x="9867900" y="1447800"/>
                </a:cubicBezTo>
                <a:cubicBezTo>
                  <a:pt x="9846945" y="1447800"/>
                  <a:pt x="9829800" y="1430655"/>
                  <a:pt x="9829800" y="1409700"/>
                </a:cubicBezTo>
                <a:cubicBezTo>
                  <a:pt x="9829800" y="1388745"/>
                  <a:pt x="9846945" y="1371600"/>
                  <a:pt x="9867900" y="1371600"/>
                </a:cubicBezTo>
                <a:cubicBezTo>
                  <a:pt x="9888855" y="1371600"/>
                  <a:pt x="9906000" y="1388745"/>
                  <a:pt x="9906000" y="1409700"/>
                </a:cubicBezTo>
                <a:close/>
                <a:moveTo>
                  <a:pt x="10363200" y="1409700"/>
                </a:moveTo>
                <a:cubicBezTo>
                  <a:pt x="10363200" y="1430655"/>
                  <a:pt x="10346055" y="1447800"/>
                  <a:pt x="10325100" y="1447800"/>
                </a:cubicBezTo>
                <a:cubicBezTo>
                  <a:pt x="10304145" y="1447800"/>
                  <a:pt x="10287000" y="1430655"/>
                  <a:pt x="10287000" y="1409700"/>
                </a:cubicBezTo>
                <a:cubicBezTo>
                  <a:pt x="10287000" y="1388745"/>
                  <a:pt x="10304145" y="1371600"/>
                  <a:pt x="10325100" y="1371600"/>
                </a:cubicBezTo>
                <a:cubicBezTo>
                  <a:pt x="10346055" y="1371600"/>
                  <a:pt x="10363200" y="1388745"/>
                  <a:pt x="10363200" y="1409700"/>
                </a:cubicBezTo>
                <a:close/>
                <a:moveTo>
                  <a:pt x="10820400" y="1409700"/>
                </a:moveTo>
                <a:cubicBezTo>
                  <a:pt x="10820400" y="1430655"/>
                  <a:pt x="10803255" y="1447800"/>
                  <a:pt x="10782300" y="1447800"/>
                </a:cubicBezTo>
                <a:cubicBezTo>
                  <a:pt x="10761345" y="1447800"/>
                  <a:pt x="10744200" y="1430655"/>
                  <a:pt x="10744200" y="1409700"/>
                </a:cubicBezTo>
                <a:cubicBezTo>
                  <a:pt x="10744200" y="1388745"/>
                  <a:pt x="10761345" y="1371600"/>
                  <a:pt x="10782300" y="1371600"/>
                </a:cubicBezTo>
                <a:cubicBezTo>
                  <a:pt x="10803255" y="1371600"/>
                  <a:pt x="10820400" y="1388745"/>
                  <a:pt x="10820400" y="1409700"/>
                </a:cubicBezTo>
                <a:close/>
                <a:moveTo>
                  <a:pt x="11277600" y="1409700"/>
                </a:moveTo>
                <a:cubicBezTo>
                  <a:pt x="11277600" y="1430655"/>
                  <a:pt x="11260455" y="1447800"/>
                  <a:pt x="11239500" y="1447800"/>
                </a:cubicBezTo>
                <a:cubicBezTo>
                  <a:pt x="11218545" y="1447800"/>
                  <a:pt x="11201400" y="1430655"/>
                  <a:pt x="11201400" y="1409700"/>
                </a:cubicBezTo>
                <a:cubicBezTo>
                  <a:pt x="11201400" y="1388745"/>
                  <a:pt x="11218545" y="1371600"/>
                  <a:pt x="11239500" y="1371600"/>
                </a:cubicBezTo>
                <a:cubicBezTo>
                  <a:pt x="11260455" y="1371600"/>
                  <a:pt x="11277600" y="1388745"/>
                  <a:pt x="11277600" y="1409700"/>
                </a:cubicBezTo>
                <a:close/>
                <a:moveTo>
                  <a:pt x="11734800" y="1409700"/>
                </a:moveTo>
                <a:cubicBezTo>
                  <a:pt x="11734800" y="1430655"/>
                  <a:pt x="11717655" y="1447800"/>
                  <a:pt x="11696700" y="1447800"/>
                </a:cubicBezTo>
                <a:cubicBezTo>
                  <a:pt x="11675745" y="1447800"/>
                  <a:pt x="11658600" y="1430655"/>
                  <a:pt x="11658600" y="1409700"/>
                </a:cubicBezTo>
                <a:cubicBezTo>
                  <a:pt x="11658600" y="1388745"/>
                  <a:pt x="11675745" y="1371600"/>
                  <a:pt x="11696700" y="1371600"/>
                </a:cubicBezTo>
                <a:cubicBezTo>
                  <a:pt x="11717655" y="1371600"/>
                  <a:pt x="11734800" y="1388745"/>
                  <a:pt x="11734800" y="1409700"/>
                </a:cubicBezTo>
                <a:close/>
                <a:moveTo>
                  <a:pt x="76200" y="1866900"/>
                </a:moveTo>
                <a:cubicBezTo>
                  <a:pt x="76200" y="1887855"/>
                  <a:pt x="59055" y="1905000"/>
                  <a:pt x="38100" y="1905000"/>
                </a:cubicBezTo>
                <a:cubicBezTo>
                  <a:pt x="17145" y="1905000"/>
                  <a:pt x="0" y="1887855"/>
                  <a:pt x="0" y="1866900"/>
                </a:cubicBezTo>
                <a:cubicBezTo>
                  <a:pt x="0" y="1845945"/>
                  <a:pt x="17145" y="1828800"/>
                  <a:pt x="38100" y="1828800"/>
                </a:cubicBezTo>
                <a:cubicBezTo>
                  <a:pt x="59055" y="1828800"/>
                  <a:pt x="76200" y="1845945"/>
                  <a:pt x="76200" y="1866900"/>
                </a:cubicBezTo>
                <a:close/>
                <a:moveTo>
                  <a:pt x="533400" y="1866900"/>
                </a:moveTo>
                <a:cubicBezTo>
                  <a:pt x="533400" y="1887855"/>
                  <a:pt x="516255" y="1905000"/>
                  <a:pt x="495300" y="1905000"/>
                </a:cubicBezTo>
                <a:cubicBezTo>
                  <a:pt x="474345" y="1905000"/>
                  <a:pt x="457200" y="1887855"/>
                  <a:pt x="457200" y="1866900"/>
                </a:cubicBezTo>
                <a:cubicBezTo>
                  <a:pt x="457200" y="1845945"/>
                  <a:pt x="474345" y="1828800"/>
                  <a:pt x="495300" y="1828800"/>
                </a:cubicBezTo>
                <a:cubicBezTo>
                  <a:pt x="516255" y="1828800"/>
                  <a:pt x="533400" y="1845945"/>
                  <a:pt x="533400" y="1866900"/>
                </a:cubicBezTo>
                <a:close/>
                <a:moveTo>
                  <a:pt x="990600" y="1866900"/>
                </a:moveTo>
                <a:cubicBezTo>
                  <a:pt x="990600" y="1887855"/>
                  <a:pt x="973455" y="1905000"/>
                  <a:pt x="952500" y="1905000"/>
                </a:cubicBezTo>
                <a:cubicBezTo>
                  <a:pt x="931545" y="1905000"/>
                  <a:pt x="914400" y="1887855"/>
                  <a:pt x="914400" y="1866900"/>
                </a:cubicBezTo>
                <a:cubicBezTo>
                  <a:pt x="914400" y="1845945"/>
                  <a:pt x="931545" y="1828800"/>
                  <a:pt x="952500" y="1828800"/>
                </a:cubicBezTo>
                <a:cubicBezTo>
                  <a:pt x="973455" y="1828800"/>
                  <a:pt x="990600" y="1845945"/>
                  <a:pt x="990600" y="1866900"/>
                </a:cubicBezTo>
                <a:close/>
                <a:moveTo>
                  <a:pt x="1447800" y="1866900"/>
                </a:moveTo>
                <a:cubicBezTo>
                  <a:pt x="1447800" y="1887855"/>
                  <a:pt x="1430655" y="1905000"/>
                  <a:pt x="1409700" y="1905000"/>
                </a:cubicBezTo>
                <a:cubicBezTo>
                  <a:pt x="1388745" y="1905000"/>
                  <a:pt x="1371600" y="1887855"/>
                  <a:pt x="1371600" y="1866900"/>
                </a:cubicBezTo>
                <a:cubicBezTo>
                  <a:pt x="1371600" y="1845945"/>
                  <a:pt x="1388745" y="1828800"/>
                  <a:pt x="1409700" y="1828800"/>
                </a:cubicBezTo>
                <a:cubicBezTo>
                  <a:pt x="1430655" y="1828800"/>
                  <a:pt x="1447800" y="1845945"/>
                  <a:pt x="1447800" y="1866900"/>
                </a:cubicBezTo>
                <a:close/>
                <a:moveTo>
                  <a:pt x="1905000" y="1866900"/>
                </a:moveTo>
                <a:cubicBezTo>
                  <a:pt x="1905000" y="1887855"/>
                  <a:pt x="1887855" y="1905000"/>
                  <a:pt x="1866900" y="1905000"/>
                </a:cubicBezTo>
                <a:cubicBezTo>
                  <a:pt x="1845945" y="1905000"/>
                  <a:pt x="1828800" y="1887855"/>
                  <a:pt x="1828800" y="1866900"/>
                </a:cubicBezTo>
                <a:cubicBezTo>
                  <a:pt x="1828800" y="1845945"/>
                  <a:pt x="1845945" y="1828800"/>
                  <a:pt x="1866900" y="1828800"/>
                </a:cubicBezTo>
                <a:cubicBezTo>
                  <a:pt x="1887855" y="1828800"/>
                  <a:pt x="1905000" y="1845945"/>
                  <a:pt x="1905000" y="1866900"/>
                </a:cubicBezTo>
                <a:close/>
                <a:moveTo>
                  <a:pt x="2362200" y="1866900"/>
                </a:moveTo>
                <a:cubicBezTo>
                  <a:pt x="2362200" y="1887855"/>
                  <a:pt x="2345055" y="1905000"/>
                  <a:pt x="2324100" y="1905000"/>
                </a:cubicBezTo>
                <a:cubicBezTo>
                  <a:pt x="2303145" y="1905000"/>
                  <a:pt x="2286000" y="1887855"/>
                  <a:pt x="2286000" y="1866900"/>
                </a:cubicBezTo>
                <a:cubicBezTo>
                  <a:pt x="2286000" y="1845945"/>
                  <a:pt x="2303145" y="1828800"/>
                  <a:pt x="2324100" y="1828800"/>
                </a:cubicBezTo>
                <a:cubicBezTo>
                  <a:pt x="2345055" y="1828800"/>
                  <a:pt x="2362200" y="1845945"/>
                  <a:pt x="2362200" y="1866900"/>
                </a:cubicBezTo>
                <a:close/>
                <a:moveTo>
                  <a:pt x="2819400" y="1866900"/>
                </a:moveTo>
                <a:cubicBezTo>
                  <a:pt x="2819400" y="1887855"/>
                  <a:pt x="2802255" y="1905000"/>
                  <a:pt x="2781300" y="1905000"/>
                </a:cubicBezTo>
                <a:cubicBezTo>
                  <a:pt x="2760345" y="1905000"/>
                  <a:pt x="2743200" y="1887855"/>
                  <a:pt x="2743200" y="1866900"/>
                </a:cubicBezTo>
                <a:cubicBezTo>
                  <a:pt x="2743200" y="1845945"/>
                  <a:pt x="2760345" y="1828800"/>
                  <a:pt x="2781300" y="1828800"/>
                </a:cubicBezTo>
                <a:cubicBezTo>
                  <a:pt x="2802255" y="1828800"/>
                  <a:pt x="2819400" y="1845945"/>
                  <a:pt x="2819400" y="1866900"/>
                </a:cubicBezTo>
                <a:close/>
                <a:moveTo>
                  <a:pt x="3276600" y="1866900"/>
                </a:moveTo>
                <a:cubicBezTo>
                  <a:pt x="3276600" y="1887855"/>
                  <a:pt x="3259455" y="1905000"/>
                  <a:pt x="3238500" y="1905000"/>
                </a:cubicBezTo>
                <a:cubicBezTo>
                  <a:pt x="3217545" y="1905000"/>
                  <a:pt x="3200400" y="1887855"/>
                  <a:pt x="3200400" y="1866900"/>
                </a:cubicBezTo>
                <a:cubicBezTo>
                  <a:pt x="3200400" y="1845945"/>
                  <a:pt x="3217545" y="1828800"/>
                  <a:pt x="3238500" y="1828800"/>
                </a:cubicBezTo>
                <a:cubicBezTo>
                  <a:pt x="3259455" y="1828800"/>
                  <a:pt x="3276600" y="1845945"/>
                  <a:pt x="3276600" y="1866900"/>
                </a:cubicBezTo>
                <a:close/>
                <a:moveTo>
                  <a:pt x="3733800" y="1866900"/>
                </a:moveTo>
                <a:cubicBezTo>
                  <a:pt x="3733800" y="1887855"/>
                  <a:pt x="3716655" y="1905000"/>
                  <a:pt x="3695700" y="1905000"/>
                </a:cubicBezTo>
                <a:cubicBezTo>
                  <a:pt x="3674745" y="1905000"/>
                  <a:pt x="3657600" y="1887855"/>
                  <a:pt x="3657600" y="1866900"/>
                </a:cubicBezTo>
                <a:cubicBezTo>
                  <a:pt x="3657600" y="1845945"/>
                  <a:pt x="3674745" y="1828800"/>
                  <a:pt x="3695700" y="1828800"/>
                </a:cubicBezTo>
                <a:cubicBezTo>
                  <a:pt x="3716655" y="1828800"/>
                  <a:pt x="3733800" y="1845945"/>
                  <a:pt x="3733800" y="1866900"/>
                </a:cubicBezTo>
                <a:close/>
                <a:moveTo>
                  <a:pt x="4191000" y="1866900"/>
                </a:moveTo>
                <a:cubicBezTo>
                  <a:pt x="4191000" y="1887855"/>
                  <a:pt x="4173855" y="1905000"/>
                  <a:pt x="4152900" y="1905000"/>
                </a:cubicBezTo>
                <a:cubicBezTo>
                  <a:pt x="4131945" y="1905000"/>
                  <a:pt x="4114800" y="1887855"/>
                  <a:pt x="4114800" y="1866900"/>
                </a:cubicBezTo>
                <a:cubicBezTo>
                  <a:pt x="4114800" y="1845945"/>
                  <a:pt x="4131945" y="1828800"/>
                  <a:pt x="4152900" y="1828800"/>
                </a:cubicBezTo>
                <a:cubicBezTo>
                  <a:pt x="4173855" y="1828800"/>
                  <a:pt x="4191000" y="1845945"/>
                  <a:pt x="4191000" y="1866900"/>
                </a:cubicBezTo>
                <a:close/>
                <a:moveTo>
                  <a:pt x="4648200" y="1866900"/>
                </a:moveTo>
                <a:cubicBezTo>
                  <a:pt x="4648200" y="1887855"/>
                  <a:pt x="4631055" y="1905000"/>
                  <a:pt x="4610100" y="1905000"/>
                </a:cubicBezTo>
                <a:cubicBezTo>
                  <a:pt x="4589145" y="1905000"/>
                  <a:pt x="4572000" y="1887855"/>
                  <a:pt x="4572000" y="1866900"/>
                </a:cubicBezTo>
                <a:cubicBezTo>
                  <a:pt x="4572000" y="1845945"/>
                  <a:pt x="4589145" y="1828800"/>
                  <a:pt x="4610100" y="1828800"/>
                </a:cubicBezTo>
                <a:cubicBezTo>
                  <a:pt x="4631055" y="1828800"/>
                  <a:pt x="4648200" y="1845945"/>
                  <a:pt x="4648200" y="1866900"/>
                </a:cubicBezTo>
                <a:close/>
                <a:moveTo>
                  <a:pt x="5105400" y="1866900"/>
                </a:moveTo>
                <a:cubicBezTo>
                  <a:pt x="5105400" y="1887855"/>
                  <a:pt x="5088255" y="1905000"/>
                  <a:pt x="5067300" y="1905000"/>
                </a:cubicBezTo>
                <a:cubicBezTo>
                  <a:pt x="5046345" y="1905000"/>
                  <a:pt x="5029200" y="1887855"/>
                  <a:pt x="5029200" y="1866900"/>
                </a:cubicBezTo>
                <a:cubicBezTo>
                  <a:pt x="5029200" y="1845945"/>
                  <a:pt x="5046345" y="1828800"/>
                  <a:pt x="5067300" y="1828800"/>
                </a:cubicBezTo>
                <a:cubicBezTo>
                  <a:pt x="5088255" y="1828800"/>
                  <a:pt x="5105400" y="1845945"/>
                  <a:pt x="5105400" y="1866900"/>
                </a:cubicBezTo>
                <a:close/>
                <a:moveTo>
                  <a:pt x="5562600" y="1866900"/>
                </a:moveTo>
                <a:cubicBezTo>
                  <a:pt x="5562600" y="1887855"/>
                  <a:pt x="5545455" y="1905000"/>
                  <a:pt x="5524500" y="1905000"/>
                </a:cubicBezTo>
                <a:cubicBezTo>
                  <a:pt x="5503545" y="1905000"/>
                  <a:pt x="5486400" y="1887855"/>
                  <a:pt x="5486400" y="1866900"/>
                </a:cubicBezTo>
                <a:cubicBezTo>
                  <a:pt x="5486400" y="1845945"/>
                  <a:pt x="5503545" y="1828800"/>
                  <a:pt x="5524500" y="1828800"/>
                </a:cubicBezTo>
                <a:cubicBezTo>
                  <a:pt x="5545455" y="1828800"/>
                  <a:pt x="5562600" y="1845945"/>
                  <a:pt x="5562600" y="1866900"/>
                </a:cubicBezTo>
                <a:close/>
                <a:moveTo>
                  <a:pt x="6019800" y="1866900"/>
                </a:moveTo>
                <a:cubicBezTo>
                  <a:pt x="6019800" y="1887855"/>
                  <a:pt x="6002655" y="1905000"/>
                  <a:pt x="5981700" y="1905000"/>
                </a:cubicBezTo>
                <a:cubicBezTo>
                  <a:pt x="5960745" y="1905000"/>
                  <a:pt x="5943600" y="1887855"/>
                  <a:pt x="5943600" y="1866900"/>
                </a:cubicBezTo>
                <a:cubicBezTo>
                  <a:pt x="5943600" y="1845945"/>
                  <a:pt x="5960745" y="1828800"/>
                  <a:pt x="5981700" y="1828800"/>
                </a:cubicBezTo>
                <a:cubicBezTo>
                  <a:pt x="6002655" y="1828800"/>
                  <a:pt x="6019800" y="1845945"/>
                  <a:pt x="6019800" y="1866900"/>
                </a:cubicBezTo>
                <a:close/>
                <a:moveTo>
                  <a:pt x="6477000" y="1866900"/>
                </a:moveTo>
                <a:cubicBezTo>
                  <a:pt x="6477000" y="1887855"/>
                  <a:pt x="6459855" y="1905000"/>
                  <a:pt x="6438900" y="1905000"/>
                </a:cubicBezTo>
                <a:cubicBezTo>
                  <a:pt x="6417945" y="1905000"/>
                  <a:pt x="6400800" y="1887855"/>
                  <a:pt x="6400800" y="1866900"/>
                </a:cubicBezTo>
                <a:cubicBezTo>
                  <a:pt x="6400800" y="1845945"/>
                  <a:pt x="6417945" y="1828800"/>
                  <a:pt x="6438900" y="1828800"/>
                </a:cubicBezTo>
                <a:cubicBezTo>
                  <a:pt x="6459855" y="1828800"/>
                  <a:pt x="6477000" y="1845945"/>
                  <a:pt x="6477000" y="1866900"/>
                </a:cubicBezTo>
                <a:close/>
                <a:moveTo>
                  <a:pt x="6934200" y="1866900"/>
                </a:moveTo>
                <a:cubicBezTo>
                  <a:pt x="6934200" y="1887855"/>
                  <a:pt x="6917055" y="1905000"/>
                  <a:pt x="6896100" y="1905000"/>
                </a:cubicBezTo>
                <a:cubicBezTo>
                  <a:pt x="6875145" y="1905000"/>
                  <a:pt x="6858000" y="1887855"/>
                  <a:pt x="6858000" y="1866900"/>
                </a:cubicBezTo>
                <a:cubicBezTo>
                  <a:pt x="6858000" y="1845945"/>
                  <a:pt x="6875145" y="1828800"/>
                  <a:pt x="6896100" y="1828800"/>
                </a:cubicBezTo>
                <a:cubicBezTo>
                  <a:pt x="6917055" y="1828800"/>
                  <a:pt x="6934200" y="1845945"/>
                  <a:pt x="6934200" y="1866900"/>
                </a:cubicBezTo>
                <a:close/>
                <a:moveTo>
                  <a:pt x="7391400" y="1866900"/>
                </a:moveTo>
                <a:cubicBezTo>
                  <a:pt x="7391400" y="1887855"/>
                  <a:pt x="7374255" y="1905000"/>
                  <a:pt x="7353300" y="1905000"/>
                </a:cubicBezTo>
                <a:cubicBezTo>
                  <a:pt x="7332345" y="1905000"/>
                  <a:pt x="7315200" y="1887855"/>
                  <a:pt x="7315200" y="1866900"/>
                </a:cubicBezTo>
                <a:cubicBezTo>
                  <a:pt x="7315200" y="1845945"/>
                  <a:pt x="7332345" y="1828800"/>
                  <a:pt x="7353300" y="1828800"/>
                </a:cubicBezTo>
                <a:cubicBezTo>
                  <a:pt x="7374255" y="1828800"/>
                  <a:pt x="7391400" y="1845945"/>
                  <a:pt x="7391400" y="1866900"/>
                </a:cubicBezTo>
                <a:close/>
                <a:moveTo>
                  <a:pt x="7848600" y="1866900"/>
                </a:moveTo>
                <a:cubicBezTo>
                  <a:pt x="7848600" y="1887855"/>
                  <a:pt x="7831455" y="1905000"/>
                  <a:pt x="7810500" y="1905000"/>
                </a:cubicBezTo>
                <a:cubicBezTo>
                  <a:pt x="7789545" y="1905000"/>
                  <a:pt x="7772400" y="1887855"/>
                  <a:pt x="7772400" y="1866900"/>
                </a:cubicBezTo>
                <a:cubicBezTo>
                  <a:pt x="7772400" y="1845945"/>
                  <a:pt x="7789545" y="1828800"/>
                  <a:pt x="7810500" y="1828800"/>
                </a:cubicBezTo>
                <a:cubicBezTo>
                  <a:pt x="7831455" y="1828800"/>
                  <a:pt x="7848600" y="1845945"/>
                  <a:pt x="7848600" y="1866900"/>
                </a:cubicBezTo>
                <a:close/>
                <a:moveTo>
                  <a:pt x="8305800" y="1866900"/>
                </a:moveTo>
                <a:cubicBezTo>
                  <a:pt x="8305800" y="1887855"/>
                  <a:pt x="8288655" y="1905000"/>
                  <a:pt x="8267700" y="1905000"/>
                </a:cubicBezTo>
                <a:cubicBezTo>
                  <a:pt x="8246745" y="1905000"/>
                  <a:pt x="8229600" y="1887855"/>
                  <a:pt x="8229600" y="1866900"/>
                </a:cubicBezTo>
                <a:cubicBezTo>
                  <a:pt x="8229600" y="1845945"/>
                  <a:pt x="8246745" y="1828800"/>
                  <a:pt x="8267700" y="1828800"/>
                </a:cubicBezTo>
                <a:cubicBezTo>
                  <a:pt x="8288655" y="1828800"/>
                  <a:pt x="8305800" y="1845945"/>
                  <a:pt x="8305800" y="1866900"/>
                </a:cubicBezTo>
                <a:close/>
                <a:moveTo>
                  <a:pt x="8763000" y="1866900"/>
                </a:moveTo>
                <a:cubicBezTo>
                  <a:pt x="8763000" y="1887855"/>
                  <a:pt x="8745855" y="1905000"/>
                  <a:pt x="8724900" y="1905000"/>
                </a:cubicBezTo>
                <a:cubicBezTo>
                  <a:pt x="8703945" y="1905000"/>
                  <a:pt x="8686800" y="1887855"/>
                  <a:pt x="8686800" y="1866900"/>
                </a:cubicBezTo>
                <a:cubicBezTo>
                  <a:pt x="8686800" y="1845945"/>
                  <a:pt x="8703945" y="1828800"/>
                  <a:pt x="8724900" y="1828800"/>
                </a:cubicBezTo>
                <a:cubicBezTo>
                  <a:pt x="8745855" y="1828800"/>
                  <a:pt x="8763000" y="1845945"/>
                  <a:pt x="8763000" y="1866900"/>
                </a:cubicBezTo>
                <a:close/>
                <a:moveTo>
                  <a:pt x="9220200" y="1866900"/>
                </a:moveTo>
                <a:cubicBezTo>
                  <a:pt x="9220200" y="1887855"/>
                  <a:pt x="9203055" y="1905000"/>
                  <a:pt x="9182100" y="1905000"/>
                </a:cubicBezTo>
                <a:cubicBezTo>
                  <a:pt x="9161145" y="1905000"/>
                  <a:pt x="9144000" y="1887855"/>
                  <a:pt x="9144000" y="1866900"/>
                </a:cubicBezTo>
                <a:cubicBezTo>
                  <a:pt x="9144000" y="1845945"/>
                  <a:pt x="9161145" y="1828800"/>
                  <a:pt x="9182100" y="1828800"/>
                </a:cubicBezTo>
                <a:cubicBezTo>
                  <a:pt x="9203055" y="1828800"/>
                  <a:pt x="9220200" y="1845945"/>
                  <a:pt x="9220200" y="1866900"/>
                </a:cubicBezTo>
                <a:close/>
                <a:moveTo>
                  <a:pt x="9677400" y="1866900"/>
                </a:moveTo>
                <a:cubicBezTo>
                  <a:pt x="9677400" y="1887855"/>
                  <a:pt x="9660255" y="1905000"/>
                  <a:pt x="9639300" y="1905000"/>
                </a:cubicBezTo>
                <a:cubicBezTo>
                  <a:pt x="9618345" y="1905000"/>
                  <a:pt x="9601200" y="1887855"/>
                  <a:pt x="9601200" y="1866900"/>
                </a:cubicBezTo>
                <a:cubicBezTo>
                  <a:pt x="9601200" y="1845945"/>
                  <a:pt x="9618345" y="1828800"/>
                  <a:pt x="9639300" y="1828800"/>
                </a:cubicBezTo>
                <a:cubicBezTo>
                  <a:pt x="9660255" y="1828800"/>
                  <a:pt x="9677400" y="1845945"/>
                  <a:pt x="9677400" y="1866900"/>
                </a:cubicBezTo>
                <a:close/>
                <a:moveTo>
                  <a:pt x="10134600" y="1866900"/>
                </a:moveTo>
                <a:cubicBezTo>
                  <a:pt x="10134600" y="1887855"/>
                  <a:pt x="10117455" y="1905000"/>
                  <a:pt x="10096500" y="1905000"/>
                </a:cubicBezTo>
                <a:cubicBezTo>
                  <a:pt x="10075545" y="1905000"/>
                  <a:pt x="10058400" y="1887855"/>
                  <a:pt x="10058400" y="1866900"/>
                </a:cubicBezTo>
                <a:cubicBezTo>
                  <a:pt x="10058400" y="1845945"/>
                  <a:pt x="10075545" y="1828800"/>
                  <a:pt x="10096500" y="1828800"/>
                </a:cubicBezTo>
                <a:cubicBezTo>
                  <a:pt x="10117455" y="1828800"/>
                  <a:pt x="10134600" y="1845945"/>
                  <a:pt x="10134600" y="1866900"/>
                </a:cubicBezTo>
                <a:close/>
                <a:moveTo>
                  <a:pt x="10591800" y="1866900"/>
                </a:moveTo>
                <a:cubicBezTo>
                  <a:pt x="10591800" y="1887855"/>
                  <a:pt x="10574655" y="1905000"/>
                  <a:pt x="10553700" y="1905000"/>
                </a:cubicBezTo>
                <a:cubicBezTo>
                  <a:pt x="10532745" y="1905000"/>
                  <a:pt x="10515600" y="1887855"/>
                  <a:pt x="10515600" y="1866900"/>
                </a:cubicBezTo>
                <a:cubicBezTo>
                  <a:pt x="10515600" y="1845945"/>
                  <a:pt x="10532745" y="1828800"/>
                  <a:pt x="10553700" y="1828800"/>
                </a:cubicBezTo>
                <a:cubicBezTo>
                  <a:pt x="10574655" y="1828800"/>
                  <a:pt x="10591800" y="1845945"/>
                  <a:pt x="10591800" y="1866900"/>
                </a:cubicBezTo>
                <a:close/>
                <a:moveTo>
                  <a:pt x="11049000" y="1866900"/>
                </a:moveTo>
                <a:cubicBezTo>
                  <a:pt x="11049000" y="1887855"/>
                  <a:pt x="11031855" y="1905000"/>
                  <a:pt x="11010900" y="1905000"/>
                </a:cubicBezTo>
                <a:cubicBezTo>
                  <a:pt x="10989945" y="1905000"/>
                  <a:pt x="10972800" y="1887855"/>
                  <a:pt x="10972800" y="1866900"/>
                </a:cubicBezTo>
                <a:cubicBezTo>
                  <a:pt x="10972800" y="1845945"/>
                  <a:pt x="10989945" y="1828800"/>
                  <a:pt x="11010900" y="1828800"/>
                </a:cubicBezTo>
                <a:cubicBezTo>
                  <a:pt x="11031855" y="1828800"/>
                  <a:pt x="11049000" y="1845945"/>
                  <a:pt x="11049000" y="1866900"/>
                </a:cubicBezTo>
                <a:close/>
                <a:moveTo>
                  <a:pt x="11506200" y="1866900"/>
                </a:moveTo>
                <a:cubicBezTo>
                  <a:pt x="11506200" y="1887855"/>
                  <a:pt x="11489055" y="1905000"/>
                  <a:pt x="11468100" y="1905000"/>
                </a:cubicBezTo>
                <a:cubicBezTo>
                  <a:pt x="11447145" y="1905000"/>
                  <a:pt x="11430000" y="1887855"/>
                  <a:pt x="11430000" y="1866900"/>
                </a:cubicBezTo>
                <a:cubicBezTo>
                  <a:pt x="11430000" y="1845945"/>
                  <a:pt x="11447145" y="1828800"/>
                  <a:pt x="11468100" y="1828800"/>
                </a:cubicBezTo>
                <a:cubicBezTo>
                  <a:pt x="11489055" y="1828800"/>
                  <a:pt x="11506200" y="1845945"/>
                  <a:pt x="11506200" y="1866900"/>
                </a:cubicBezTo>
                <a:close/>
                <a:moveTo>
                  <a:pt x="11963400" y="1866900"/>
                </a:moveTo>
                <a:cubicBezTo>
                  <a:pt x="11963400" y="1887855"/>
                  <a:pt x="11946255" y="1905000"/>
                  <a:pt x="11925300" y="1905000"/>
                </a:cubicBezTo>
                <a:cubicBezTo>
                  <a:pt x="11904345" y="1905000"/>
                  <a:pt x="11887200" y="1887855"/>
                  <a:pt x="11887200" y="1866900"/>
                </a:cubicBezTo>
                <a:cubicBezTo>
                  <a:pt x="11887200" y="1845945"/>
                  <a:pt x="11904345" y="1828800"/>
                  <a:pt x="11925300" y="1828800"/>
                </a:cubicBezTo>
                <a:cubicBezTo>
                  <a:pt x="11946255" y="1828800"/>
                  <a:pt x="11963400" y="1845945"/>
                  <a:pt x="11963400" y="1866900"/>
                </a:cubicBezTo>
                <a:close/>
                <a:moveTo>
                  <a:pt x="304800" y="2324100"/>
                </a:moveTo>
                <a:cubicBezTo>
                  <a:pt x="304800" y="2345055"/>
                  <a:pt x="287655" y="2362200"/>
                  <a:pt x="266700" y="2362200"/>
                </a:cubicBezTo>
                <a:cubicBezTo>
                  <a:pt x="245745" y="2362200"/>
                  <a:pt x="228600" y="2345055"/>
                  <a:pt x="228600" y="2324100"/>
                </a:cubicBezTo>
                <a:cubicBezTo>
                  <a:pt x="228600" y="2303145"/>
                  <a:pt x="245745" y="2286000"/>
                  <a:pt x="266700" y="2286000"/>
                </a:cubicBezTo>
                <a:cubicBezTo>
                  <a:pt x="287655" y="2286000"/>
                  <a:pt x="304800" y="2303145"/>
                  <a:pt x="304800" y="2324100"/>
                </a:cubicBezTo>
                <a:close/>
                <a:moveTo>
                  <a:pt x="762000" y="2324100"/>
                </a:moveTo>
                <a:cubicBezTo>
                  <a:pt x="762000" y="2345055"/>
                  <a:pt x="744855" y="2362200"/>
                  <a:pt x="723900" y="2362200"/>
                </a:cubicBezTo>
                <a:cubicBezTo>
                  <a:pt x="702945" y="2362200"/>
                  <a:pt x="685800" y="2345055"/>
                  <a:pt x="685800" y="2324100"/>
                </a:cubicBezTo>
                <a:cubicBezTo>
                  <a:pt x="685800" y="2303145"/>
                  <a:pt x="702945" y="2286000"/>
                  <a:pt x="723900" y="2286000"/>
                </a:cubicBezTo>
                <a:cubicBezTo>
                  <a:pt x="744855" y="2286000"/>
                  <a:pt x="762000" y="2303145"/>
                  <a:pt x="762000" y="2324100"/>
                </a:cubicBezTo>
                <a:close/>
                <a:moveTo>
                  <a:pt x="1219200" y="2324100"/>
                </a:moveTo>
                <a:cubicBezTo>
                  <a:pt x="1219200" y="2345055"/>
                  <a:pt x="1202055" y="2362200"/>
                  <a:pt x="1181100" y="2362200"/>
                </a:cubicBezTo>
                <a:cubicBezTo>
                  <a:pt x="1160145" y="2362200"/>
                  <a:pt x="1143000" y="2345055"/>
                  <a:pt x="1143000" y="2324100"/>
                </a:cubicBezTo>
                <a:cubicBezTo>
                  <a:pt x="1143000" y="2303145"/>
                  <a:pt x="1160145" y="2286000"/>
                  <a:pt x="1181100" y="2286000"/>
                </a:cubicBezTo>
                <a:cubicBezTo>
                  <a:pt x="1202055" y="2286000"/>
                  <a:pt x="1219200" y="2303145"/>
                  <a:pt x="1219200" y="2324100"/>
                </a:cubicBezTo>
                <a:close/>
                <a:moveTo>
                  <a:pt x="1676400" y="2324100"/>
                </a:moveTo>
                <a:cubicBezTo>
                  <a:pt x="1676400" y="2345055"/>
                  <a:pt x="1659255" y="2362200"/>
                  <a:pt x="1638300" y="2362200"/>
                </a:cubicBezTo>
                <a:cubicBezTo>
                  <a:pt x="1617345" y="2362200"/>
                  <a:pt x="1600200" y="2345055"/>
                  <a:pt x="1600200" y="2324100"/>
                </a:cubicBezTo>
                <a:cubicBezTo>
                  <a:pt x="1600200" y="2303145"/>
                  <a:pt x="1617345" y="2286000"/>
                  <a:pt x="1638300" y="2286000"/>
                </a:cubicBezTo>
                <a:cubicBezTo>
                  <a:pt x="1659255" y="2286000"/>
                  <a:pt x="1676400" y="2303145"/>
                  <a:pt x="1676400" y="2324100"/>
                </a:cubicBezTo>
                <a:close/>
                <a:moveTo>
                  <a:pt x="2133600" y="2324100"/>
                </a:moveTo>
                <a:cubicBezTo>
                  <a:pt x="2133600" y="2345055"/>
                  <a:pt x="2116455" y="2362200"/>
                  <a:pt x="2095500" y="2362200"/>
                </a:cubicBezTo>
                <a:cubicBezTo>
                  <a:pt x="2074545" y="2362200"/>
                  <a:pt x="2057400" y="2345055"/>
                  <a:pt x="2057400" y="2324100"/>
                </a:cubicBezTo>
                <a:cubicBezTo>
                  <a:pt x="2057400" y="2303145"/>
                  <a:pt x="2074545" y="2286000"/>
                  <a:pt x="2095500" y="2286000"/>
                </a:cubicBezTo>
                <a:cubicBezTo>
                  <a:pt x="2116455" y="2286000"/>
                  <a:pt x="2133600" y="2303145"/>
                  <a:pt x="2133600" y="2324100"/>
                </a:cubicBezTo>
                <a:close/>
                <a:moveTo>
                  <a:pt x="2590800" y="2324100"/>
                </a:moveTo>
                <a:cubicBezTo>
                  <a:pt x="2590800" y="2345055"/>
                  <a:pt x="2573655" y="2362200"/>
                  <a:pt x="2552700" y="2362200"/>
                </a:cubicBezTo>
                <a:cubicBezTo>
                  <a:pt x="2531745" y="2362200"/>
                  <a:pt x="2514600" y="2345055"/>
                  <a:pt x="2514600" y="2324100"/>
                </a:cubicBezTo>
                <a:cubicBezTo>
                  <a:pt x="2514600" y="2303145"/>
                  <a:pt x="2531745" y="2286000"/>
                  <a:pt x="2552700" y="2286000"/>
                </a:cubicBezTo>
                <a:cubicBezTo>
                  <a:pt x="2573655" y="2286000"/>
                  <a:pt x="2590800" y="2303145"/>
                  <a:pt x="2590800" y="2324100"/>
                </a:cubicBezTo>
                <a:close/>
                <a:moveTo>
                  <a:pt x="3048000" y="2324100"/>
                </a:moveTo>
                <a:cubicBezTo>
                  <a:pt x="3048000" y="2345055"/>
                  <a:pt x="3030855" y="2362200"/>
                  <a:pt x="3009900" y="2362200"/>
                </a:cubicBezTo>
                <a:cubicBezTo>
                  <a:pt x="2988945" y="2362200"/>
                  <a:pt x="2971800" y="2345055"/>
                  <a:pt x="2971800" y="2324100"/>
                </a:cubicBezTo>
                <a:cubicBezTo>
                  <a:pt x="2971800" y="2303145"/>
                  <a:pt x="2988945" y="2286000"/>
                  <a:pt x="3009900" y="2286000"/>
                </a:cubicBezTo>
                <a:cubicBezTo>
                  <a:pt x="3030855" y="2286000"/>
                  <a:pt x="3048000" y="2303145"/>
                  <a:pt x="3048000" y="2324100"/>
                </a:cubicBezTo>
                <a:close/>
                <a:moveTo>
                  <a:pt x="3505200" y="2324100"/>
                </a:moveTo>
                <a:cubicBezTo>
                  <a:pt x="3505200" y="2345055"/>
                  <a:pt x="3488055" y="2362200"/>
                  <a:pt x="3467100" y="2362200"/>
                </a:cubicBezTo>
                <a:cubicBezTo>
                  <a:pt x="3446145" y="2362200"/>
                  <a:pt x="3429000" y="2345055"/>
                  <a:pt x="3429000" y="2324100"/>
                </a:cubicBezTo>
                <a:cubicBezTo>
                  <a:pt x="3429000" y="2303145"/>
                  <a:pt x="3446145" y="2286000"/>
                  <a:pt x="3467100" y="2286000"/>
                </a:cubicBezTo>
                <a:cubicBezTo>
                  <a:pt x="3488055" y="2286000"/>
                  <a:pt x="3505200" y="2303145"/>
                  <a:pt x="3505200" y="2324100"/>
                </a:cubicBezTo>
                <a:close/>
                <a:moveTo>
                  <a:pt x="3962400" y="2324100"/>
                </a:moveTo>
                <a:cubicBezTo>
                  <a:pt x="3962400" y="2345055"/>
                  <a:pt x="3945255" y="2362200"/>
                  <a:pt x="3924300" y="2362200"/>
                </a:cubicBezTo>
                <a:cubicBezTo>
                  <a:pt x="3903345" y="2362200"/>
                  <a:pt x="3886200" y="2345055"/>
                  <a:pt x="3886200" y="2324100"/>
                </a:cubicBezTo>
                <a:cubicBezTo>
                  <a:pt x="3886200" y="2303145"/>
                  <a:pt x="3903345" y="2286000"/>
                  <a:pt x="3924300" y="2286000"/>
                </a:cubicBezTo>
                <a:cubicBezTo>
                  <a:pt x="3945255" y="2286000"/>
                  <a:pt x="3962400" y="2303145"/>
                  <a:pt x="3962400" y="2324100"/>
                </a:cubicBezTo>
                <a:close/>
                <a:moveTo>
                  <a:pt x="4419600" y="2324100"/>
                </a:moveTo>
                <a:cubicBezTo>
                  <a:pt x="4419600" y="2345055"/>
                  <a:pt x="4402455" y="2362200"/>
                  <a:pt x="4381500" y="2362200"/>
                </a:cubicBezTo>
                <a:cubicBezTo>
                  <a:pt x="4360545" y="2362200"/>
                  <a:pt x="4343400" y="2345055"/>
                  <a:pt x="4343400" y="2324100"/>
                </a:cubicBezTo>
                <a:cubicBezTo>
                  <a:pt x="4343400" y="2303145"/>
                  <a:pt x="4360545" y="2286000"/>
                  <a:pt x="4381500" y="2286000"/>
                </a:cubicBezTo>
                <a:cubicBezTo>
                  <a:pt x="4402455" y="2286000"/>
                  <a:pt x="4419600" y="2303145"/>
                  <a:pt x="4419600" y="2324100"/>
                </a:cubicBezTo>
                <a:close/>
                <a:moveTo>
                  <a:pt x="4876800" y="2324100"/>
                </a:moveTo>
                <a:cubicBezTo>
                  <a:pt x="4876800" y="2345055"/>
                  <a:pt x="4859655" y="2362200"/>
                  <a:pt x="4838700" y="2362200"/>
                </a:cubicBezTo>
                <a:cubicBezTo>
                  <a:pt x="4817745" y="2362200"/>
                  <a:pt x="4800600" y="2345055"/>
                  <a:pt x="4800600" y="2324100"/>
                </a:cubicBezTo>
                <a:cubicBezTo>
                  <a:pt x="4800600" y="2303145"/>
                  <a:pt x="4817745" y="2286000"/>
                  <a:pt x="4838700" y="2286000"/>
                </a:cubicBezTo>
                <a:cubicBezTo>
                  <a:pt x="4859655" y="2286000"/>
                  <a:pt x="4876800" y="2303145"/>
                  <a:pt x="4876800" y="2324100"/>
                </a:cubicBezTo>
                <a:close/>
                <a:moveTo>
                  <a:pt x="5334000" y="2324100"/>
                </a:moveTo>
                <a:cubicBezTo>
                  <a:pt x="5334000" y="2345055"/>
                  <a:pt x="5316855" y="2362200"/>
                  <a:pt x="5295900" y="2362200"/>
                </a:cubicBezTo>
                <a:cubicBezTo>
                  <a:pt x="5274945" y="2362200"/>
                  <a:pt x="5257800" y="2345055"/>
                  <a:pt x="5257800" y="2324100"/>
                </a:cubicBezTo>
                <a:cubicBezTo>
                  <a:pt x="5257800" y="2303145"/>
                  <a:pt x="5274945" y="2286000"/>
                  <a:pt x="5295900" y="2286000"/>
                </a:cubicBezTo>
                <a:cubicBezTo>
                  <a:pt x="5316855" y="2286000"/>
                  <a:pt x="5334000" y="2303145"/>
                  <a:pt x="5334000" y="2324100"/>
                </a:cubicBezTo>
                <a:close/>
                <a:moveTo>
                  <a:pt x="5791200" y="2324100"/>
                </a:moveTo>
                <a:cubicBezTo>
                  <a:pt x="5791200" y="2345055"/>
                  <a:pt x="5774055" y="2362200"/>
                  <a:pt x="5753100" y="2362200"/>
                </a:cubicBezTo>
                <a:cubicBezTo>
                  <a:pt x="5732145" y="2362200"/>
                  <a:pt x="5715000" y="2345055"/>
                  <a:pt x="5715000" y="2324100"/>
                </a:cubicBezTo>
                <a:cubicBezTo>
                  <a:pt x="5715000" y="2303145"/>
                  <a:pt x="5732145" y="2286000"/>
                  <a:pt x="5753100" y="2286000"/>
                </a:cubicBezTo>
                <a:cubicBezTo>
                  <a:pt x="5774055" y="2286000"/>
                  <a:pt x="5791200" y="2303145"/>
                  <a:pt x="5791200" y="2324100"/>
                </a:cubicBezTo>
                <a:close/>
                <a:moveTo>
                  <a:pt x="6248400" y="2324100"/>
                </a:moveTo>
                <a:cubicBezTo>
                  <a:pt x="6248400" y="2345055"/>
                  <a:pt x="6231255" y="2362200"/>
                  <a:pt x="6210300" y="2362200"/>
                </a:cubicBezTo>
                <a:cubicBezTo>
                  <a:pt x="6189345" y="2362200"/>
                  <a:pt x="6172200" y="2345055"/>
                  <a:pt x="6172200" y="2324100"/>
                </a:cubicBezTo>
                <a:cubicBezTo>
                  <a:pt x="6172200" y="2303145"/>
                  <a:pt x="6189345" y="2286000"/>
                  <a:pt x="6210300" y="2286000"/>
                </a:cubicBezTo>
                <a:cubicBezTo>
                  <a:pt x="6231255" y="2286000"/>
                  <a:pt x="6248400" y="2303145"/>
                  <a:pt x="6248400" y="2324100"/>
                </a:cubicBezTo>
                <a:close/>
                <a:moveTo>
                  <a:pt x="6705600" y="2324100"/>
                </a:moveTo>
                <a:cubicBezTo>
                  <a:pt x="6705600" y="2345055"/>
                  <a:pt x="6688455" y="2362200"/>
                  <a:pt x="6667500" y="2362200"/>
                </a:cubicBezTo>
                <a:cubicBezTo>
                  <a:pt x="6646545" y="2362200"/>
                  <a:pt x="6629400" y="2345055"/>
                  <a:pt x="6629400" y="2324100"/>
                </a:cubicBezTo>
                <a:cubicBezTo>
                  <a:pt x="6629400" y="2303145"/>
                  <a:pt x="6646545" y="2286000"/>
                  <a:pt x="6667500" y="2286000"/>
                </a:cubicBezTo>
                <a:cubicBezTo>
                  <a:pt x="6688455" y="2286000"/>
                  <a:pt x="6705600" y="2303145"/>
                  <a:pt x="6705600" y="2324100"/>
                </a:cubicBezTo>
                <a:close/>
                <a:moveTo>
                  <a:pt x="7162800" y="2324100"/>
                </a:moveTo>
                <a:cubicBezTo>
                  <a:pt x="7162800" y="2345055"/>
                  <a:pt x="7145655" y="2362200"/>
                  <a:pt x="7124700" y="2362200"/>
                </a:cubicBezTo>
                <a:cubicBezTo>
                  <a:pt x="7103745" y="2362200"/>
                  <a:pt x="7086600" y="2345055"/>
                  <a:pt x="7086600" y="2324100"/>
                </a:cubicBezTo>
                <a:cubicBezTo>
                  <a:pt x="7086600" y="2303145"/>
                  <a:pt x="7103745" y="2286000"/>
                  <a:pt x="7124700" y="2286000"/>
                </a:cubicBezTo>
                <a:cubicBezTo>
                  <a:pt x="7145655" y="2286000"/>
                  <a:pt x="7162800" y="2303145"/>
                  <a:pt x="7162800" y="2324100"/>
                </a:cubicBezTo>
                <a:close/>
                <a:moveTo>
                  <a:pt x="7620000" y="2324100"/>
                </a:moveTo>
                <a:cubicBezTo>
                  <a:pt x="7620000" y="2345055"/>
                  <a:pt x="7602855" y="2362200"/>
                  <a:pt x="7581900" y="2362200"/>
                </a:cubicBezTo>
                <a:cubicBezTo>
                  <a:pt x="7560945" y="2362200"/>
                  <a:pt x="7543800" y="2345055"/>
                  <a:pt x="7543800" y="2324100"/>
                </a:cubicBezTo>
                <a:cubicBezTo>
                  <a:pt x="7543800" y="2303145"/>
                  <a:pt x="7560945" y="2286000"/>
                  <a:pt x="7581900" y="2286000"/>
                </a:cubicBezTo>
                <a:cubicBezTo>
                  <a:pt x="7602855" y="2286000"/>
                  <a:pt x="7620000" y="2303145"/>
                  <a:pt x="7620000" y="2324100"/>
                </a:cubicBezTo>
                <a:close/>
                <a:moveTo>
                  <a:pt x="8077200" y="2324100"/>
                </a:moveTo>
                <a:cubicBezTo>
                  <a:pt x="8077200" y="2345055"/>
                  <a:pt x="8060055" y="2362200"/>
                  <a:pt x="8039100" y="2362200"/>
                </a:cubicBezTo>
                <a:cubicBezTo>
                  <a:pt x="8018145" y="2362200"/>
                  <a:pt x="8001000" y="2345055"/>
                  <a:pt x="8001000" y="2324100"/>
                </a:cubicBezTo>
                <a:cubicBezTo>
                  <a:pt x="8001000" y="2303145"/>
                  <a:pt x="8018145" y="2286000"/>
                  <a:pt x="8039100" y="2286000"/>
                </a:cubicBezTo>
                <a:cubicBezTo>
                  <a:pt x="8060055" y="2286000"/>
                  <a:pt x="8077200" y="2303145"/>
                  <a:pt x="8077200" y="2324100"/>
                </a:cubicBezTo>
                <a:close/>
                <a:moveTo>
                  <a:pt x="8534400" y="2324100"/>
                </a:moveTo>
                <a:cubicBezTo>
                  <a:pt x="8534400" y="2345055"/>
                  <a:pt x="8517255" y="2362200"/>
                  <a:pt x="8496300" y="2362200"/>
                </a:cubicBezTo>
                <a:cubicBezTo>
                  <a:pt x="8475345" y="2362200"/>
                  <a:pt x="8458200" y="2345055"/>
                  <a:pt x="8458200" y="2324100"/>
                </a:cubicBezTo>
                <a:cubicBezTo>
                  <a:pt x="8458200" y="2303145"/>
                  <a:pt x="8475345" y="2286000"/>
                  <a:pt x="8496300" y="2286000"/>
                </a:cubicBezTo>
                <a:cubicBezTo>
                  <a:pt x="8517255" y="2286000"/>
                  <a:pt x="8534400" y="2303145"/>
                  <a:pt x="8534400" y="2324100"/>
                </a:cubicBezTo>
                <a:close/>
                <a:moveTo>
                  <a:pt x="8991600" y="2324100"/>
                </a:moveTo>
                <a:cubicBezTo>
                  <a:pt x="8991600" y="2345055"/>
                  <a:pt x="8974455" y="2362200"/>
                  <a:pt x="8953500" y="2362200"/>
                </a:cubicBezTo>
                <a:cubicBezTo>
                  <a:pt x="8932545" y="2362200"/>
                  <a:pt x="8915400" y="2345055"/>
                  <a:pt x="8915400" y="2324100"/>
                </a:cubicBezTo>
                <a:cubicBezTo>
                  <a:pt x="8915400" y="2303145"/>
                  <a:pt x="8932545" y="2286000"/>
                  <a:pt x="8953500" y="2286000"/>
                </a:cubicBezTo>
                <a:cubicBezTo>
                  <a:pt x="8974455" y="2286000"/>
                  <a:pt x="8991600" y="2303145"/>
                  <a:pt x="8991600" y="2324100"/>
                </a:cubicBezTo>
                <a:close/>
                <a:moveTo>
                  <a:pt x="9448800" y="2324100"/>
                </a:moveTo>
                <a:cubicBezTo>
                  <a:pt x="9448800" y="2345055"/>
                  <a:pt x="9431655" y="2362200"/>
                  <a:pt x="9410700" y="2362200"/>
                </a:cubicBezTo>
                <a:cubicBezTo>
                  <a:pt x="9389745" y="2362200"/>
                  <a:pt x="9372600" y="2345055"/>
                  <a:pt x="9372600" y="2324100"/>
                </a:cubicBezTo>
                <a:cubicBezTo>
                  <a:pt x="9372600" y="2303145"/>
                  <a:pt x="9389745" y="2286000"/>
                  <a:pt x="9410700" y="2286000"/>
                </a:cubicBezTo>
                <a:cubicBezTo>
                  <a:pt x="9431655" y="2286000"/>
                  <a:pt x="9448800" y="2303145"/>
                  <a:pt x="9448800" y="2324100"/>
                </a:cubicBezTo>
                <a:close/>
                <a:moveTo>
                  <a:pt x="9906000" y="2324100"/>
                </a:moveTo>
                <a:cubicBezTo>
                  <a:pt x="9906000" y="2345055"/>
                  <a:pt x="9888855" y="2362200"/>
                  <a:pt x="9867900" y="2362200"/>
                </a:cubicBezTo>
                <a:cubicBezTo>
                  <a:pt x="9846945" y="2362200"/>
                  <a:pt x="9829800" y="2345055"/>
                  <a:pt x="9829800" y="2324100"/>
                </a:cubicBezTo>
                <a:cubicBezTo>
                  <a:pt x="9829800" y="2303145"/>
                  <a:pt x="9846945" y="2286000"/>
                  <a:pt x="9867900" y="2286000"/>
                </a:cubicBezTo>
                <a:cubicBezTo>
                  <a:pt x="9888855" y="2286000"/>
                  <a:pt x="9906000" y="2303145"/>
                  <a:pt x="9906000" y="2324100"/>
                </a:cubicBezTo>
                <a:close/>
                <a:moveTo>
                  <a:pt x="10363200" y="2324100"/>
                </a:moveTo>
                <a:cubicBezTo>
                  <a:pt x="10363200" y="2345055"/>
                  <a:pt x="10346055" y="2362200"/>
                  <a:pt x="10325100" y="2362200"/>
                </a:cubicBezTo>
                <a:cubicBezTo>
                  <a:pt x="10304145" y="2362200"/>
                  <a:pt x="10287000" y="2345055"/>
                  <a:pt x="10287000" y="2324100"/>
                </a:cubicBezTo>
                <a:cubicBezTo>
                  <a:pt x="10287000" y="2303145"/>
                  <a:pt x="10304145" y="2286000"/>
                  <a:pt x="10325100" y="2286000"/>
                </a:cubicBezTo>
                <a:cubicBezTo>
                  <a:pt x="10346055" y="2286000"/>
                  <a:pt x="10363200" y="2303145"/>
                  <a:pt x="10363200" y="2324100"/>
                </a:cubicBezTo>
                <a:close/>
                <a:moveTo>
                  <a:pt x="10820400" y="2324100"/>
                </a:moveTo>
                <a:cubicBezTo>
                  <a:pt x="10820400" y="2345055"/>
                  <a:pt x="10803255" y="2362200"/>
                  <a:pt x="10782300" y="2362200"/>
                </a:cubicBezTo>
                <a:cubicBezTo>
                  <a:pt x="10761345" y="2362200"/>
                  <a:pt x="10744200" y="2345055"/>
                  <a:pt x="10744200" y="2324100"/>
                </a:cubicBezTo>
                <a:cubicBezTo>
                  <a:pt x="10744200" y="2303145"/>
                  <a:pt x="10761345" y="2286000"/>
                  <a:pt x="10782300" y="2286000"/>
                </a:cubicBezTo>
                <a:cubicBezTo>
                  <a:pt x="10803255" y="2286000"/>
                  <a:pt x="10820400" y="2303145"/>
                  <a:pt x="10820400" y="2324100"/>
                </a:cubicBezTo>
                <a:close/>
                <a:moveTo>
                  <a:pt x="11277600" y="2324100"/>
                </a:moveTo>
                <a:cubicBezTo>
                  <a:pt x="11277600" y="2345055"/>
                  <a:pt x="11260455" y="2362200"/>
                  <a:pt x="11239500" y="2362200"/>
                </a:cubicBezTo>
                <a:cubicBezTo>
                  <a:pt x="11218545" y="2362200"/>
                  <a:pt x="11201400" y="2345055"/>
                  <a:pt x="11201400" y="2324100"/>
                </a:cubicBezTo>
                <a:cubicBezTo>
                  <a:pt x="11201400" y="2303145"/>
                  <a:pt x="11218545" y="2286000"/>
                  <a:pt x="11239500" y="2286000"/>
                </a:cubicBezTo>
                <a:cubicBezTo>
                  <a:pt x="11260455" y="2286000"/>
                  <a:pt x="11277600" y="2303145"/>
                  <a:pt x="11277600" y="2324100"/>
                </a:cubicBezTo>
                <a:close/>
                <a:moveTo>
                  <a:pt x="11734800" y="2324100"/>
                </a:moveTo>
                <a:cubicBezTo>
                  <a:pt x="11734800" y="2345055"/>
                  <a:pt x="11717655" y="2362200"/>
                  <a:pt x="11696700" y="2362200"/>
                </a:cubicBezTo>
                <a:cubicBezTo>
                  <a:pt x="11675745" y="2362200"/>
                  <a:pt x="11658600" y="2345055"/>
                  <a:pt x="11658600" y="2324100"/>
                </a:cubicBezTo>
                <a:cubicBezTo>
                  <a:pt x="11658600" y="2303145"/>
                  <a:pt x="11675745" y="2286000"/>
                  <a:pt x="11696700" y="2286000"/>
                </a:cubicBezTo>
                <a:cubicBezTo>
                  <a:pt x="11717655" y="2286000"/>
                  <a:pt x="11734800" y="2303145"/>
                  <a:pt x="11734800" y="2324100"/>
                </a:cubicBezTo>
                <a:close/>
                <a:moveTo>
                  <a:pt x="76200" y="2781300"/>
                </a:moveTo>
                <a:cubicBezTo>
                  <a:pt x="76200" y="2802255"/>
                  <a:pt x="59055" y="2819400"/>
                  <a:pt x="38100" y="2819400"/>
                </a:cubicBezTo>
                <a:cubicBezTo>
                  <a:pt x="17145" y="2819400"/>
                  <a:pt x="0" y="2802255"/>
                  <a:pt x="0" y="2781300"/>
                </a:cubicBezTo>
                <a:cubicBezTo>
                  <a:pt x="0" y="2760345"/>
                  <a:pt x="17145" y="2743200"/>
                  <a:pt x="38100" y="2743200"/>
                </a:cubicBezTo>
                <a:cubicBezTo>
                  <a:pt x="59055" y="2743200"/>
                  <a:pt x="76200" y="2760345"/>
                  <a:pt x="76200" y="2781300"/>
                </a:cubicBezTo>
                <a:close/>
                <a:moveTo>
                  <a:pt x="533400" y="2781300"/>
                </a:moveTo>
                <a:cubicBezTo>
                  <a:pt x="533400" y="2802255"/>
                  <a:pt x="516255" y="2819400"/>
                  <a:pt x="495300" y="2819400"/>
                </a:cubicBezTo>
                <a:cubicBezTo>
                  <a:pt x="474345" y="2819400"/>
                  <a:pt x="457200" y="2802255"/>
                  <a:pt x="457200" y="2781300"/>
                </a:cubicBezTo>
                <a:cubicBezTo>
                  <a:pt x="457200" y="2760345"/>
                  <a:pt x="474345" y="2743200"/>
                  <a:pt x="495300" y="2743200"/>
                </a:cubicBezTo>
                <a:cubicBezTo>
                  <a:pt x="516255" y="2743200"/>
                  <a:pt x="533400" y="2760345"/>
                  <a:pt x="533400" y="2781300"/>
                </a:cubicBezTo>
                <a:close/>
                <a:moveTo>
                  <a:pt x="990600" y="2781300"/>
                </a:moveTo>
                <a:cubicBezTo>
                  <a:pt x="990600" y="2802255"/>
                  <a:pt x="973455" y="2819400"/>
                  <a:pt x="952500" y="2819400"/>
                </a:cubicBezTo>
                <a:cubicBezTo>
                  <a:pt x="931545" y="2819400"/>
                  <a:pt x="914400" y="2802255"/>
                  <a:pt x="914400" y="2781300"/>
                </a:cubicBezTo>
                <a:cubicBezTo>
                  <a:pt x="914400" y="2760345"/>
                  <a:pt x="931545" y="2743200"/>
                  <a:pt x="952500" y="2743200"/>
                </a:cubicBezTo>
                <a:cubicBezTo>
                  <a:pt x="973455" y="2743200"/>
                  <a:pt x="990600" y="2760345"/>
                  <a:pt x="990600" y="2781300"/>
                </a:cubicBezTo>
                <a:close/>
                <a:moveTo>
                  <a:pt x="1447800" y="2781300"/>
                </a:moveTo>
                <a:cubicBezTo>
                  <a:pt x="1447800" y="2802255"/>
                  <a:pt x="1430655" y="2819400"/>
                  <a:pt x="1409700" y="2819400"/>
                </a:cubicBezTo>
                <a:cubicBezTo>
                  <a:pt x="1388745" y="2819400"/>
                  <a:pt x="1371600" y="2802255"/>
                  <a:pt x="1371600" y="2781300"/>
                </a:cubicBezTo>
                <a:cubicBezTo>
                  <a:pt x="1371600" y="2760345"/>
                  <a:pt x="1388745" y="2743200"/>
                  <a:pt x="1409700" y="2743200"/>
                </a:cubicBezTo>
                <a:cubicBezTo>
                  <a:pt x="1430655" y="2743200"/>
                  <a:pt x="1447800" y="2760345"/>
                  <a:pt x="1447800" y="2781300"/>
                </a:cubicBezTo>
                <a:close/>
                <a:moveTo>
                  <a:pt x="1905000" y="2781300"/>
                </a:moveTo>
                <a:cubicBezTo>
                  <a:pt x="1905000" y="2802255"/>
                  <a:pt x="1887855" y="2819400"/>
                  <a:pt x="1866900" y="2819400"/>
                </a:cubicBezTo>
                <a:cubicBezTo>
                  <a:pt x="1845945" y="2819400"/>
                  <a:pt x="1828800" y="2802255"/>
                  <a:pt x="1828800" y="2781300"/>
                </a:cubicBezTo>
                <a:cubicBezTo>
                  <a:pt x="1828800" y="2760345"/>
                  <a:pt x="1845945" y="2743200"/>
                  <a:pt x="1866900" y="2743200"/>
                </a:cubicBezTo>
                <a:cubicBezTo>
                  <a:pt x="1887855" y="2743200"/>
                  <a:pt x="1905000" y="2760345"/>
                  <a:pt x="1905000" y="2781300"/>
                </a:cubicBezTo>
                <a:close/>
                <a:moveTo>
                  <a:pt x="2362200" y="2781300"/>
                </a:moveTo>
                <a:cubicBezTo>
                  <a:pt x="2362200" y="2802255"/>
                  <a:pt x="2345055" y="2819400"/>
                  <a:pt x="2324100" y="2819400"/>
                </a:cubicBezTo>
                <a:cubicBezTo>
                  <a:pt x="2303145" y="2819400"/>
                  <a:pt x="2286000" y="2802255"/>
                  <a:pt x="2286000" y="2781300"/>
                </a:cubicBezTo>
                <a:cubicBezTo>
                  <a:pt x="2286000" y="2760345"/>
                  <a:pt x="2303145" y="2743200"/>
                  <a:pt x="2324100" y="2743200"/>
                </a:cubicBezTo>
                <a:cubicBezTo>
                  <a:pt x="2345055" y="2743200"/>
                  <a:pt x="2362200" y="2760345"/>
                  <a:pt x="2362200" y="2781300"/>
                </a:cubicBezTo>
                <a:close/>
                <a:moveTo>
                  <a:pt x="2819400" y="2781300"/>
                </a:moveTo>
                <a:cubicBezTo>
                  <a:pt x="2819400" y="2802255"/>
                  <a:pt x="2802255" y="2819400"/>
                  <a:pt x="2781300" y="2819400"/>
                </a:cubicBezTo>
                <a:cubicBezTo>
                  <a:pt x="2760345" y="2819400"/>
                  <a:pt x="2743200" y="2802255"/>
                  <a:pt x="2743200" y="2781300"/>
                </a:cubicBezTo>
                <a:cubicBezTo>
                  <a:pt x="2743200" y="2760345"/>
                  <a:pt x="2760345" y="2743200"/>
                  <a:pt x="2781300" y="2743200"/>
                </a:cubicBezTo>
                <a:cubicBezTo>
                  <a:pt x="2802255" y="2743200"/>
                  <a:pt x="2819400" y="2760345"/>
                  <a:pt x="2819400" y="2781300"/>
                </a:cubicBezTo>
                <a:close/>
                <a:moveTo>
                  <a:pt x="3276600" y="2781300"/>
                </a:moveTo>
                <a:cubicBezTo>
                  <a:pt x="3276600" y="2802255"/>
                  <a:pt x="3259455" y="2819400"/>
                  <a:pt x="3238500" y="2819400"/>
                </a:cubicBezTo>
                <a:cubicBezTo>
                  <a:pt x="3217545" y="2819400"/>
                  <a:pt x="3200400" y="2802255"/>
                  <a:pt x="3200400" y="2781300"/>
                </a:cubicBezTo>
                <a:cubicBezTo>
                  <a:pt x="3200400" y="2760345"/>
                  <a:pt x="3217545" y="2743200"/>
                  <a:pt x="3238500" y="2743200"/>
                </a:cubicBezTo>
                <a:cubicBezTo>
                  <a:pt x="3259455" y="2743200"/>
                  <a:pt x="3276600" y="2760345"/>
                  <a:pt x="3276600" y="2781300"/>
                </a:cubicBezTo>
                <a:close/>
                <a:moveTo>
                  <a:pt x="3733800" y="2781300"/>
                </a:moveTo>
                <a:cubicBezTo>
                  <a:pt x="3733800" y="2802255"/>
                  <a:pt x="3716655" y="2819400"/>
                  <a:pt x="3695700" y="2819400"/>
                </a:cubicBezTo>
                <a:cubicBezTo>
                  <a:pt x="3674745" y="2819400"/>
                  <a:pt x="3657600" y="2802255"/>
                  <a:pt x="3657600" y="2781300"/>
                </a:cubicBezTo>
                <a:cubicBezTo>
                  <a:pt x="3657600" y="2760345"/>
                  <a:pt x="3674745" y="2743200"/>
                  <a:pt x="3695700" y="2743200"/>
                </a:cubicBezTo>
                <a:cubicBezTo>
                  <a:pt x="3716655" y="2743200"/>
                  <a:pt x="3733800" y="2760345"/>
                  <a:pt x="3733800" y="2781300"/>
                </a:cubicBezTo>
                <a:close/>
                <a:moveTo>
                  <a:pt x="4191000" y="2781300"/>
                </a:moveTo>
                <a:cubicBezTo>
                  <a:pt x="4191000" y="2802255"/>
                  <a:pt x="4173855" y="2819400"/>
                  <a:pt x="4152900" y="2819400"/>
                </a:cubicBezTo>
                <a:cubicBezTo>
                  <a:pt x="4131945" y="2819400"/>
                  <a:pt x="4114800" y="2802255"/>
                  <a:pt x="4114800" y="2781300"/>
                </a:cubicBezTo>
                <a:cubicBezTo>
                  <a:pt x="4114800" y="2760345"/>
                  <a:pt x="4131945" y="2743200"/>
                  <a:pt x="4152900" y="2743200"/>
                </a:cubicBezTo>
                <a:cubicBezTo>
                  <a:pt x="4173855" y="2743200"/>
                  <a:pt x="4191000" y="2760345"/>
                  <a:pt x="4191000" y="2781300"/>
                </a:cubicBezTo>
                <a:close/>
                <a:moveTo>
                  <a:pt x="4648200" y="2781300"/>
                </a:moveTo>
                <a:cubicBezTo>
                  <a:pt x="4648200" y="2802255"/>
                  <a:pt x="4631055" y="2819400"/>
                  <a:pt x="4610100" y="2819400"/>
                </a:cubicBezTo>
                <a:cubicBezTo>
                  <a:pt x="4589145" y="2819400"/>
                  <a:pt x="4572000" y="2802255"/>
                  <a:pt x="4572000" y="2781300"/>
                </a:cubicBezTo>
                <a:cubicBezTo>
                  <a:pt x="4572000" y="2760345"/>
                  <a:pt x="4589145" y="2743200"/>
                  <a:pt x="4610100" y="2743200"/>
                </a:cubicBezTo>
                <a:cubicBezTo>
                  <a:pt x="4631055" y="2743200"/>
                  <a:pt x="4648200" y="2760345"/>
                  <a:pt x="4648200" y="2781300"/>
                </a:cubicBezTo>
                <a:close/>
                <a:moveTo>
                  <a:pt x="5105400" y="2781300"/>
                </a:moveTo>
                <a:cubicBezTo>
                  <a:pt x="5105400" y="2802255"/>
                  <a:pt x="5088255" y="2819400"/>
                  <a:pt x="5067300" y="2819400"/>
                </a:cubicBezTo>
                <a:cubicBezTo>
                  <a:pt x="5046345" y="2819400"/>
                  <a:pt x="5029200" y="2802255"/>
                  <a:pt x="5029200" y="2781300"/>
                </a:cubicBezTo>
                <a:cubicBezTo>
                  <a:pt x="5029200" y="2760345"/>
                  <a:pt x="5046345" y="2743200"/>
                  <a:pt x="5067300" y="2743200"/>
                </a:cubicBezTo>
                <a:cubicBezTo>
                  <a:pt x="5088255" y="2743200"/>
                  <a:pt x="5105400" y="2760345"/>
                  <a:pt x="5105400" y="2781300"/>
                </a:cubicBezTo>
                <a:close/>
                <a:moveTo>
                  <a:pt x="5562600" y="2781300"/>
                </a:moveTo>
                <a:cubicBezTo>
                  <a:pt x="5562600" y="2802255"/>
                  <a:pt x="5545455" y="2819400"/>
                  <a:pt x="5524500" y="2819400"/>
                </a:cubicBezTo>
                <a:cubicBezTo>
                  <a:pt x="5503545" y="2819400"/>
                  <a:pt x="5486400" y="2802255"/>
                  <a:pt x="5486400" y="2781300"/>
                </a:cubicBezTo>
                <a:cubicBezTo>
                  <a:pt x="5486400" y="2760345"/>
                  <a:pt x="5503545" y="2743200"/>
                  <a:pt x="5524500" y="2743200"/>
                </a:cubicBezTo>
                <a:cubicBezTo>
                  <a:pt x="5545455" y="2743200"/>
                  <a:pt x="5562600" y="2760345"/>
                  <a:pt x="5562600" y="2781300"/>
                </a:cubicBezTo>
                <a:close/>
                <a:moveTo>
                  <a:pt x="6019800" y="2781300"/>
                </a:moveTo>
                <a:cubicBezTo>
                  <a:pt x="6019800" y="2802255"/>
                  <a:pt x="6002655" y="2819400"/>
                  <a:pt x="5981700" y="2819400"/>
                </a:cubicBezTo>
                <a:cubicBezTo>
                  <a:pt x="5960745" y="2819400"/>
                  <a:pt x="5943600" y="2802255"/>
                  <a:pt x="5943600" y="2781300"/>
                </a:cubicBezTo>
                <a:cubicBezTo>
                  <a:pt x="5943600" y="2760345"/>
                  <a:pt x="5960745" y="2743200"/>
                  <a:pt x="5981700" y="2743200"/>
                </a:cubicBezTo>
                <a:cubicBezTo>
                  <a:pt x="6002655" y="2743200"/>
                  <a:pt x="6019800" y="2760345"/>
                  <a:pt x="6019800" y="2781300"/>
                </a:cubicBezTo>
                <a:close/>
                <a:moveTo>
                  <a:pt x="6477000" y="2781300"/>
                </a:moveTo>
                <a:cubicBezTo>
                  <a:pt x="6477000" y="2802255"/>
                  <a:pt x="6459855" y="2819400"/>
                  <a:pt x="6438900" y="2819400"/>
                </a:cubicBezTo>
                <a:cubicBezTo>
                  <a:pt x="6417945" y="2819400"/>
                  <a:pt x="6400800" y="2802255"/>
                  <a:pt x="6400800" y="2781300"/>
                </a:cubicBezTo>
                <a:cubicBezTo>
                  <a:pt x="6400800" y="2760345"/>
                  <a:pt x="6417945" y="2743200"/>
                  <a:pt x="6438900" y="2743200"/>
                </a:cubicBezTo>
                <a:cubicBezTo>
                  <a:pt x="6459855" y="2743200"/>
                  <a:pt x="6477000" y="2760345"/>
                  <a:pt x="6477000" y="2781300"/>
                </a:cubicBezTo>
                <a:close/>
                <a:moveTo>
                  <a:pt x="6934200" y="2781300"/>
                </a:moveTo>
                <a:cubicBezTo>
                  <a:pt x="6934200" y="2802255"/>
                  <a:pt x="6917055" y="2819400"/>
                  <a:pt x="6896100" y="2819400"/>
                </a:cubicBezTo>
                <a:cubicBezTo>
                  <a:pt x="6875145" y="2819400"/>
                  <a:pt x="6858000" y="2802255"/>
                  <a:pt x="6858000" y="2781300"/>
                </a:cubicBezTo>
                <a:cubicBezTo>
                  <a:pt x="6858000" y="2760345"/>
                  <a:pt x="6875145" y="2743200"/>
                  <a:pt x="6896100" y="2743200"/>
                </a:cubicBezTo>
                <a:cubicBezTo>
                  <a:pt x="6917055" y="2743200"/>
                  <a:pt x="6934200" y="2760345"/>
                  <a:pt x="6934200" y="2781300"/>
                </a:cubicBezTo>
                <a:close/>
                <a:moveTo>
                  <a:pt x="7391400" y="2781300"/>
                </a:moveTo>
                <a:cubicBezTo>
                  <a:pt x="7391400" y="2802255"/>
                  <a:pt x="7374255" y="2819400"/>
                  <a:pt x="7353300" y="2819400"/>
                </a:cubicBezTo>
                <a:cubicBezTo>
                  <a:pt x="7332345" y="2819400"/>
                  <a:pt x="7315200" y="2802255"/>
                  <a:pt x="7315200" y="2781300"/>
                </a:cubicBezTo>
                <a:cubicBezTo>
                  <a:pt x="7315200" y="2760345"/>
                  <a:pt x="7332345" y="2743200"/>
                  <a:pt x="7353300" y="2743200"/>
                </a:cubicBezTo>
                <a:cubicBezTo>
                  <a:pt x="7374255" y="2743200"/>
                  <a:pt x="7391400" y="2760345"/>
                  <a:pt x="7391400" y="2781300"/>
                </a:cubicBezTo>
                <a:close/>
                <a:moveTo>
                  <a:pt x="7848600" y="2781300"/>
                </a:moveTo>
                <a:cubicBezTo>
                  <a:pt x="7848600" y="2802255"/>
                  <a:pt x="7831455" y="2819400"/>
                  <a:pt x="7810500" y="2819400"/>
                </a:cubicBezTo>
                <a:cubicBezTo>
                  <a:pt x="7789545" y="2819400"/>
                  <a:pt x="7772400" y="2802255"/>
                  <a:pt x="7772400" y="2781300"/>
                </a:cubicBezTo>
                <a:cubicBezTo>
                  <a:pt x="7772400" y="2760345"/>
                  <a:pt x="7789545" y="2743200"/>
                  <a:pt x="7810500" y="2743200"/>
                </a:cubicBezTo>
                <a:cubicBezTo>
                  <a:pt x="7831455" y="2743200"/>
                  <a:pt x="7848600" y="2760345"/>
                  <a:pt x="7848600" y="2781300"/>
                </a:cubicBezTo>
                <a:close/>
                <a:moveTo>
                  <a:pt x="8305800" y="2781300"/>
                </a:moveTo>
                <a:cubicBezTo>
                  <a:pt x="8305800" y="2802255"/>
                  <a:pt x="8288655" y="2819400"/>
                  <a:pt x="8267700" y="2819400"/>
                </a:cubicBezTo>
                <a:cubicBezTo>
                  <a:pt x="8246745" y="2819400"/>
                  <a:pt x="8229600" y="2802255"/>
                  <a:pt x="8229600" y="2781300"/>
                </a:cubicBezTo>
                <a:cubicBezTo>
                  <a:pt x="8229600" y="2760345"/>
                  <a:pt x="8246745" y="2743200"/>
                  <a:pt x="8267700" y="2743200"/>
                </a:cubicBezTo>
                <a:cubicBezTo>
                  <a:pt x="8288655" y="2743200"/>
                  <a:pt x="8305800" y="2760345"/>
                  <a:pt x="8305800" y="2781300"/>
                </a:cubicBezTo>
                <a:close/>
                <a:moveTo>
                  <a:pt x="8763000" y="2781300"/>
                </a:moveTo>
                <a:cubicBezTo>
                  <a:pt x="8763000" y="2802255"/>
                  <a:pt x="8745855" y="2819400"/>
                  <a:pt x="8724900" y="2819400"/>
                </a:cubicBezTo>
                <a:cubicBezTo>
                  <a:pt x="8703945" y="2819400"/>
                  <a:pt x="8686800" y="2802255"/>
                  <a:pt x="8686800" y="2781300"/>
                </a:cubicBezTo>
                <a:cubicBezTo>
                  <a:pt x="8686800" y="2760345"/>
                  <a:pt x="8703945" y="2743200"/>
                  <a:pt x="8724900" y="2743200"/>
                </a:cubicBezTo>
                <a:cubicBezTo>
                  <a:pt x="8745855" y="2743200"/>
                  <a:pt x="8763000" y="2760345"/>
                  <a:pt x="8763000" y="2781300"/>
                </a:cubicBezTo>
                <a:close/>
                <a:moveTo>
                  <a:pt x="9220200" y="2781300"/>
                </a:moveTo>
                <a:cubicBezTo>
                  <a:pt x="9220200" y="2802255"/>
                  <a:pt x="9203055" y="2819400"/>
                  <a:pt x="9182100" y="2819400"/>
                </a:cubicBezTo>
                <a:cubicBezTo>
                  <a:pt x="9161145" y="2819400"/>
                  <a:pt x="9144000" y="2802255"/>
                  <a:pt x="9144000" y="2781300"/>
                </a:cubicBezTo>
                <a:cubicBezTo>
                  <a:pt x="9144000" y="2760345"/>
                  <a:pt x="9161145" y="2743200"/>
                  <a:pt x="9182100" y="2743200"/>
                </a:cubicBezTo>
                <a:cubicBezTo>
                  <a:pt x="9203055" y="2743200"/>
                  <a:pt x="9220200" y="2760345"/>
                  <a:pt x="9220200" y="2781300"/>
                </a:cubicBezTo>
                <a:close/>
                <a:moveTo>
                  <a:pt x="9677400" y="2781300"/>
                </a:moveTo>
                <a:cubicBezTo>
                  <a:pt x="9677400" y="2802255"/>
                  <a:pt x="9660255" y="2819400"/>
                  <a:pt x="9639300" y="2819400"/>
                </a:cubicBezTo>
                <a:cubicBezTo>
                  <a:pt x="9618345" y="2819400"/>
                  <a:pt x="9601200" y="2802255"/>
                  <a:pt x="9601200" y="2781300"/>
                </a:cubicBezTo>
                <a:cubicBezTo>
                  <a:pt x="9601200" y="2760345"/>
                  <a:pt x="9618345" y="2743200"/>
                  <a:pt x="9639300" y="2743200"/>
                </a:cubicBezTo>
                <a:cubicBezTo>
                  <a:pt x="9660255" y="2743200"/>
                  <a:pt x="9677400" y="2760345"/>
                  <a:pt x="9677400" y="2781300"/>
                </a:cubicBezTo>
                <a:close/>
                <a:moveTo>
                  <a:pt x="10134600" y="2781300"/>
                </a:moveTo>
                <a:cubicBezTo>
                  <a:pt x="10134600" y="2802255"/>
                  <a:pt x="10117455" y="2819400"/>
                  <a:pt x="10096500" y="2819400"/>
                </a:cubicBezTo>
                <a:cubicBezTo>
                  <a:pt x="10075545" y="2819400"/>
                  <a:pt x="10058400" y="2802255"/>
                  <a:pt x="10058400" y="2781300"/>
                </a:cubicBezTo>
                <a:cubicBezTo>
                  <a:pt x="10058400" y="2760345"/>
                  <a:pt x="10075545" y="2743200"/>
                  <a:pt x="10096500" y="2743200"/>
                </a:cubicBezTo>
                <a:cubicBezTo>
                  <a:pt x="10117455" y="2743200"/>
                  <a:pt x="10134600" y="2760345"/>
                  <a:pt x="10134600" y="2781300"/>
                </a:cubicBezTo>
                <a:close/>
                <a:moveTo>
                  <a:pt x="10591800" y="2781300"/>
                </a:moveTo>
                <a:cubicBezTo>
                  <a:pt x="10591800" y="2802255"/>
                  <a:pt x="10574655" y="2819400"/>
                  <a:pt x="10553700" y="2819400"/>
                </a:cubicBezTo>
                <a:cubicBezTo>
                  <a:pt x="10532745" y="2819400"/>
                  <a:pt x="10515600" y="2802255"/>
                  <a:pt x="10515600" y="2781300"/>
                </a:cubicBezTo>
                <a:cubicBezTo>
                  <a:pt x="10515600" y="2760345"/>
                  <a:pt x="10532745" y="2743200"/>
                  <a:pt x="10553700" y="2743200"/>
                </a:cubicBezTo>
                <a:cubicBezTo>
                  <a:pt x="10574655" y="2743200"/>
                  <a:pt x="10591800" y="2760345"/>
                  <a:pt x="10591800" y="2781300"/>
                </a:cubicBezTo>
                <a:close/>
                <a:moveTo>
                  <a:pt x="11049000" y="2781300"/>
                </a:moveTo>
                <a:cubicBezTo>
                  <a:pt x="11049000" y="2802255"/>
                  <a:pt x="11031855" y="2819400"/>
                  <a:pt x="11010900" y="2819400"/>
                </a:cubicBezTo>
                <a:cubicBezTo>
                  <a:pt x="10989945" y="2819400"/>
                  <a:pt x="10972800" y="2802255"/>
                  <a:pt x="10972800" y="2781300"/>
                </a:cubicBezTo>
                <a:cubicBezTo>
                  <a:pt x="10972800" y="2760345"/>
                  <a:pt x="10989945" y="2743200"/>
                  <a:pt x="11010900" y="2743200"/>
                </a:cubicBezTo>
                <a:cubicBezTo>
                  <a:pt x="11031855" y="2743200"/>
                  <a:pt x="11049000" y="2760345"/>
                  <a:pt x="11049000" y="2781300"/>
                </a:cubicBezTo>
                <a:close/>
                <a:moveTo>
                  <a:pt x="11506200" y="2781300"/>
                </a:moveTo>
                <a:cubicBezTo>
                  <a:pt x="11506200" y="2802255"/>
                  <a:pt x="11489055" y="2819400"/>
                  <a:pt x="11468100" y="2819400"/>
                </a:cubicBezTo>
                <a:cubicBezTo>
                  <a:pt x="11447145" y="2819400"/>
                  <a:pt x="11430000" y="2802255"/>
                  <a:pt x="11430000" y="2781300"/>
                </a:cubicBezTo>
                <a:cubicBezTo>
                  <a:pt x="11430000" y="2760345"/>
                  <a:pt x="11447145" y="2743200"/>
                  <a:pt x="11468100" y="2743200"/>
                </a:cubicBezTo>
                <a:cubicBezTo>
                  <a:pt x="11489055" y="2743200"/>
                  <a:pt x="11506200" y="2760345"/>
                  <a:pt x="11506200" y="2781300"/>
                </a:cubicBezTo>
                <a:close/>
                <a:moveTo>
                  <a:pt x="11963400" y="2781300"/>
                </a:moveTo>
                <a:cubicBezTo>
                  <a:pt x="11963400" y="2802255"/>
                  <a:pt x="11946255" y="2819400"/>
                  <a:pt x="11925300" y="2819400"/>
                </a:cubicBezTo>
                <a:cubicBezTo>
                  <a:pt x="11904345" y="2819400"/>
                  <a:pt x="11887200" y="2802255"/>
                  <a:pt x="11887200" y="2781300"/>
                </a:cubicBezTo>
                <a:cubicBezTo>
                  <a:pt x="11887200" y="2760345"/>
                  <a:pt x="11904345" y="2743200"/>
                  <a:pt x="11925300" y="2743200"/>
                </a:cubicBezTo>
                <a:cubicBezTo>
                  <a:pt x="11946255" y="2743200"/>
                  <a:pt x="11963400" y="2760345"/>
                  <a:pt x="11963400" y="2781300"/>
                </a:cubicBezTo>
                <a:close/>
                <a:moveTo>
                  <a:pt x="304800" y="3238500"/>
                </a:moveTo>
                <a:cubicBezTo>
                  <a:pt x="304800" y="3259455"/>
                  <a:pt x="287655" y="3276600"/>
                  <a:pt x="266700" y="3276600"/>
                </a:cubicBezTo>
                <a:cubicBezTo>
                  <a:pt x="245745" y="3276600"/>
                  <a:pt x="228600" y="3259455"/>
                  <a:pt x="228600" y="3238500"/>
                </a:cubicBezTo>
                <a:cubicBezTo>
                  <a:pt x="228600" y="3217545"/>
                  <a:pt x="245745" y="3200400"/>
                  <a:pt x="266700" y="3200400"/>
                </a:cubicBezTo>
                <a:cubicBezTo>
                  <a:pt x="287655" y="3200400"/>
                  <a:pt x="304800" y="3217545"/>
                  <a:pt x="304800" y="3238500"/>
                </a:cubicBezTo>
                <a:close/>
                <a:moveTo>
                  <a:pt x="762000" y="3238500"/>
                </a:moveTo>
                <a:cubicBezTo>
                  <a:pt x="762000" y="3259455"/>
                  <a:pt x="744855" y="3276600"/>
                  <a:pt x="723900" y="3276600"/>
                </a:cubicBezTo>
                <a:cubicBezTo>
                  <a:pt x="702945" y="3276600"/>
                  <a:pt x="685800" y="3259455"/>
                  <a:pt x="685800" y="3238500"/>
                </a:cubicBezTo>
                <a:cubicBezTo>
                  <a:pt x="685800" y="3217545"/>
                  <a:pt x="702945" y="3200400"/>
                  <a:pt x="723900" y="3200400"/>
                </a:cubicBezTo>
                <a:cubicBezTo>
                  <a:pt x="744855" y="3200400"/>
                  <a:pt x="762000" y="3217545"/>
                  <a:pt x="762000" y="3238500"/>
                </a:cubicBezTo>
                <a:close/>
                <a:moveTo>
                  <a:pt x="1219200" y="3238500"/>
                </a:moveTo>
                <a:cubicBezTo>
                  <a:pt x="1219200" y="3259455"/>
                  <a:pt x="1202055" y="3276600"/>
                  <a:pt x="1181100" y="3276600"/>
                </a:cubicBezTo>
                <a:cubicBezTo>
                  <a:pt x="1160145" y="3276600"/>
                  <a:pt x="1143000" y="3259455"/>
                  <a:pt x="1143000" y="3238500"/>
                </a:cubicBezTo>
                <a:cubicBezTo>
                  <a:pt x="1143000" y="3217545"/>
                  <a:pt x="1160145" y="3200400"/>
                  <a:pt x="1181100" y="3200400"/>
                </a:cubicBezTo>
                <a:cubicBezTo>
                  <a:pt x="1202055" y="3200400"/>
                  <a:pt x="1219200" y="3217545"/>
                  <a:pt x="1219200" y="3238500"/>
                </a:cubicBezTo>
                <a:close/>
                <a:moveTo>
                  <a:pt x="1676400" y="3238500"/>
                </a:moveTo>
                <a:cubicBezTo>
                  <a:pt x="1676400" y="3259455"/>
                  <a:pt x="1659255" y="3276600"/>
                  <a:pt x="1638300" y="3276600"/>
                </a:cubicBezTo>
                <a:cubicBezTo>
                  <a:pt x="1617345" y="3276600"/>
                  <a:pt x="1600200" y="3259455"/>
                  <a:pt x="1600200" y="3238500"/>
                </a:cubicBezTo>
                <a:cubicBezTo>
                  <a:pt x="1600200" y="3217545"/>
                  <a:pt x="1617345" y="3200400"/>
                  <a:pt x="1638300" y="3200400"/>
                </a:cubicBezTo>
                <a:cubicBezTo>
                  <a:pt x="1659255" y="3200400"/>
                  <a:pt x="1676400" y="3217545"/>
                  <a:pt x="1676400" y="3238500"/>
                </a:cubicBezTo>
                <a:close/>
                <a:moveTo>
                  <a:pt x="2133600" y="3238500"/>
                </a:moveTo>
                <a:cubicBezTo>
                  <a:pt x="2133600" y="3259455"/>
                  <a:pt x="2116455" y="3276600"/>
                  <a:pt x="2095500" y="3276600"/>
                </a:cubicBezTo>
                <a:cubicBezTo>
                  <a:pt x="2074545" y="3276600"/>
                  <a:pt x="2057400" y="3259455"/>
                  <a:pt x="2057400" y="3238500"/>
                </a:cubicBezTo>
                <a:cubicBezTo>
                  <a:pt x="2057400" y="3217545"/>
                  <a:pt x="2074545" y="3200400"/>
                  <a:pt x="2095500" y="3200400"/>
                </a:cubicBezTo>
                <a:cubicBezTo>
                  <a:pt x="2116455" y="3200400"/>
                  <a:pt x="2133600" y="3217545"/>
                  <a:pt x="2133600" y="3238500"/>
                </a:cubicBezTo>
                <a:close/>
                <a:moveTo>
                  <a:pt x="2590800" y="3238500"/>
                </a:moveTo>
                <a:cubicBezTo>
                  <a:pt x="2590800" y="3259455"/>
                  <a:pt x="2573655" y="3276600"/>
                  <a:pt x="2552700" y="3276600"/>
                </a:cubicBezTo>
                <a:cubicBezTo>
                  <a:pt x="2531745" y="3276600"/>
                  <a:pt x="2514600" y="3259455"/>
                  <a:pt x="2514600" y="3238500"/>
                </a:cubicBezTo>
                <a:cubicBezTo>
                  <a:pt x="2514600" y="3217545"/>
                  <a:pt x="2531745" y="3200400"/>
                  <a:pt x="2552700" y="3200400"/>
                </a:cubicBezTo>
                <a:cubicBezTo>
                  <a:pt x="2573655" y="3200400"/>
                  <a:pt x="2590800" y="3217545"/>
                  <a:pt x="2590800" y="3238500"/>
                </a:cubicBezTo>
                <a:close/>
                <a:moveTo>
                  <a:pt x="3048000" y="3238500"/>
                </a:moveTo>
                <a:cubicBezTo>
                  <a:pt x="3048000" y="3259455"/>
                  <a:pt x="3030855" y="3276600"/>
                  <a:pt x="3009900" y="3276600"/>
                </a:cubicBezTo>
                <a:cubicBezTo>
                  <a:pt x="2988945" y="3276600"/>
                  <a:pt x="2971800" y="3259455"/>
                  <a:pt x="2971800" y="3238500"/>
                </a:cubicBezTo>
                <a:cubicBezTo>
                  <a:pt x="2971800" y="3217545"/>
                  <a:pt x="2988945" y="3200400"/>
                  <a:pt x="3009900" y="3200400"/>
                </a:cubicBezTo>
                <a:cubicBezTo>
                  <a:pt x="3030855" y="3200400"/>
                  <a:pt x="3048000" y="3217545"/>
                  <a:pt x="3048000" y="3238500"/>
                </a:cubicBezTo>
                <a:close/>
                <a:moveTo>
                  <a:pt x="3505200" y="3238500"/>
                </a:moveTo>
                <a:cubicBezTo>
                  <a:pt x="3505200" y="3259455"/>
                  <a:pt x="3488055" y="3276600"/>
                  <a:pt x="3467100" y="3276600"/>
                </a:cubicBezTo>
                <a:cubicBezTo>
                  <a:pt x="3446145" y="3276600"/>
                  <a:pt x="3429000" y="3259455"/>
                  <a:pt x="3429000" y="3238500"/>
                </a:cubicBezTo>
                <a:cubicBezTo>
                  <a:pt x="3429000" y="3217545"/>
                  <a:pt x="3446145" y="3200400"/>
                  <a:pt x="3467100" y="3200400"/>
                </a:cubicBezTo>
                <a:cubicBezTo>
                  <a:pt x="3488055" y="3200400"/>
                  <a:pt x="3505200" y="3217545"/>
                  <a:pt x="3505200" y="3238500"/>
                </a:cubicBezTo>
                <a:close/>
                <a:moveTo>
                  <a:pt x="3962400" y="3238500"/>
                </a:moveTo>
                <a:cubicBezTo>
                  <a:pt x="3962400" y="3259455"/>
                  <a:pt x="3945255" y="3276600"/>
                  <a:pt x="3924300" y="3276600"/>
                </a:cubicBezTo>
                <a:cubicBezTo>
                  <a:pt x="3903345" y="3276600"/>
                  <a:pt x="3886200" y="3259455"/>
                  <a:pt x="3886200" y="3238500"/>
                </a:cubicBezTo>
                <a:cubicBezTo>
                  <a:pt x="3886200" y="3217545"/>
                  <a:pt x="3903345" y="3200400"/>
                  <a:pt x="3924300" y="3200400"/>
                </a:cubicBezTo>
                <a:cubicBezTo>
                  <a:pt x="3945255" y="3200400"/>
                  <a:pt x="3962400" y="3217545"/>
                  <a:pt x="3962400" y="3238500"/>
                </a:cubicBezTo>
                <a:close/>
                <a:moveTo>
                  <a:pt x="4419600" y="3238500"/>
                </a:moveTo>
                <a:cubicBezTo>
                  <a:pt x="4419600" y="3259455"/>
                  <a:pt x="4402455" y="3276600"/>
                  <a:pt x="4381500" y="3276600"/>
                </a:cubicBezTo>
                <a:cubicBezTo>
                  <a:pt x="4360545" y="3276600"/>
                  <a:pt x="4343400" y="3259455"/>
                  <a:pt x="4343400" y="3238500"/>
                </a:cubicBezTo>
                <a:cubicBezTo>
                  <a:pt x="4343400" y="3217545"/>
                  <a:pt x="4360545" y="3200400"/>
                  <a:pt x="4381500" y="3200400"/>
                </a:cubicBezTo>
                <a:cubicBezTo>
                  <a:pt x="4402455" y="3200400"/>
                  <a:pt x="4419600" y="3217545"/>
                  <a:pt x="4419600" y="3238500"/>
                </a:cubicBezTo>
                <a:close/>
                <a:moveTo>
                  <a:pt x="4876800" y="3238500"/>
                </a:moveTo>
                <a:cubicBezTo>
                  <a:pt x="4876800" y="3259455"/>
                  <a:pt x="4859655" y="3276600"/>
                  <a:pt x="4838700" y="3276600"/>
                </a:cubicBezTo>
                <a:cubicBezTo>
                  <a:pt x="4817745" y="3276600"/>
                  <a:pt x="4800600" y="3259455"/>
                  <a:pt x="4800600" y="3238500"/>
                </a:cubicBezTo>
                <a:cubicBezTo>
                  <a:pt x="4800600" y="3217545"/>
                  <a:pt x="4817745" y="3200400"/>
                  <a:pt x="4838700" y="3200400"/>
                </a:cubicBezTo>
                <a:cubicBezTo>
                  <a:pt x="4859655" y="3200400"/>
                  <a:pt x="4876800" y="3217545"/>
                  <a:pt x="4876800" y="3238500"/>
                </a:cubicBezTo>
                <a:close/>
                <a:moveTo>
                  <a:pt x="5334000" y="3238500"/>
                </a:moveTo>
                <a:cubicBezTo>
                  <a:pt x="5334000" y="3259455"/>
                  <a:pt x="5316855" y="3276600"/>
                  <a:pt x="5295900" y="3276600"/>
                </a:cubicBezTo>
                <a:cubicBezTo>
                  <a:pt x="5274945" y="3276600"/>
                  <a:pt x="5257800" y="3259455"/>
                  <a:pt x="5257800" y="3238500"/>
                </a:cubicBezTo>
                <a:cubicBezTo>
                  <a:pt x="5257800" y="3217545"/>
                  <a:pt x="5274945" y="3200400"/>
                  <a:pt x="5295900" y="3200400"/>
                </a:cubicBezTo>
                <a:cubicBezTo>
                  <a:pt x="5316855" y="3200400"/>
                  <a:pt x="5334000" y="3217545"/>
                  <a:pt x="5334000" y="3238500"/>
                </a:cubicBezTo>
                <a:close/>
                <a:moveTo>
                  <a:pt x="5791200" y="3238500"/>
                </a:moveTo>
                <a:cubicBezTo>
                  <a:pt x="5791200" y="3259455"/>
                  <a:pt x="5774055" y="3276600"/>
                  <a:pt x="5753100" y="3276600"/>
                </a:cubicBezTo>
                <a:cubicBezTo>
                  <a:pt x="5732145" y="3276600"/>
                  <a:pt x="5715000" y="3259455"/>
                  <a:pt x="5715000" y="3238500"/>
                </a:cubicBezTo>
                <a:cubicBezTo>
                  <a:pt x="5715000" y="3217545"/>
                  <a:pt x="5732145" y="3200400"/>
                  <a:pt x="5753100" y="3200400"/>
                </a:cubicBezTo>
                <a:cubicBezTo>
                  <a:pt x="5774055" y="3200400"/>
                  <a:pt x="5791200" y="3217545"/>
                  <a:pt x="5791200" y="3238500"/>
                </a:cubicBezTo>
                <a:close/>
                <a:moveTo>
                  <a:pt x="6248400" y="3238500"/>
                </a:moveTo>
                <a:cubicBezTo>
                  <a:pt x="6248400" y="3259455"/>
                  <a:pt x="6231255" y="3276600"/>
                  <a:pt x="6210300" y="3276600"/>
                </a:cubicBezTo>
                <a:cubicBezTo>
                  <a:pt x="6189345" y="3276600"/>
                  <a:pt x="6172200" y="3259455"/>
                  <a:pt x="6172200" y="3238500"/>
                </a:cubicBezTo>
                <a:cubicBezTo>
                  <a:pt x="6172200" y="3217545"/>
                  <a:pt x="6189345" y="3200400"/>
                  <a:pt x="6210300" y="3200400"/>
                </a:cubicBezTo>
                <a:cubicBezTo>
                  <a:pt x="6231255" y="3200400"/>
                  <a:pt x="6248400" y="3217545"/>
                  <a:pt x="6248400" y="3238500"/>
                </a:cubicBezTo>
                <a:close/>
                <a:moveTo>
                  <a:pt x="6705600" y="3238500"/>
                </a:moveTo>
                <a:cubicBezTo>
                  <a:pt x="6705600" y="3259455"/>
                  <a:pt x="6688455" y="3276600"/>
                  <a:pt x="6667500" y="3276600"/>
                </a:cubicBezTo>
                <a:cubicBezTo>
                  <a:pt x="6646545" y="3276600"/>
                  <a:pt x="6629400" y="3259455"/>
                  <a:pt x="6629400" y="3238500"/>
                </a:cubicBezTo>
                <a:cubicBezTo>
                  <a:pt x="6629400" y="3217545"/>
                  <a:pt x="6646545" y="3200400"/>
                  <a:pt x="6667500" y="3200400"/>
                </a:cubicBezTo>
                <a:cubicBezTo>
                  <a:pt x="6688455" y="3200400"/>
                  <a:pt x="6705600" y="3217545"/>
                  <a:pt x="6705600" y="3238500"/>
                </a:cubicBezTo>
                <a:close/>
                <a:moveTo>
                  <a:pt x="7162800" y="3238500"/>
                </a:moveTo>
                <a:cubicBezTo>
                  <a:pt x="7162800" y="3259455"/>
                  <a:pt x="7145655" y="3276600"/>
                  <a:pt x="7124700" y="3276600"/>
                </a:cubicBezTo>
                <a:cubicBezTo>
                  <a:pt x="7103745" y="3276600"/>
                  <a:pt x="7086600" y="3259455"/>
                  <a:pt x="7086600" y="3238500"/>
                </a:cubicBezTo>
                <a:cubicBezTo>
                  <a:pt x="7086600" y="3217545"/>
                  <a:pt x="7103745" y="3200400"/>
                  <a:pt x="7124700" y="3200400"/>
                </a:cubicBezTo>
                <a:cubicBezTo>
                  <a:pt x="7145655" y="3200400"/>
                  <a:pt x="7162800" y="3217545"/>
                  <a:pt x="7162800" y="3238500"/>
                </a:cubicBezTo>
                <a:close/>
                <a:moveTo>
                  <a:pt x="7620000" y="3238500"/>
                </a:moveTo>
                <a:cubicBezTo>
                  <a:pt x="7620000" y="3259455"/>
                  <a:pt x="7602855" y="3276600"/>
                  <a:pt x="7581900" y="3276600"/>
                </a:cubicBezTo>
                <a:cubicBezTo>
                  <a:pt x="7560945" y="3276600"/>
                  <a:pt x="7543800" y="3259455"/>
                  <a:pt x="7543800" y="3238500"/>
                </a:cubicBezTo>
                <a:cubicBezTo>
                  <a:pt x="7543800" y="3217545"/>
                  <a:pt x="7560945" y="3200400"/>
                  <a:pt x="7581900" y="3200400"/>
                </a:cubicBezTo>
                <a:cubicBezTo>
                  <a:pt x="7602855" y="3200400"/>
                  <a:pt x="7620000" y="3217545"/>
                  <a:pt x="7620000" y="3238500"/>
                </a:cubicBezTo>
                <a:close/>
                <a:moveTo>
                  <a:pt x="8077200" y="3238500"/>
                </a:moveTo>
                <a:cubicBezTo>
                  <a:pt x="8077200" y="3259455"/>
                  <a:pt x="8060055" y="3276600"/>
                  <a:pt x="8039100" y="3276600"/>
                </a:cubicBezTo>
                <a:cubicBezTo>
                  <a:pt x="8018145" y="3276600"/>
                  <a:pt x="8001000" y="3259455"/>
                  <a:pt x="8001000" y="3238500"/>
                </a:cubicBezTo>
                <a:cubicBezTo>
                  <a:pt x="8001000" y="3217545"/>
                  <a:pt x="8018145" y="3200400"/>
                  <a:pt x="8039100" y="3200400"/>
                </a:cubicBezTo>
                <a:cubicBezTo>
                  <a:pt x="8060055" y="3200400"/>
                  <a:pt x="8077200" y="3217545"/>
                  <a:pt x="8077200" y="3238500"/>
                </a:cubicBezTo>
                <a:close/>
                <a:moveTo>
                  <a:pt x="8534400" y="3238500"/>
                </a:moveTo>
                <a:cubicBezTo>
                  <a:pt x="8534400" y="3259455"/>
                  <a:pt x="8517255" y="3276600"/>
                  <a:pt x="8496300" y="3276600"/>
                </a:cubicBezTo>
                <a:cubicBezTo>
                  <a:pt x="8475345" y="3276600"/>
                  <a:pt x="8458200" y="3259455"/>
                  <a:pt x="8458200" y="3238500"/>
                </a:cubicBezTo>
                <a:cubicBezTo>
                  <a:pt x="8458200" y="3217545"/>
                  <a:pt x="8475345" y="3200400"/>
                  <a:pt x="8496300" y="3200400"/>
                </a:cubicBezTo>
                <a:cubicBezTo>
                  <a:pt x="8517255" y="3200400"/>
                  <a:pt x="8534400" y="3217545"/>
                  <a:pt x="8534400" y="3238500"/>
                </a:cubicBezTo>
                <a:close/>
                <a:moveTo>
                  <a:pt x="8991600" y="3238500"/>
                </a:moveTo>
                <a:cubicBezTo>
                  <a:pt x="8991600" y="3259455"/>
                  <a:pt x="8974455" y="3276600"/>
                  <a:pt x="8953500" y="3276600"/>
                </a:cubicBezTo>
                <a:cubicBezTo>
                  <a:pt x="8932545" y="3276600"/>
                  <a:pt x="8915400" y="3259455"/>
                  <a:pt x="8915400" y="3238500"/>
                </a:cubicBezTo>
                <a:cubicBezTo>
                  <a:pt x="8915400" y="3217545"/>
                  <a:pt x="8932545" y="3200400"/>
                  <a:pt x="8953500" y="3200400"/>
                </a:cubicBezTo>
                <a:cubicBezTo>
                  <a:pt x="8974455" y="3200400"/>
                  <a:pt x="8991600" y="3217545"/>
                  <a:pt x="8991600" y="3238500"/>
                </a:cubicBezTo>
                <a:close/>
                <a:moveTo>
                  <a:pt x="9448800" y="3238500"/>
                </a:moveTo>
                <a:cubicBezTo>
                  <a:pt x="9448800" y="3259455"/>
                  <a:pt x="9431655" y="3276600"/>
                  <a:pt x="9410700" y="3276600"/>
                </a:cubicBezTo>
                <a:cubicBezTo>
                  <a:pt x="9389745" y="3276600"/>
                  <a:pt x="9372600" y="3259455"/>
                  <a:pt x="9372600" y="3238500"/>
                </a:cubicBezTo>
                <a:cubicBezTo>
                  <a:pt x="9372600" y="3217545"/>
                  <a:pt x="9389745" y="3200400"/>
                  <a:pt x="9410700" y="3200400"/>
                </a:cubicBezTo>
                <a:cubicBezTo>
                  <a:pt x="9431655" y="3200400"/>
                  <a:pt x="9448800" y="3217545"/>
                  <a:pt x="9448800" y="3238500"/>
                </a:cubicBezTo>
                <a:close/>
                <a:moveTo>
                  <a:pt x="9906000" y="3238500"/>
                </a:moveTo>
                <a:cubicBezTo>
                  <a:pt x="9906000" y="3259455"/>
                  <a:pt x="9888855" y="3276600"/>
                  <a:pt x="9867900" y="3276600"/>
                </a:cubicBezTo>
                <a:cubicBezTo>
                  <a:pt x="9846945" y="3276600"/>
                  <a:pt x="9829800" y="3259455"/>
                  <a:pt x="9829800" y="3238500"/>
                </a:cubicBezTo>
                <a:cubicBezTo>
                  <a:pt x="9829800" y="3217545"/>
                  <a:pt x="9846945" y="3200400"/>
                  <a:pt x="9867900" y="3200400"/>
                </a:cubicBezTo>
                <a:cubicBezTo>
                  <a:pt x="9888855" y="3200400"/>
                  <a:pt x="9906000" y="3217545"/>
                  <a:pt x="9906000" y="3238500"/>
                </a:cubicBezTo>
                <a:close/>
                <a:moveTo>
                  <a:pt x="10363200" y="3238500"/>
                </a:moveTo>
                <a:cubicBezTo>
                  <a:pt x="10363200" y="3259455"/>
                  <a:pt x="10346055" y="3276600"/>
                  <a:pt x="10325100" y="3276600"/>
                </a:cubicBezTo>
                <a:cubicBezTo>
                  <a:pt x="10304145" y="3276600"/>
                  <a:pt x="10287000" y="3259455"/>
                  <a:pt x="10287000" y="3238500"/>
                </a:cubicBezTo>
                <a:cubicBezTo>
                  <a:pt x="10287000" y="3217545"/>
                  <a:pt x="10304145" y="3200400"/>
                  <a:pt x="10325100" y="3200400"/>
                </a:cubicBezTo>
                <a:cubicBezTo>
                  <a:pt x="10346055" y="3200400"/>
                  <a:pt x="10363200" y="3217545"/>
                  <a:pt x="10363200" y="3238500"/>
                </a:cubicBezTo>
                <a:close/>
                <a:moveTo>
                  <a:pt x="10820400" y="3238500"/>
                </a:moveTo>
                <a:cubicBezTo>
                  <a:pt x="10820400" y="3259455"/>
                  <a:pt x="10803255" y="3276600"/>
                  <a:pt x="10782300" y="3276600"/>
                </a:cubicBezTo>
                <a:cubicBezTo>
                  <a:pt x="10761345" y="3276600"/>
                  <a:pt x="10744200" y="3259455"/>
                  <a:pt x="10744200" y="3238500"/>
                </a:cubicBezTo>
                <a:cubicBezTo>
                  <a:pt x="10744200" y="3217545"/>
                  <a:pt x="10761345" y="3200400"/>
                  <a:pt x="10782300" y="3200400"/>
                </a:cubicBezTo>
                <a:cubicBezTo>
                  <a:pt x="10803255" y="3200400"/>
                  <a:pt x="10820400" y="3217545"/>
                  <a:pt x="10820400" y="3238500"/>
                </a:cubicBezTo>
                <a:close/>
                <a:moveTo>
                  <a:pt x="11277600" y="3238500"/>
                </a:moveTo>
                <a:cubicBezTo>
                  <a:pt x="11277600" y="3259455"/>
                  <a:pt x="11260455" y="3276600"/>
                  <a:pt x="11239500" y="3276600"/>
                </a:cubicBezTo>
                <a:cubicBezTo>
                  <a:pt x="11218545" y="3276600"/>
                  <a:pt x="11201400" y="3259455"/>
                  <a:pt x="11201400" y="3238500"/>
                </a:cubicBezTo>
                <a:cubicBezTo>
                  <a:pt x="11201400" y="3217545"/>
                  <a:pt x="11218545" y="3200400"/>
                  <a:pt x="11239500" y="3200400"/>
                </a:cubicBezTo>
                <a:cubicBezTo>
                  <a:pt x="11260455" y="3200400"/>
                  <a:pt x="11277600" y="3217545"/>
                  <a:pt x="11277600" y="3238500"/>
                </a:cubicBezTo>
                <a:close/>
                <a:moveTo>
                  <a:pt x="11734800" y="3238500"/>
                </a:moveTo>
                <a:cubicBezTo>
                  <a:pt x="11734800" y="3259455"/>
                  <a:pt x="11717655" y="3276600"/>
                  <a:pt x="11696700" y="3276600"/>
                </a:cubicBezTo>
                <a:cubicBezTo>
                  <a:pt x="11675745" y="3276600"/>
                  <a:pt x="11658600" y="3259455"/>
                  <a:pt x="11658600" y="3238500"/>
                </a:cubicBezTo>
                <a:cubicBezTo>
                  <a:pt x="11658600" y="3217545"/>
                  <a:pt x="11675745" y="3200400"/>
                  <a:pt x="11696700" y="3200400"/>
                </a:cubicBezTo>
                <a:cubicBezTo>
                  <a:pt x="11717655" y="3200400"/>
                  <a:pt x="11734800" y="3217545"/>
                  <a:pt x="11734800" y="3238500"/>
                </a:cubicBezTo>
                <a:close/>
                <a:moveTo>
                  <a:pt x="76200" y="3695700"/>
                </a:moveTo>
                <a:cubicBezTo>
                  <a:pt x="76200" y="3716655"/>
                  <a:pt x="59055" y="3733800"/>
                  <a:pt x="38100" y="3733800"/>
                </a:cubicBezTo>
                <a:cubicBezTo>
                  <a:pt x="17145" y="3733800"/>
                  <a:pt x="0" y="3716655"/>
                  <a:pt x="0" y="3695700"/>
                </a:cubicBezTo>
                <a:cubicBezTo>
                  <a:pt x="0" y="3674745"/>
                  <a:pt x="17145" y="3657600"/>
                  <a:pt x="38100" y="3657600"/>
                </a:cubicBezTo>
                <a:cubicBezTo>
                  <a:pt x="59055" y="3657600"/>
                  <a:pt x="76200" y="3674745"/>
                  <a:pt x="76200" y="3695700"/>
                </a:cubicBezTo>
                <a:close/>
                <a:moveTo>
                  <a:pt x="533400" y="3695700"/>
                </a:moveTo>
                <a:cubicBezTo>
                  <a:pt x="533400" y="3716655"/>
                  <a:pt x="516255" y="3733800"/>
                  <a:pt x="495300" y="3733800"/>
                </a:cubicBezTo>
                <a:cubicBezTo>
                  <a:pt x="474345" y="3733800"/>
                  <a:pt x="457200" y="3716655"/>
                  <a:pt x="457200" y="3695700"/>
                </a:cubicBezTo>
                <a:cubicBezTo>
                  <a:pt x="457200" y="3674745"/>
                  <a:pt x="474345" y="3657600"/>
                  <a:pt x="495300" y="3657600"/>
                </a:cubicBezTo>
                <a:cubicBezTo>
                  <a:pt x="516255" y="3657600"/>
                  <a:pt x="533400" y="3674745"/>
                  <a:pt x="533400" y="3695700"/>
                </a:cubicBezTo>
                <a:close/>
                <a:moveTo>
                  <a:pt x="990600" y="3695700"/>
                </a:moveTo>
                <a:cubicBezTo>
                  <a:pt x="990600" y="3716655"/>
                  <a:pt x="973455" y="3733800"/>
                  <a:pt x="952500" y="3733800"/>
                </a:cubicBezTo>
                <a:cubicBezTo>
                  <a:pt x="931545" y="3733800"/>
                  <a:pt x="914400" y="3716655"/>
                  <a:pt x="914400" y="3695700"/>
                </a:cubicBezTo>
                <a:cubicBezTo>
                  <a:pt x="914400" y="3674745"/>
                  <a:pt x="931545" y="3657600"/>
                  <a:pt x="952500" y="3657600"/>
                </a:cubicBezTo>
                <a:cubicBezTo>
                  <a:pt x="973455" y="3657600"/>
                  <a:pt x="990600" y="3674745"/>
                  <a:pt x="990600" y="3695700"/>
                </a:cubicBezTo>
                <a:close/>
                <a:moveTo>
                  <a:pt x="1447800" y="3695700"/>
                </a:moveTo>
                <a:cubicBezTo>
                  <a:pt x="1447800" y="3716655"/>
                  <a:pt x="1430655" y="3733800"/>
                  <a:pt x="1409700" y="3733800"/>
                </a:cubicBezTo>
                <a:cubicBezTo>
                  <a:pt x="1388745" y="3733800"/>
                  <a:pt x="1371600" y="3716655"/>
                  <a:pt x="1371600" y="3695700"/>
                </a:cubicBezTo>
                <a:cubicBezTo>
                  <a:pt x="1371600" y="3674745"/>
                  <a:pt x="1388745" y="3657600"/>
                  <a:pt x="1409700" y="3657600"/>
                </a:cubicBezTo>
                <a:cubicBezTo>
                  <a:pt x="1430655" y="3657600"/>
                  <a:pt x="1447800" y="3674745"/>
                  <a:pt x="1447800" y="3695700"/>
                </a:cubicBezTo>
                <a:close/>
                <a:moveTo>
                  <a:pt x="1905000" y="3695700"/>
                </a:moveTo>
                <a:cubicBezTo>
                  <a:pt x="1905000" y="3716655"/>
                  <a:pt x="1887855" y="3733800"/>
                  <a:pt x="1866900" y="3733800"/>
                </a:cubicBezTo>
                <a:cubicBezTo>
                  <a:pt x="1845945" y="3733800"/>
                  <a:pt x="1828800" y="3716655"/>
                  <a:pt x="1828800" y="3695700"/>
                </a:cubicBezTo>
                <a:cubicBezTo>
                  <a:pt x="1828800" y="3674745"/>
                  <a:pt x="1845945" y="3657600"/>
                  <a:pt x="1866900" y="3657600"/>
                </a:cubicBezTo>
                <a:cubicBezTo>
                  <a:pt x="1887855" y="3657600"/>
                  <a:pt x="1905000" y="3674745"/>
                  <a:pt x="1905000" y="3695700"/>
                </a:cubicBezTo>
                <a:close/>
                <a:moveTo>
                  <a:pt x="2362200" y="3695700"/>
                </a:moveTo>
                <a:cubicBezTo>
                  <a:pt x="2362200" y="3716655"/>
                  <a:pt x="2345055" y="3733800"/>
                  <a:pt x="2324100" y="3733800"/>
                </a:cubicBezTo>
                <a:cubicBezTo>
                  <a:pt x="2303145" y="3733800"/>
                  <a:pt x="2286000" y="3716655"/>
                  <a:pt x="2286000" y="3695700"/>
                </a:cubicBezTo>
                <a:cubicBezTo>
                  <a:pt x="2286000" y="3674745"/>
                  <a:pt x="2303145" y="3657600"/>
                  <a:pt x="2324100" y="3657600"/>
                </a:cubicBezTo>
                <a:cubicBezTo>
                  <a:pt x="2345055" y="3657600"/>
                  <a:pt x="2362200" y="3674745"/>
                  <a:pt x="2362200" y="3695700"/>
                </a:cubicBezTo>
                <a:close/>
                <a:moveTo>
                  <a:pt x="2819400" y="3695700"/>
                </a:moveTo>
                <a:cubicBezTo>
                  <a:pt x="2819400" y="3716655"/>
                  <a:pt x="2802255" y="3733800"/>
                  <a:pt x="2781300" y="3733800"/>
                </a:cubicBezTo>
                <a:cubicBezTo>
                  <a:pt x="2760345" y="3733800"/>
                  <a:pt x="2743200" y="3716655"/>
                  <a:pt x="2743200" y="3695700"/>
                </a:cubicBezTo>
                <a:cubicBezTo>
                  <a:pt x="2743200" y="3674745"/>
                  <a:pt x="2760345" y="3657600"/>
                  <a:pt x="2781300" y="3657600"/>
                </a:cubicBezTo>
                <a:cubicBezTo>
                  <a:pt x="2802255" y="3657600"/>
                  <a:pt x="2819400" y="3674745"/>
                  <a:pt x="2819400" y="3695700"/>
                </a:cubicBezTo>
                <a:close/>
                <a:moveTo>
                  <a:pt x="3276600" y="3695700"/>
                </a:moveTo>
                <a:cubicBezTo>
                  <a:pt x="3276600" y="3716655"/>
                  <a:pt x="3259455" y="3733800"/>
                  <a:pt x="3238500" y="3733800"/>
                </a:cubicBezTo>
                <a:cubicBezTo>
                  <a:pt x="3217545" y="3733800"/>
                  <a:pt x="3200400" y="3716655"/>
                  <a:pt x="3200400" y="3695700"/>
                </a:cubicBezTo>
                <a:cubicBezTo>
                  <a:pt x="3200400" y="3674745"/>
                  <a:pt x="3217545" y="3657600"/>
                  <a:pt x="3238500" y="3657600"/>
                </a:cubicBezTo>
                <a:cubicBezTo>
                  <a:pt x="3259455" y="3657600"/>
                  <a:pt x="3276600" y="3674745"/>
                  <a:pt x="3276600" y="3695700"/>
                </a:cubicBezTo>
                <a:close/>
                <a:moveTo>
                  <a:pt x="3733800" y="3695700"/>
                </a:moveTo>
                <a:cubicBezTo>
                  <a:pt x="3733800" y="3716655"/>
                  <a:pt x="3716655" y="3733800"/>
                  <a:pt x="3695700" y="3733800"/>
                </a:cubicBezTo>
                <a:cubicBezTo>
                  <a:pt x="3674745" y="3733800"/>
                  <a:pt x="3657600" y="3716655"/>
                  <a:pt x="3657600" y="3695700"/>
                </a:cubicBezTo>
                <a:cubicBezTo>
                  <a:pt x="3657600" y="3674745"/>
                  <a:pt x="3674745" y="3657600"/>
                  <a:pt x="3695700" y="3657600"/>
                </a:cubicBezTo>
                <a:cubicBezTo>
                  <a:pt x="3716655" y="3657600"/>
                  <a:pt x="3733800" y="3674745"/>
                  <a:pt x="3733800" y="3695700"/>
                </a:cubicBezTo>
                <a:close/>
                <a:moveTo>
                  <a:pt x="4191000" y="3695700"/>
                </a:moveTo>
                <a:cubicBezTo>
                  <a:pt x="4191000" y="3716655"/>
                  <a:pt x="4173855" y="3733800"/>
                  <a:pt x="4152900" y="3733800"/>
                </a:cubicBezTo>
                <a:cubicBezTo>
                  <a:pt x="4131945" y="3733800"/>
                  <a:pt x="4114800" y="3716655"/>
                  <a:pt x="4114800" y="3695700"/>
                </a:cubicBezTo>
                <a:cubicBezTo>
                  <a:pt x="4114800" y="3674745"/>
                  <a:pt x="4131945" y="3657600"/>
                  <a:pt x="4152900" y="3657600"/>
                </a:cubicBezTo>
                <a:cubicBezTo>
                  <a:pt x="4173855" y="3657600"/>
                  <a:pt x="4191000" y="3674745"/>
                  <a:pt x="4191000" y="3695700"/>
                </a:cubicBezTo>
                <a:close/>
                <a:moveTo>
                  <a:pt x="4648200" y="3695700"/>
                </a:moveTo>
                <a:cubicBezTo>
                  <a:pt x="4648200" y="3716655"/>
                  <a:pt x="4631055" y="3733800"/>
                  <a:pt x="4610100" y="3733800"/>
                </a:cubicBezTo>
                <a:cubicBezTo>
                  <a:pt x="4589145" y="3733800"/>
                  <a:pt x="4572000" y="3716655"/>
                  <a:pt x="4572000" y="3695700"/>
                </a:cubicBezTo>
                <a:cubicBezTo>
                  <a:pt x="4572000" y="3674745"/>
                  <a:pt x="4589145" y="3657600"/>
                  <a:pt x="4610100" y="3657600"/>
                </a:cubicBezTo>
                <a:cubicBezTo>
                  <a:pt x="4631055" y="3657600"/>
                  <a:pt x="4648200" y="3674745"/>
                  <a:pt x="4648200" y="3695700"/>
                </a:cubicBezTo>
                <a:close/>
                <a:moveTo>
                  <a:pt x="5105400" y="3695700"/>
                </a:moveTo>
                <a:cubicBezTo>
                  <a:pt x="5105400" y="3716655"/>
                  <a:pt x="5088255" y="3733800"/>
                  <a:pt x="5067300" y="3733800"/>
                </a:cubicBezTo>
                <a:cubicBezTo>
                  <a:pt x="5046345" y="3733800"/>
                  <a:pt x="5029200" y="3716655"/>
                  <a:pt x="5029200" y="3695700"/>
                </a:cubicBezTo>
                <a:cubicBezTo>
                  <a:pt x="5029200" y="3674745"/>
                  <a:pt x="5046345" y="3657600"/>
                  <a:pt x="5067300" y="3657600"/>
                </a:cubicBezTo>
                <a:cubicBezTo>
                  <a:pt x="5088255" y="3657600"/>
                  <a:pt x="5105400" y="3674745"/>
                  <a:pt x="5105400" y="3695700"/>
                </a:cubicBezTo>
                <a:close/>
                <a:moveTo>
                  <a:pt x="5562600" y="3695700"/>
                </a:moveTo>
                <a:cubicBezTo>
                  <a:pt x="5562600" y="3716655"/>
                  <a:pt x="5545455" y="3733800"/>
                  <a:pt x="5524500" y="3733800"/>
                </a:cubicBezTo>
                <a:cubicBezTo>
                  <a:pt x="5503545" y="3733800"/>
                  <a:pt x="5486400" y="3716655"/>
                  <a:pt x="5486400" y="3695700"/>
                </a:cubicBezTo>
                <a:cubicBezTo>
                  <a:pt x="5486400" y="3674745"/>
                  <a:pt x="5503545" y="3657600"/>
                  <a:pt x="5524500" y="3657600"/>
                </a:cubicBezTo>
                <a:cubicBezTo>
                  <a:pt x="5545455" y="3657600"/>
                  <a:pt x="5562600" y="3674745"/>
                  <a:pt x="5562600" y="3695700"/>
                </a:cubicBezTo>
                <a:close/>
                <a:moveTo>
                  <a:pt x="6019800" y="3695700"/>
                </a:moveTo>
                <a:cubicBezTo>
                  <a:pt x="6019800" y="3716655"/>
                  <a:pt x="6002655" y="3733800"/>
                  <a:pt x="5981700" y="3733800"/>
                </a:cubicBezTo>
                <a:cubicBezTo>
                  <a:pt x="5960745" y="3733800"/>
                  <a:pt x="5943600" y="3716655"/>
                  <a:pt x="5943600" y="3695700"/>
                </a:cubicBezTo>
                <a:cubicBezTo>
                  <a:pt x="5943600" y="3674745"/>
                  <a:pt x="5960745" y="3657600"/>
                  <a:pt x="5981700" y="3657600"/>
                </a:cubicBezTo>
                <a:cubicBezTo>
                  <a:pt x="6002655" y="3657600"/>
                  <a:pt x="6019800" y="3674745"/>
                  <a:pt x="6019800" y="3695700"/>
                </a:cubicBezTo>
                <a:close/>
                <a:moveTo>
                  <a:pt x="6477000" y="3695700"/>
                </a:moveTo>
                <a:cubicBezTo>
                  <a:pt x="6477000" y="3716655"/>
                  <a:pt x="6459855" y="3733800"/>
                  <a:pt x="6438900" y="3733800"/>
                </a:cubicBezTo>
                <a:cubicBezTo>
                  <a:pt x="6417945" y="3733800"/>
                  <a:pt x="6400800" y="3716655"/>
                  <a:pt x="6400800" y="3695700"/>
                </a:cubicBezTo>
                <a:cubicBezTo>
                  <a:pt x="6400800" y="3674745"/>
                  <a:pt x="6417945" y="3657600"/>
                  <a:pt x="6438900" y="3657600"/>
                </a:cubicBezTo>
                <a:cubicBezTo>
                  <a:pt x="6459855" y="3657600"/>
                  <a:pt x="6477000" y="3674745"/>
                  <a:pt x="6477000" y="3695700"/>
                </a:cubicBezTo>
                <a:close/>
                <a:moveTo>
                  <a:pt x="6934200" y="3695700"/>
                </a:moveTo>
                <a:cubicBezTo>
                  <a:pt x="6934200" y="3716655"/>
                  <a:pt x="6917055" y="3733800"/>
                  <a:pt x="6896100" y="3733800"/>
                </a:cubicBezTo>
                <a:cubicBezTo>
                  <a:pt x="6875145" y="3733800"/>
                  <a:pt x="6858000" y="3716655"/>
                  <a:pt x="6858000" y="3695700"/>
                </a:cubicBezTo>
                <a:cubicBezTo>
                  <a:pt x="6858000" y="3674745"/>
                  <a:pt x="6875145" y="3657600"/>
                  <a:pt x="6896100" y="3657600"/>
                </a:cubicBezTo>
                <a:cubicBezTo>
                  <a:pt x="6917055" y="3657600"/>
                  <a:pt x="6934200" y="3674745"/>
                  <a:pt x="6934200" y="3695700"/>
                </a:cubicBezTo>
                <a:close/>
                <a:moveTo>
                  <a:pt x="7391400" y="3695700"/>
                </a:moveTo>
                <a:cubicBezTo>
                  <a:pt x="7391400" y="3716655"/>
                  <a:pt x="7374255" y="3733800"/>
                  <a:pt x="7353300" y="3733800"/>
                </a:cubicBezTo>
                <a:cubicBezTo>
                  <a:pt x="7332345" y="3733800"/>
                  <a:pt x="7315200" y="3716655"/>
                  <a:pt x="7315200" y="3695700"/>
                </a:cubicBezTo>
                <a:cubicBezTo>
                  <a:pt x="7315200" y="3674745"/>
                  <a:pt x="7332345" y="3657600"/>
                  <a:pt x="7353300" y="3657600"/>
                </a:cubicBezTo>
                <a:cubicBezTo>
                  <a:pt x="7374255" y="3657600"/>
                  <a:pt x="7391400" y="3674745"/>
                  <a:pt x="7391400" y="3695700"/>
                </a:cubicBezTo>
                <a:close/>
                <a:moveTo>
                  <a:pt x="7848600" y="3695700"/>
                </a:moveTo>
                <a:cubicBezTo>
                  <a:pt x="7848600" y="3716655"/>
                  <a:pt x="7831455" y="3733800"/>
                  <a:pt x="7810500" y="3733800"/>
                </a:cubicBezTo>
                <a:cubicBezTo>
                  <a:pt x="7789545" y="3733800"/>
                  <a:pt x="7772400" y="3716655"/>
                  <a:pt x="7772400" y="3695700"/>
                </a:cubicBezTo>
                <a:cubicBezTo>
                  <a:pt x="7772400" y="3674745"/>
                  <a:pt x="7789545" y="3657600"/>
                  <a:pt x="7810500" y="3657600"/>
                </a:cubicBezTo>
                <a:cubicBezTo>
                  <a:pt x="7831455" y="3657600"/>
                  <a:pt x="7848600" y="3674745"/>
                  <a:pt x="7848600" y="3695700"/>
                </a:cubicBezTo>
                <a:close/>
                <a:moveTo>
                  <a:pt x="8305800" y="3695700"/>
                </a:moveTo>
                <a:cubicBezTo>
                  <a:pt x="8305800" y="3716655"/>
                  <a:pt x="8288655" y="3733800"/>
                  <a:pt x="8267700" y="3733800"/>
                </a:cubicBezTo>
                <a:cubicBezTo>
                  <a:pt x="8246745" y="3733800"/>
                  <a:pt x="8229600" y="3716655"/>
                  <a:pt x="8229600" y="3695700"/>
                </a:cubicBezTo>
                <a:cubicBezTo>
                  <a:pt x="8229600" y="3674745"/>
                  <a:pt x="8246745" y="3657600"/>
                  <a:pt x="8267700" y="3657600"/>
                </a:cubicBezTo>
                <a:cubicBezTo>
                  <a:pt x="8288655" y="3657600"/>
                  <a:pt x="8305800" y="3674745"/>
                  <a:pt x="8305800" y="3695700"/>
                </a:cubicBezTo>
                <a:close/>
                <a:moveTo>
                  <a:pt x="8763000" y="3695700"/>
                </a:moveTo>
                <a:cubicBezTo>
                  <a:pt x="8763000" y="3716655"/>
                  <a:pt x="8745855" y="3733800"/>
                  <a:pt x="8724900" y="3733800"/>
                </a:cubicBezTo>
                <a:cubicBezTo>
                  <a:pt x="8703945" y="3733800"/>
                  <a:pt x="8686800" y="3716655"/>
                  <a:pt x="8686800" y="3695700"/>
                </a:cubicBezTo>
                <a:cubicBezTo>
                  <a:pt x="8686800" y="3674745"/>
                  <a:pt x="8703945" y="3657600"/>
                  <a:pt x="8724900" y="3657600"/>
                </a:cubicBezTo>
                <a:cubicBezTo>
                  <a:pt x="8745855" y="3657600"/>
                  <a:pt x="8763000" y="3674745"/>
                  <a:pt x="8763000" y="3695700"/>
                </a:cubicBezTo>
                <a:close/>
                <a:moveTo>
                  <a:pt x="9220200" y="3695700"/>
                </a:moveTo>
                <a:cubicBezTo>
                  <a:pt x="9220200" y="3716655"/>
                  <a:pt x="9203055" y="3733800"/>
                  <a:pt x="9182100" y="3733800"/>
                </a:cubicBezTo>
                <a:cubicBezTo>
                  <a:pt x="9161145" y="3733800"/>
                  <a:pt x="9144000" y="3716655"/>
                  <a:pt x="9144000" y="3695700"/>
                </a:cubicBezTo>
                <a:cubicBezTo>
                  <a:pt x="9144000" y="3674745"/>
                  <a:pt x="9161145" y="3657600"/>
                  <a:pt x="9182100" y="3657600"/>
                </a:cubicBezTo>
                <a:cubicBezTo>
                  <a:pt x="9203055" y="3657600"/>
                  <a:pt x="9220200" y="3674745"/>
                  <a:pt x="9220200" y="3695700"/>
                </a:cubicBezTo>
                <a:close/>
                <a:moveTo>
                  <a:pt x="9677400" y="3695700"/>
                </a:moveTo>
                <a:cubicBezTo>
                  <a:pt x="9677400" y="3716655"/>
                  <a:pt x="9660255" y="3733800"/>
                  <a:pt x="9639300" y="3733800"/>
                </a:cubicBezTo>
                <a:cubicBezTo>
                  <a:pt x="9618345" y="3733800"/>
                  <a:pt x="9601200" y="3716655"/>
                  <a:pt x="9601200" y="3695700"/>
                </a:cubicBezTo>
                <a:cubicBezTo>
                  <a:pt x="9601200" y="3674745"/>
                  <a:pt x="9618345" y="3657600"/>
                  <a:pt x="9639300" y="3657600"/>
                </a:cubicBezTo>
                <a:cubicBezTo>
                  <a:pt x="9660255" y="3657600"/>
                  <a:pt x="9677400" y="3674745"/>
                  <a:pt x="9677400" y="3695700"/>
                </a:cubicBezTo>
                <a:close/>
                <a:moveTo>
                  <a:pt x="10134600" y="3695700"/>
                </a:moveTo>
                <a:cubicBezTo>
                  <a:pt x="10134600" y="3716655"/>
                  <a:pt x="10117455" y="3733800"/>
                  <a:pt x="10096500" y="3733800"/>
                </a:cubicBezTo>
                <a:cubicBezTo>
                  <a:pt x="10075545" y="3733800"/>
                  <a:pt x="10058400" y="3716655"/>
                  <a:pt x="10058400" y="3695700"/>
                </a:cubicBezTo>
                <a:cubicBezTo>
                  <a:pt x="10058400" y="3674745"/>
                  <a:pt x="10075545" y="3657600"/>
                  <a:pt x="10096500" y="3657600"/>
                </a:cubicBezTo>
                <a:cubicBezTo>
                  <a:pt x="10117455" y="3657600"/>
                  <a:pt x="10134600" y="3674745"/>
                  <a:pt x="10134600" y="3695700"/>
                </a:cubicBezTo>
                <a:close/>
                <a:moveTo>
                  <a:pt x="10591800" y="3695700"/>
                </a:moveTo>
                <a:cubicBezTo>
                  <a:pt x="10591800" y="3716655"/>
                  <a:pt x="10574655" y="3733800"/>
                  <a:pt x="10553700" y="3733800"/>
                </a:cubicBezTo>
                <a:cubicBezTo>
                  <a:pt x="10532745" y="3733800"/>
                  <a:pt x="10515600" y="3716655"/>
                  <a:pt x="10515600" y="3695700"/>
                </a:cubicBezTo>
                <a:cubicBezTo>
                  <a:pt x="10515600" y="3674745"/>
                  <a:pt x="10532745" y="3657600"/>
                  <a:pt x="10553700" y="3657600"/>
                </a:cubicBezTo>
                <a:cubicBezTo>
                  <a:pt x="10574655" y="3657600"/>
                  <a:pt x="10591800" y="3674745"/>
                  <a:pt x="10591800" y="3695700"/>
                </a:cubicBezTo>
                <a:close/>
                <a:moveTo>
                  <a:pt x="11049000" y="3695700"/>
                </a:moveTo>
                <a:cubicBezTo>
                  <a:pt x="11049000" y="3716655"/>
                  <a:pt x="11031855" y="3733800"/>
                  <a:pt x="11010900" y="3733800"/>
                </a:cubicBezTo>
                <a:cubicBezTo>
                  <a:pt x="10989945" y="3733800"/>
                  <a:pt x="10972800" y="3716655"/>
                  <a:pt x="10972800" y="3695700"/>
                </a:cubicBezTo>
                <a:cubicBezTo>
                  <a:pt x="10972800" y="3674745"/>
                  <a:pt x="10989945" y="3657600"/>
                  <a:pt x="11010900" y="3657600"/>
                </a:cubicBezTo>
                <a:cubicBezTo>
                  <a:pt x="11031855" y="3657600"/>
                  <a:pt x="11049000" y="3674745"/>
                  <a:pt x="11049000" y="3695700"/>
                </a:cubicBezTo>
                <a:close/>
                <a:moveTo>
                  <a:pt x="11506200" y="3695700"/>
                </a:moveTo>
                <a:cubicBezTo>
                  <a:pt x="11506200" y="3716655"/>
                  <a:pt x="11489055" y="3733800"/>
                  <a:pt x="11468100" y="3733800"/>
                </a:cubicBezTo>
                <a:cubicBezTo>
                  <a:pt x="11447145" y="3733800"/>
                  <a:pt x="11430000" y="3716655"/>
                  <a:pt x="11430000" y="3695700"/>
                </a:cubicBezTo>
                <a:cubicBezTo>
                  <a:pt x="11430000" y="3674745"/>
                  <a:pt x="11447145" y="3657600"/>
                  <a:pt x="11468100" y="3657600"/>
                </a:cubicBezTo>
                <a:cubicBezTo>
                  <a:pt x="11489055" y="3657600"/>
                  <a:pt x="11506200" y="3674745"/>
                  <a:pt x="11506200" y="3695700"/>
                </a:cubicBezTo>
                <a:close/>
                <a:moveTo>
                  <a:pt x="11963400" y="3695700"/>
                </a:moveTo>
                <a:cubicBezTo>
                  <a:pt x="11963400" y="3716655"/>
                  <a:pt x="11946255" y="3733800"/>
                  <a:pt x="11925300" y="3733800"/>
                </a:cubicBezTo>
                <a:cubicBezTo>
                  <a:pt x="11904345" y="3733800"/>
                  <a:pt x="11887200" y="3716655"/>
                  <a:pt x="11887200" y="3695700"/>
                </a:cubicBezTo>
                <a:cubicBezTo>
                  <a:pt x="11887200" y="3674745"/>
                  <a:pt x="11904345" y="3657600"/>
                  <a:pt x="11925300" y="3657600"/>
                </a:cubicBezTo>
                <a:cubicBezTo>
                  <a:pt x="11946255" y="3657600"/>
                  <a:pt x="11963400" y="3674745"/>
                  <a:pt x="11963400" y="3695700"/>
                </a:cubicBezTo>
                <a:close/>
                <a:moveTo>
                  <a:pt x="304800" y="4152900"/>
                </a:moveTo>
                <a:cubicBezTo>
                  <a:pt x="304800" y="4173855"/>
                  <a:pt x="287655" y="4191000"/>
                  <a:pt x="266700" y="4191000"/>
                </a:cubicBezTo>
                <a:cubicBezTo>
                  <a:pt x="245745" y="4191000"/>
                  <a:pt x="228600" y="4173855"/>
                  <a:pt x="228600" y="4152900"/>
                </a:cubicBezTo>
                <a:cubicBezTo>
                  <a:pt x="228600" y="4131945"/>
                  <a:pt x="245745" y="4114800"/>
                  <a:pt x="266700" y="4114800"/>
                </a:cubicBezTo>
                <a:cubicBezTo>
                  <a:pt x="287655" y="4114800"/>
                  <a:pt x="304800" y="4131945"/>
                  <a:pt x="304800" y="4152900"/>
                </a:cubicBezTo>
                <a:close/>
                <a:moveTo>
                  <a:pt x="762000" y="4152900"/>
                </a:moveTo>
                <a:cubicBezTo>
                  <a:pt x="762000" y="4173855"/>
                  <a:pt x="744855" y="4191000"/>
                  <a:pt x="723900" y="4191000"/>
                </a:cubicBezTo>
                <a:cubicBezTo>
                  <a:pt x="702945" y="4191000"/>
                  <a:pt x="685800" y="4173855"/>
                  <a:pt x="685800" y="4152900"/>
                </a:cubicBezTo>
                <a:cubicBezTo>
                  <a:pt x="685800" y="4131945"/>
                  <a:pt x="702945" y="4114800"/>
                  <a:pt x="723900" y="4114800"/>
                </a:cubicBezTo>
                <a:cubicBezTo>
                  <a:pt x="744855" y="4114800"/>
                  <a:pt x="762000" y="4131945"/>
                  <a:pt x="762000" y="4152900"/>
                </a:cubicBezTo>
                <a:close/>
                <a:moveTo>
                  <a:pt x="1219200" y="4152900"/>
                </a:moveTo>
                <a:cubicBezTo>
                  <a:pt x="1219200" y="4173855"/>
                  <a:pt x="1202055" y="4191000"/>
                  <a:pt x="1181100" y="4191000"/>
                </a:cubicBezTo>
                <a:cubicBezTo>
                  <a:pt x="1160145" y="4191000"/>
                  <a:pt x="1143000" y="4173855"/>
                  <a:pt x="1143000" y="4152900"/>
                </a:cubicBezTo>
                <a:cubicBezTo>
                  <a:pt x="1143000" y="4131945"/>
                  <a:pt x="1160145" y="4114800"/>
                  <a:pt x="1181100" y="4114800"/>
                </a:cubicBezTo>
                <a:cubicBezTo>
                  <a:pt x="1202055" y="4114800"/>
                  <a:pt x="1219200" y="4131945"/>
                  <a:pt x="1219200" y="4152900"/>
                </a:cubicBezTo>
                <a:close/>
                <a:moveTo>
                  <a:pt x="1676400" y="4152900"/>
                </a:moveTo>
                <a:cubicBezTo>
                  <a:pt x="1676400" y="4173855"/>
                  <a:pt x="1659255" y="4191000"/>
                  <a:pt x="1638300" y="4191000"/>
                </a:cubicBezTo>
                <a:cubicBezTo>
                  <a:pt x="1617345" y="4191000"/>
                  <a:pt x="1600200" y="4173855"/>
                  <a:pt x="1600200" y="4152900"/>
                </a:cubicBezTo>
                <a:cubicBezTo>
                  <a:pt x="1600200" y="4131945"/>
                  <a:pt x="1617345" y="4114800"/>
                  <a:pt x="1638300" y="4114800"/>
                </a:cubicBezTo>
                <a:cubicBezTo>
                  <a:pt x="1659255" y="4114800"/>
                  <a:pt x="1676400" y="4131945"/>
                  <a:pt x="1676400" y="4152900"/>
                </a:cubicBezTo>
                <a:close/>
                <a:moveTo>
                  <a:pt x="2133600" y="4152900"/>
                </a:moveTo>
                <a:cubicBezTo>
                  <a:pt x="2133600" y="4173855"/>
                  <a:pt x="2116455" y="4191000"/>
                  <a:pt x="2095500" y="4191000"/>
                </a:cubicBezTo>
                <a:cubicBezTo>
                  <a:pt x="2074545" y="4191000"/>
                  <a:pt x="2057400" y="4173855"/>
                  <a:pt x="2057400" y="4152900"/>
                </a:cubicBezTo>
                <a:cubicBezTo>
                  <a:pt x="2057400" y="4131945"/>
                  <a:pt x="2074545" y="4114800"/>
                  <a:pt x="2095500" y="4114800"/>
                </a:cubicBezTo>
                <a:cubicBezTo>
                  <a:pt x="2116455" y="4114800"/>
                  <a:pt x="2133600" y="4131945"/>
                  <a:pt x="2133600" y="4152900"/>
                </a:cubicBezTo>
                <a:close/>
                <a:moveTo>
                  <a:pt x="2590800" y="4152900"/>
                </a:moveTo>
                <a:cubicBezTo>
                  <a:pt x="2590800" y="4173855"/>
                  <a:pt x="2573655" y="4191000"/>
                  <a:pt x="2552700" y="4191000"/>
                </a:cubicBezTo>
                <a:cubicBezTo>
                  <a:pt x="2531745" y="4191000"/>
                  <a:pt x="2514600" y="4173855"/>
                  <a:pt x="2514600" y="4152900"/>
                </a:cubicBezTo>
                <a:cubicBezTo>
                  <a:pt x="2514600" y="4131945"/>
                  <a:pt x="2531745" y="4114800"/>
                  <a:pt x="2552700" y="4114800"/>
                </a:cubicBezTo>
                <a:cubicBezTo>
                  <a:pt x="2573655" y="4114800"/>
                  <a:pt x="2590800" y="4131945"/>
                  <a:pt x="2590800" y="4152900"/>
                </a:cubicBezTo>
                <a:close/>
                <a:moveTo>
                  <a:pt x="3048000" y="4152900"/>
                </a:moveTo>
                <a:cubicBezTo>
                  <a:pt x="3048000" y="4173855"/>
                  <a:pt x="3030855" y="4191000"/>
                  <a:pt x="3009900" y="4191000"/>
                </a:cubicBezTo>
                <a:cubicBezTo>
                  <a:pt x="2988945" y="4191000"/>
                  <a:pt x="2971800" y="4173855"/>
                  <a:pt x="2971800" y="4152900"/>
                </a:cubicBezTo>
                <a:cubicBezTo>
                  <a:pt x="2971800" y="4131945"/>
                  <a:pt x="2988945" y="4114800"/>
                  <a:pt x="3009900" y="4114800"/>
                </a:cubicBezTo>
                <a:cubicBezTo>
                  <a:pt x="3030855" y="4114800"/>
                  <a:pt x="3048000" y="4131945"/>
                  <a:pt x="3048000" y="4152900"/>
                </a:cubicBezTo>
                <a:close/>
                <a:moveTo>
                  <a:pt x="3505200" y="4152900"/>
                </a:moveTo>
                <a:cubicBezTo>
                  <a:pt x="3505200" y="4173855"/>
                  <a:pt x="3488055" y="4191000"/>
                  <a:pt x="3467100" y="4191000"/>
                </a:cubicBezTo>
                <a:cubicBezTo>
                  <a:pt x="3446145" y="4191000"/>
                  <a:pt x="3429000" y="4173855"/>
                  <a:pt x="3429000" y="4152900"/>
                </a:cubicBezTo>
                <a:cubicBezTo>
                  <a:pt x="3429000" y="4131945"/>
                  <a:pt x="3446145" y="4114800"/>
                  <a:pt x="3467100" y="4114800"/>
                </a:cubicBezTo>
                <a:cubicBezTo>
                  <a:pt x="3488055" y="4114800"/>
                  <a:pt x="3505200" y="4131945"/>
                  <a:pt x="3505200" y="4152900"/>
                </a:cubicBezTo>
                <a:close/>
                <a:moveTo>
                  <a:pt x="3962400" y="4152900"/>
                </a:moveTo>
                <a:cubicBezTo>
                  <a:pt x="3962400" y="4173855"/>
                  <a:pt x="3945255" y="4191000"/>
                  <a:pt x="3924300" y="4191000"/>
                </a:cubicBezTo>
                <a:cubicBezTo>
                  <a:pt x="3903345" y="4191000"/>
                  <a:pt x="3886200" y="4173855"/>
                  <a:pt x="3886200" y="4152900"/>
                </a:cubicBezTo>
                <a:cubicBezTo>
                  <a:pt x="3886200" y="4131945"/>
                  <a:pt x="3903345" y="4114800"/>
                  <a:pt x="3924300" y="4114800"/>
                </a:cubicBezTo>
                <a:cubicBezTo>
                  <a:pt x="3945255" y="4114800"/>
                  <a:pt x="3962400" y="4131945"/>
                  <a:pt x="3962400" y="4152900"/>
                </a:cubicBezTo>
                <a:close/>
                <a:moveTo>
                  <a:pt x="4419600" y="4152900"/>
                </a:moveTo>
                <a:cubicBezTo>
                  <a:pt x="4419600" y="4173855"/>
                  <a:pt x="4402455" y="4191000"/>
                  <a:pt x="4381500" y="4191000"/>
                </a:cubicBezTo>
                <a:cubicBezTo>
                  <a:pt x="4360545" y="4191000"/>
                  <a:pt x="4343400" y="4173855"/>
                  <a:pt x="4343400" y="4152900"/>
                </a:cubicBezTo>
                <a:cubicBezTo>
                  <a:pt x="4343400" y="4131945"/>
                  <a:pt x="4360545" y="4114800"/>
                  <a:pt x="4381500" y="4114800"/>
                </a:cubicBezTo>
                <a:cubicBezTo>
                  <a:pt x="4402455" y="4114800"/>
                  <a:pt x="4419600" y="4131945"/>
                  <a:pt x="4419600" y="4152900"/>
                </a:cubicBezTo>
                <a:close/>
                <a:moveTo>
                  <a:pt x="4876800" y="4152900"/>
                </a:moveTo>
                <a:cubicBezTo>
                  <a:pt x="4876800" y="4173855"/>
                  <a:pt x="4859655" y="4191000"/>
                  <a:pt x="4838700" y="4191000"/>
                </a:cubicBezTo>
                <a:cubicBezTo>
                  <a:pt x="4817745" y="4191000"/>
                  <a:pt x="4800600" y="4173855"/>
                  <a:pt x="4800600" y="4152900"/>
                </a:cubicBezTo>
                <a:cubicBezTo>
                  <a:pt x="4800600" y="4131945"/>
                  <a:pt x="4817745" y="4114800"/>
                  <a:pt x="4838700" y="4114800"/>
                </a:cubicBezTo>
                <a:cubicBezTo>
                  <a:pt x="4859655" y="4114800"/>
                  <a:pt x="4876800" y="4131945"/>
                  <a:pt x="4876800" y="4152900"/>
                </a:cubicBezTo>
                <a:close/>
                <a:moveTo>
                  <a:pt x="5334000" y="4152900"/>
                </a:moveTo>
                <a:cubicBezTo>
                  <a:pt x="5334000" y="4173855"/>
                  <a:pt x="5316855" y="4191000"/>
                  <a:pt x="5295900" y="4191000"/>
                </a:cubicBezTo>
                <a:cubicBezTo>
                  <a:pt x="5274945" y="4191000"/>
                  <a:pt x="5257800" y="4173855"/>
                  <a:pt x="5257800" y="4152900"/>
                </a:cubicBezTo>
                <a:cubicBezTo>
                  <a:pt x="5257800" y="4131945"/>
                  <a:pt x="5274945" y="4114800"/>
                  <a:pt x="5295900" y="4114800"/>
                </a:cubicBezTo>
                <a:cubicBezTo>
                  <a:pt x="5316855" y="4114800"/>
                  <a:pt x="5334000" y="4131945"/>
                  <a:pt x="5334000" y="4152900"/>
                </a:cubicBezTo>
                <a:close/>
                <a:moveTo>
                  <a:pt x="5791200" y="4152900"/>
                </a:moveTo>
                <a:cubicBezTo>
                  <a:pt x="5791200" y="4173855"/>
                  <a:pt x="5774055" y="4191000"/>
                  <a:pt x="5753100" y="4191000"/>
                </a:cubicBezTo>
                <a:cubicBezTo>
                  <a:pt x="5732145" y="4191000"/>
                  <a:pt x="5715000" y="4173855"/>
                  <a:pt x="5715000" y="4152900"/>
                </a:cubicBezTo>
                <a:cubicBezTo>
                  <a:pt x="5715000" y="4131945"/>
                  <a:pt x="5732145" y="4114800"/>
                  <a:pt x="5753100" y="4114800"/>
                </a:cubicBezTo>
                <a:cubicBezTo>
                  <a:pt x="5774055" y="4114800"/>
                  <a:pt x="5791200" y="4131945"/>
                  <a:pt x="5791200" y="4152900"/>
                </a:cubicBezTo>
                <a:close/>
                <a:moveTo>
                  <a:pt x="6248400" y="4152900"/>
                </a:moveTo>
                <a:cubicBezTo>
                  <a:pt x="6248400" y="4173855"/>
                  <a:pt x="6231255" y="4191000"/>
                  <a:pt x="6210300" y="4191000"/>
                </a:cubicBezTo>
                <a:cubicBezTo>
                  <a:pt x="6189345" y="4191000"/>
                  <a:pt x="6172200" y="4173855"/>
                  <a:pt x="6172200" y="4152900"/>
                </a:cubicBezTo>
                <a:cubicBezTo>
                  <a:pt x="6172200" y="4131945"/>
                  <a:pt x="6189345" y="4114800"/>
                  <a:pt x="6210300" y="4114800"/>
                </a:cubicBezTo>
                <a:cubicBezTo>
                  <a:pt x="6231255" y="4114800"/>
                  <a:pt x="6248400" y="4131945"/>
                  <a:pt x="6248400" y="4152900"/>
                </a:cubicBezTo>
                <a:close/>
                <a:moveTo>
                  <a:pt x="6705600" y="4152900"/>
                </a:moveTo>
                <a:cubicBezTo>
                  <a:pt x="6705600" y="4173855"/>
                  <a:pt x="6688455" y="4191000"/>
                  <a:pt x="6667500" y="4191000"/>
                </a:cubicBezTo>
                <a:cubicBezTo>
                  <a:pt x="6646545" y="4191000"/>
                  <a:pt x="6629400" y="4173855"/>
                  <a:pt x="6629400" y="4152900"/>
                </a:cubicBezTo>
                <a:cubicBezTo>
                  <a:pt x="6629400" y="4131945"/>
                  <a:pt x="6646545" y="4114800"/>
                  <a:pt x="6667500" y="4114800"/>
                </a:cubicBezTo>
                <a:cubicBezTo>
                  <a:pt x="6688455" y="4114800"/>
                  <a:pt x="6705600" y="4131945"/>
                  <a:pt x="6705600" y="4152900"/>
                </a:cubicBezTo>
                <a:close/>
                <a:moveTo>
                  <a:pt x="7162800" y="4152900"/>
                </a:moveTo>
                <a:cubicBezTo>
                  <a:pt x="7162800" y="4173855"/>
                  <a:pt x="7145655" y="4191000"/>
                  <a:pt x="7124700" y="4191000"/>
                </a:cubicBezTo>
                <a:cubicBezTo>
                  <a:pt x="7103745" y="4191000"/>
                  <a:pt x="7086600" y="4173855"/>
                  <a:pt x="7086600" y="4152900"/>
                </a:cubicBezTo>
                <a:cubicBezTo>
                  <a:pt x="7086600" y="4131945"/>
                  <a:pt x="7103745" y="4114800"/>
                  <a:pt x="7124700" y="4114800"/>
                </a:cubicBezTo>
                <a:cubicBezTo>
                  <a:pt x="7145655" y="4114800"/>
                  <a:pt x="7162800" y="4131945"/>
                  <a:pt x="7162800" y="4152900"/>
                </a:cubicBezTo>
                <a:close/>
                <a:moveTo>
                  <a:pt x="7620000" y="4152900"/>
                </a:moveTo>
                <a:cubicBezTo>
                  <a:pt x="7620000" y="4173855"/>
                  <a:pt x="7602855" y="4191000"/>
                  <a:pt x="7581900" y="4191000"/>
                </a:cubicBezTo>
                <a:cubicBezTo>
                  <a:pt x="7560945" y="4191000"/>
                  <a:pt x="7543800" y="4173855"/>
                  <a:pt x="7543800" y="4152900"/>
                </a:cubicBezTo>
                <a:cubicBezTo>
                  <a:pt x="7543800" y="4131945"/>
                  <a:pt x="7560945" y="4114800"/>
                  <a:pt x="7581900" y="4114800"/>
                </a:cubicBezTo>
                <a:cubicBezTo>
                  <a:pt x="7602855" y="4114800"/>
                  <a:pt x="7620000" y="4131945"/>
                  <a:pt x="7620000" y="4152900"/>
                </a:cubicBezTo>
                <a:close/>
                <a:moveTo>
                  <a:pt x="8077200" y="4152900"/>
                </a:moveTo>
                <a:cubicBezTo>
                  <a:pt x="8077200" y="4173855"/>
                  <a:pt x="8060055" y="4191000"/>
                  <a:pt x="8039100" y="4191000"/>
                </a:cubicBezTo>
                <a:cubicBezTo>
                  <a:pt x="8018145" y="4191000"/>
                  <a:pt x="8001000" y="4173855"/>
                  <a:pt x="8001000" y="4152900"/>
                </a:cubicBezTo>
                <a:cubicBezTo>
                  <a:pt x="8001000" y="4131945"/>
                  <a:pt x="8018145" y="4114800"/>
                  <a:pt x="8039100" y="4114800"/>
                </a:cubicBezTo>
                <a:cubicBezTo>
                  <a:pt x="8060055" y="4114800"/>
                  <a:pt x="8077200" y="4131945"/>
                  <a:pt x="8077200" y="4152900"/>
                </a:cubicBezTo>
                <a:close/>
                <a:moveTo>
                  <a:pt x="8534400" y="4152900"/>
                </a:moveTo>
                <a:cubicBezTo>
                  <a:pt x="8534400" y="4173855"/>
                  <a:pt x="8517255" y="4191000"/>
                  <a:pt x="8496300" y="4191000"/>
                </a:cubicBezTo>
                <a:cubicBezTo>
                  <a:pt x="8475345" y="4191000"/>
                  <a:pt x="8458200" y="4173855"/>
                  <a:pt x="8458200" y="4152900"/>
                </a:cubicBezTo>
                <a:cubicBezTo>
                  <a:pt x="8458200" y="4131945"/>
                  <a:pt x="8475345" y="4114800"/>
                  <a:pt x="8496300" y="4114800"/>
                </a:cubicBezTo>
                <a:cubicBezTo>
                  <a:pt x="8517255" y="4114800"/>
                  <a:pt x="8534400" y="4131945"/>
                  <a:pt x="8534400" y="4152900"/>
                </a:cubicBezTo>
                <a:close/>
                <a:moveTo>
                  <a:pt x="8991600" y="4152900"/>
                </a:moveTo>
                <a:cubicBezTo>
                  <a:pt x="8991600" y="4173855"/>
                  <a:pt x="8974455" y="4191000"/>
                  <a:pt x="8953500" y="4191000"/>
                </a:cubicBezTo>
                <a:cubicBezTo>
                  <a:pt x="8932545" y="4191000"/>
                  <a:pt x="8915400" y="4173855"/>
                  <a:pt x="8915400" y="4152900"/>
                </a:cubicBezTo>
                <a:cubicBezTo>
                  <a:pt x="8915400" y="4131945"/>
                  <a:pt x="8932545" y="4114800"/>
                  <a:pt x="8953500" y="4114800"/>
                </a:cubicBezTo>
                <a:cubicBezTo>
                  <a:pt x="8974455" y="4114800"/>
                  <a:pt x="8991600" y="4131945"/>
                  <a:pt x="8991600" y="4152900"/>
                </a:cubicBezTo>
                <a:close/>
                <a:moveTo>
                  <a:pt x="9448800" y="4152900"/>
                </a:moveTo>
                <a:cubicBezTo>
                  <a:pt x="9448800" y="4173855"/>
                  <a:pt x="9431655" y="4191000"/>
                  <a:pt x="9410700" y="4191000"/>
                </a:cubicBezTo>
                <a:cubicBezTo>
                  <a:pt x="9389745" y="4191000"/>
                  <a:pt x="9372600" y="4173855"/>
                  <a:pt x="9372600" y="4152900"/>
                </a:cubicBezTo>
                <a:cubicBezTo>
                  <a:pt x="9372600" y="4131945"/>
                  <a:pt x="9389745" y="4114800"/>
                  <a:pt x="9410700" y="4114800"/>
                </a:cubicBezTo>
                <a:cubicBezTo>
                  <a:pt x="9431655" y="4114800"/>
                  <a:pt x="9448800" y="4131945"/>
                  <a:pt x="9448800" y="4152900"/>
                </a:cubicBezTo>
                <a:close/>
                <a:moveTo>
                  <a:pt x="9906000" y="4152900"/>
                </a:moveTo>
                <a:cubicBezTo>
                  <a:pt x="9906000" y="4173855"/>
                  <a:pt x="9888855" y="4191000"/>
                  <a:pt x="9867900" y="4191000"/>
                </a:cubicBezTo>
                <a:cubicBezTo>
                  <a:pt x="9846945" y="4191000"/>
                  <a:pt x="9829800" y="4173855"/>
                  <a:pt x="9829800" y="4152900"/>
                </a:cubicBezTo>
                <a:cubicBezTo>
                  <a:pt x="9829800" y="4131945"/>
                  <a:pt x="9846945" y="4114800"/>
                  <a:pt x="9867900" y="4114800"/>
                </a:cubicBezTo>
                <a:cubicBezTo>
                  <a:pt x="9888855" y="4114800"/>
                  <a:pt x="9906000" y="4131945"/>
                  <a:pt x="9906000" y="4152900"/>
                </a:cubicBezTo>
                <a:close/>
                <a:moveTo>
                  <a:pt x="10363200" y="4152900"/>
                </a:moveTo>
                <a:cubicBezTo>
                  <a:pt x="10363200" y="4173855"/>
                  <a:pt x="10346055" y="4191000"/>
                  <a:pt x="10325100" y="4191000"/>
                </a:cubicBezTo>
                <a:cubicBezTo>
                  <a:pt x="10304145" y="4191000"/>
                  <a:pt x="10287000" y="4173855"/>
                  <a:pt x="10287000" y="4152900"/>
                </a:cubicBezTo>
                <a:cubicBezTo>
                  <a:pt x="10287000" y="4131945"/>
                  <a:pt x="10304145" y="4114800"/>
                  <a:pt x="10325100" y="4114800"/>
                </a:cubicBezTo>
                <a:cubicBezTo>
                  <a:pt x="10346055" y="4114800"/>
                  <a:pt x="10363200" y="4131945"/>
                  <a:pt x="10363200" y="4152900"/>
                </a:cubicBezTo>
                <a:close/>
                <a:moveTo>
                  <a:pt x="10820400" y="4152900"/>
                </a:moveTo>
                <a:cubicBezTo>
                  <a:pt x="10820400" y="4173855"/>
                  <a:pt x="10803255" y="4191000"/>
                  <a:pt x="10782300" y="4191000"/>
                </a:cubicBezTo>
                <a:cubicBezTo>
                  <a:pt x="10761345" y="4191000"/>
                  <a:pt x="10744200" y="4173855"/>
                  <a:pt x="10744200" y="4152900"/>
                </a:cubicBezTo>
                <a:cubicBezTo>
                  <a:pt x="10744200" y="4131945"/>
                  <a:pt x="10761345" y="4114800"/>
                  <a:pt x="10782300" y="4114800"/>
                </a:cubicBezTo>
                <a:cubicBezTo>
                  <a:pt x="10803255" y="4114800"/>
                  <a:pt x="10820400" y="4131945"/>
                  <a:pt x="10820400" y="4152900"/>
                </a:cubicBezTo>
                <a:close/>
                <a:moveTo>
                  <a:pt x="11277600" y="4152900"/>
                </a:moveTo>
                <a:cubicBezTo>
                  <a:pt x="11277600" y="4173855"/>
                  <a:pt x="11260455" y="4191000"/>
                  <a:pt x="11239500" y="4191000"/>
                </a:cubicBezTo>
                <a:cubicBezTo>
                  <a:pt x="11218545" y="4191000"/>
                  <a:pt x="11201400" y="4173855"/>
                  <a:pt x="11201400" y="4152900"/>
                </a:cubicBezTo>
                <a:cubicBezTo>
                  <a:pt x="11201400" y="4131945"/>
                  <a:pt x="11218545" y="4114800"/>
                  <a:pt x="11239500" y="4114800"/>
                </a:cubicBezTo>
                <a:cubicBezTo>
                  <a:pt x="11260455" y="4114800"/>
                  <a:pt x="11277600" y="4131945"/>
                  <a:pt x="11277600" y="4152900"/>
                </a:cubicBezTo>
                <a:close/>
                <a:moveTo>
                  <a:pt x="11734800" y="4152900"/>
                </a:moveTo>
                <a:cubicBezTo>
                  <a:pt x="11734800" y="4173855"/>
                  <a:pt x="11717655" y="4191000"/>
                  <a:pt x="11696700" y="4191000"/>
                </a:cubicBezTo>
                <a:cubicBezTo>
                  <a:pt x="11675745" y="4191000"/>
                  <a:pt x="11658600" y="4173855"/>
                  <a:pt x="11658600" y="4152900"/>
                </a:cubicBezTo>
                <a:cubicBezTo>
                  <a:pt x="11658600" y="4131945"/>
                  <a:pt x="11675745" y="4114800"/>
                  <a:pt x="11696700" y="4114800"/>
                </a:cubicBezTo>
                <a:cubicBezTo>
                  <a:pt x="11717655" y="4114800"/>
                  <a:pt x="11734800" y="4131945"/>
                  <a:pt x="11734800" y="4152900"/>
                </a:cubicBezTo>
                <a:close/>
                <a:moveTo>
                  <a:pt x="76200" y="4610100"/>
                </a:moveTo>
                <a:cubicBezTo>
                  <a:pt x="76200" y="4631055"/>
                  <a:pt x="59055" y="4648200"/>
                  <a:pt x="38100" y="4648200"/>
                </a:cubicBezTo>
                <a:cubicBezTo>
                  <a:pt x="17145" y="4648200"/>
                  <a:pt x="0" y="4631055"/>
                  <a:pt x="0" y="4610100"/>
                </a:cubicBezTo>
                <a:cubicBezTo>
                  <a:pt x="0" y="4589145"/>
                  <a:pt x="17145" y="4572000"/>
                  <a:pt x="38100" y="4572000"/>
                </a:cubicBezTo>
                <a:cubicBezTo>
                  <a:pt x="59055" y="4572000"/>
                  <a:pt x="76200" y="4589145"/>
                  <a:pt x="76200" y="4610100"/>
                </a:cubicBezTo>
                <a:close/>
                <a:moveTo>
                  <a:pt x="533400" y="4610100"/>
                </a:moveTo>
                <a:cubicBezTo>
                  <a:pt x="533400" y="4631055"/>
                  <a:pt x="516255" y="4648200"/>
                  <a:pt x="495300" y="4648200"/>
                </a:cubicBezTo>
                <a:cubicBezTo>
                  <a:pt x="474345" y="4648200"/>
                  <a:pt x="457200" y="4631055"/>
                  <a:pt x="457200" y="4610100"/>
                </a:cubicBezTo>
                <a:cubicBezTo>
                  <a:pt x="457200" y="4589145"/>
                  <a:pt x="474345" y="4572000"/>
                  <a:pt x="495300" y="4572000"/>
                </a:cubicBezTo>
                <a:cubicBezTo>
                  <a:pt x="516255" y="4572000"/>
                  <a:pt x="533400" y="4589145"/>
                  <a:pt x="533400" y="4610100"/>
                </a:cubicBezTo>
                <a:close/>
                <a:moveTo>
                  <a:pt x="990600" y="4610100"/>
                </a:moveTo>
                <a:cubicBezTo>
                  <a:pt x="990600" y="4631055"/>
                  <a:pt x="973455" y="4648200"/>
                  <a:pt x="952500" y="4648200"/>
                </a:cubicBezTo>
                <a:cubicBezTo>
                  <a:pt x="931545" y="4648200"/>
                  <a:pt x="914400" y="4631055"/>
                  <a:pt x="914400" y="4610100"/>
                </a:cubicBezTo>
                <a:cubicBezTo>
                  <a:pt x="914400" y="4589145"/>
                  <a:pt x="931545" y="4572000"/>
                  <a:pt x="952500" y="4572000"/>
                </a:cubicBezTo>
                <a:cubicBezTo>
                  <a:pt x="973455" y="4572000"/>
                  <a:pt x="990600" y="4589145"/>
                  <a:pt x="990600" y="4610100"/>
                </a:cubicBezTo>
                <a:close/>
                <a:moveTo>
                  <a:pt x="1447800" y="4610100"/>
                </a:moveTo>
                <a:cubicBezTo>
                  <a:pt x="1447800" y="4631055"/>
                  <a:pt x="1430655" y="4648200"/>
                  <a:pt x="1409700" y="4648200"/>
                </a:cubicBezTo>
                <a:cubicBezTo>
                  <a:pt x="1388745" y="4648200"/>
                  <a:pt x="1371600" y="4631055"/>
                  <a:pt x="1371600" y="4610100"/>
                </a:cubicBezTo>
                <a:cubicBezTo>
                  <a:pt x="1371600" y="4589145"/>
                  <a:pt x="1388745" y="4572000"/>
                  <a:pt x="1409700" y="4572000"/>
                </a:cubicBezTo>
                <a:cubicBezTo>
                  <a:pt x="1430655" y="4572000"/>
                  <a:pt x="1447800" y="4589145"/>
                  <a:pt x="1447800" y="4610100"/>
                </a:cubicBezTo>
                <a:close/>
                <a:moveTo>
                  <a:pt x="1905000" y="4610100"/>
                </a:moveTo>
                <a:cubicBezTo>
                  <a:pt x="1905000" y="4631055"/>
                  <a:pt x="1887855" y="4648200"/>
                  <a:pt x="1866900" y="4648200"/>
                </a:cubicBezTo>
                <a:cubicBezTo>
                  <a:pt x="1845945" y="4648200"/>
                  <a:pt x="1828800" y="4631055"/>
                  <a:pt x="1828800" y="4610100"/>
                </a:cubicBezTo>
                <a:cubicBezTo>
                  <a:pt x="1828800" y="4589145"/>
                  <a:pt x="1845945" y="4572000"/>
                  <a:pt x="1866900" y="4572000"/>
                </a:cubicBezTo>
                <a:cubicBezTo>
                  <a:pt x="1887855" y="4572000"/>
                  <a:pt x="1905000" y="4589145"/>
                  <a:pt x="1905000" y="4610100"/>
                </a:cubicBezTo>
                <a:close/>
                <a:moveTo>
                  <a:pt x="2362200" y="4610100"/>
                </a:moveTo>
                <a:cubicBezTo>
                  <a:pt x="2362200" y="4631055"/>
                  <a:pt x="2345055" y="4648200"/>
                  <a:pt x="2324100" y="4648200"/>
                </a:cubicBezTo>
                <a:cubicBezTo>
                  <a:pt x="2303145" y="4648200"/>
                  <a:pt x="2286000" y="4631055"/>
                  <a:pt x="2286000" y="4610100"/>
                </a:cubicBezTo>
                <a:cubicBezTo>
                  <a:pt x="2286000" y="4589145"/>
                  <a:pt x="2303145" y="4572000"/>
                  <a:pt x="2324100" y="4572000"/>
                </a:cubicBezTo>
                <a:cubicBezTo>
                  <a:pt x="2345055" y="4572000"/>
                  <a:pt x="2362200" y="4589145"/>
                  <a:pt x="2362200" y="4610100"/>
                </a:cubicBezTo>
                <a:close/>
                <a:moveTo>
                  <a:pt x="2819400" y="4610100"/>
                </a:moveTo>
                <a:cubicBezTo>
                  <a:pt x="2819400" y="4631055"/>
                  <a:pt x="2802255" y="4648200"/>
                  <a:pt x="2781300" y="4648200"/>
                </a:cubicBezTo>
                <a:cubicBezTo>
                  <a:pt x="2760345" y="4648200"/>
                  <a:pt x="2743200" y="4631055"/>
                  <a:pt x="2743200" y="4610100"/>
                </a:cubicBezTo>
                <a:cubicBezTo>
                  <a:pt x="2743200" y="4589145"/>
                  <a:pt x="2760345" y="4572000"/>
                  <a:pt x="2781300" y="4572000"/>
                </a:cubicBezTo>
                <a:cubicBezTo>
                  <a:pt x="2802255" y="4572000"/>
                  <a:pt x="2819400" y="4589145"/>
                  <a:pt x="2819400" y="4610100"/>
                </a:cubicBezTo>
                <a:close/>
                <a:moveTo>
                  <a:pt x="3276600" y="4610100"/>
                </a:moveTo>
                <a:cubicBezTo>
                  <a:pt x="3276600" y="4631055"/>
                  <a:pt x="3259455" y="4648200"/>
                  <a:pt x="3238500" y="4648200"/>
                </a:cubicBezTo>
                <a:cubicBezTo>
                  <a:pt x="3217545" y="4648200"/>
                  <a:pt x="3200400" y="4631055"/>
                  <a:pt x="3200400" y="4610100"/>
                </a:cubicBezTo>
                <a:cubicBezTo>
                  <a:pt x="3200400" y="4589145"/>
                  <a:pt x="3217545" y="4572000"/>
                  <a:pt x="3238500" y="4572000"/>
                </a:cubicBezTo>
                <a:cubicBezTo>
                  <a:pt x="3259455" y="4572000"/>
                  <a:pt x="3276600" y="4589145"/>
                  <a:pt x="3276600" y="4610100"/>
                </a:cubicBezTo>
                <a:close/>
                <a:moveTo>
                  <a:pt x="3733800" y="4610100"/>
                </a:moveTo>
                <a:cubicBezTo>
                  <a:pt x="3733800" y="4631055"/>
                  <a:pt x="3716655" y="4648200"/>
                  <a:pt x="3695700" y="4648200"/>
                </a:cubicBezTo>
                <a:cubicBezTo>
                  <a:pt x="3674745" y="4648200"/>
                  <a:pt x="3657600" y="4631055"/>
                  <a:pt x="3657600" y="4610100"/>
                </a:cubicBezTo>
                <a:cubicBezTo>
                  <a:pt x="3657600" y="4589145"/>
                  <a:pt x="3674745" y="4572000"/>
                  <a:pt x="3695700" y="4572000"/>
                </a:cubicBezTo>
                <a:cubicBezTo>
                  <a:pt x="3716655" y="4572000"/>
                  <a:pt x="3733800" y="4589145"/>
                  <a:pt x="3733800" y="4610100"/>
                </a:cubicBezTo>
                <a:close/>
                <a:moveTo>
                  <a:pt x="4191000" y="4610100"/>
                </a:moveTo>
                <a:cubicBezTo>
                  <a:pt x="4191000" y="4631055"/>
                  <a:pt x="4173855" y="4648200"/>
                  <a:pt x="4152900" y="4648200"/>
                </a:cubicBezTo>
                <a:cubicBezTo>
                  <a:pt x="4131945" y="4648200"/>
                  <a:pt x="4114800" y="4631055"/>
                  <a:pt x="4114800" y="4610100"/>
                </a:cubicBezTo>
                <a:cubicBezTo>
                  <a:pt x="4114800" y="4589145"/>
                  <a:pt x="4131945" y="4572000"/>
                  <a:pt x="4152900" y="4572000"/>
                </a:cubicBezTo>
                <a:cubicBezTo>
                  <a:pt x="4173855" y="4572000"/>
                  <a:pt x="4191000" y="4589145"/>
                  <a:pt x="4191000" y="4610100"/>
                </a:cubicBezTo>
                <a:close/>
                <a:moveTo>
                  <a:pt x="4648200" y="4610100"/>
                </a:moveTo>
                <a:cubicBezTo>
                  <a:pt x="4648200" y="4631055"/>
                  <a:pt x="4631055" y="4648200"/>
                  <a:pt x="4610100" y="4648200"/>
                </a:cubicBezTo>
                <a:cubicBezTo>
                  <a:pt x="4589145" y="4648200"/>
                  <a:pt x="4572000" y="4631055"/>
                  <a:pt x="4572000" y="4610100"/>
                </a:cubicBezTo>
                <a:cubicBezTo>
                  <a:pt x="4572000" y="4589145"/>
                  <a:pt x="4589145" y="4572000"/>
                  <a:pt x="4610100" y="4572000"/>
                </a:cubicBezTo>
                <a:cubicBezTo>
                  <a:pt x="4631055" y="4572000"/>
                  <a:pt x="4648200" y="4589145"/>
                  <a:pt x="4648200" y="4610100"/>
                </a:cubicBezTo>
                <a:close/>
                <a:moveTo>
                  <a:pt x="5105400" y="4610100"/>
                </a:moveTo>
                <a:cubicBezTo>
                  <a:pt x="5105400" y="4631055"/>
                  <a:pt x="5088255" y="4648200"/>
                  <a:pt x="5067300" y="4648200"/>
                </a:cubicBezTo>
                <a:cubicBezTo>
                  <a:pt x="5046345" y="4648200"/>
                  <a:pt x="5029200" y="4631055"/>
                  <a:pt x="5029200" y="4610100"/>
                </a:cubicBezTo>
                <a:cubicBezTo>
                  <a:pt x="5029200" y="4589145"/>
                  <a:pt x="5046345" y="4572000"/>
                  <a:pt x="5067300" y="4572000"/>
                </a:cubicBezTo>
                <a:cubicBezTo>
                  <a:pt x="5088255" y="4572000"/>
                  <a:pt x="5105400" y="4589145"/>
                  <a:pt x="5105400" y="4610100"/>
                </a:cubicBezTo>
                <a:close/>
                <a:moveTo>
                  <a:pt x="5562600" y="4610100"/>
                </a:moveTo>
                <a:cubicBezTo>
                  <a:pt x="5562600" y="4631055"/>
                  <a:pt x="5545455" y="4648200"/>
                  <a:pt x="5524500" y="4648200"/>
                </a:cubicBezTo>
                <a:cubicBezTo>
                  <a:pt x="5503545" y="4648200"/>
                  <a:pt x="5486400" y="4631055"/>
                  <a:pt x="5486400" y="4610100"/>
                </a:cubicBezTo>
                <a:cubicBezTo>
                  <a:pt x="5486400" y="4589145"/>
                  <a:pt x="5503545" y="4572000"/>
                  <a:pt x="5524500" y="4572000"/>
                </a:cubicBezTo>
                <a:cubicBezTo>
                  <a:pt x="5545455" y="4572000"/>
                  <a:pt x="5562600" y="4589145"/>
                  <a:pt x="5562600" y="4610100"/>
                </a:cubicBezTo>
                <a:close/>
                <a:moveTo>
                  <a:pt x="6019800" y="4610100"/>
                </a:moveTo>
                <a:cubicBezTo>
                  <a:pt x="6019800" y="4631055"/>
                  <a:pt x="6002655" y="4648200"/>
                  <a:pt x="5981700" y="4648200"/>
                </a:cubicBezTo>
                <a:cubicBezTo>
                  <a:pt x="5960745" y="4648200"/>
                  <a:pt x="5943600" y="4631055"/>
                  <a:pt x="5943600" y="4610100"/>
                </a:cubicBezTo>
                <a:cubicBezTo>
                  <a:pt x="5943600" y="4589145"/>
                  <a:pt x="5960745" y="4572000"/>
                  <a:pt x="5981700" y="4572000"/>
                </a:cubicBezTo>
                <a:cubicBezTo>
                  <a:pt x="6002655" y="4572000"/>
                  <a:pt x="6019800" y="4589145"/>
                  <a:pt x="6019800" y="4610100"/>
                </a:cubicBezTo>
                <a:close/>
                <a:moveTo>
                  <a:pt x="6477000" y="4610100"/>
                </a:moveTo>
                <a:cubicBezTo>
                  <a:pt x="6477000" y="4631055"/>
                  <a:pt x="6459855" y="4648200"/>
                  <a:pt x="6438900" y="4648200"/>
                </a:cubicBezTo>
                <a:cubicBezTo>
                  <a:pt x="6417945" y="4648200"/>
                  <a:pt x="6400800" y="4631055"/>
                  <a:pt x="6400800" y="4610100"/>
                </a:cubicBezTo>
                <a:cubicBezTo>
                  <a:pt x="6400800" y="4589145"/>
                  <a:pt x="6417945" y="4572000"/>
                  <a:pt x="6438900" y="4572000"/>
                </a:cubicBezTo>
                <a:cubicBezTo>
                  <a:pt x="6459855" y="4572000"/>
                  <a:pt x="6477000" y="4589145"/>
                  <a:pt x="6477000" y="4610100"/>
                </a:cubicBezTo>
                <a:close/>
                <a:moveTo>
                  <a:pt x="6934200" y="4610100"/>
                </a:moveTo>
                <a:cubicBezTo>
                  <a:pt x="6934200" y="4631055"/>
                  <a:pt x="6917055" y="4648200"/>
                  <a:pt x="6896100" y="4648200"/>
                </a:cubicBezTo>
                <a:cubicBezTo>
                  <a:pt x="6875145" y="4648200"/>
                  <a:pt x="6858000" y="4631055"/>
                  <a:pt x="6858000" y="4610100"/>
                </a:cubicBezTo>
                <a:cubicBezTo>
                  <a:pt x="6858000" y="4589145"/>
                  <a:pt x="6875145" y="4572000"/>
                  <a:pt x="6896100" y="4572000"/>
                </a:cubicBezTo>
                <a:cubicBezTo>
                  <a:pt x="6917055" y="4572000"/>
                  <a:pt x="6934200" y="4589145"/>
                  <a:pt x="6934200" y="4610100"/>
                </a:cubicBezTo>
                <a:close/>
                <a:moveTo>
                  <a:pt x="7391400" y="4610100"/>
                </a:moveTo>
                <a:cubicBezTo>
                  <a:pt x="7391400" y="4631055"/>
                  <a:pt x="7374255" y="4648200"/>
                  <a:pt x="7353300" y="4648200"/>
                </a:cubicBezTo>
                <a:cubicBezTo>
                  <a:pt x="7332345" y="4648200"/>
                  <a:pt x="7315200" y="4631055"/>
                  <a:pt x="7315200" y="4610100"/>
                </a:cubicBezTo>
                <a:cubicBezTo>
                  <a:pt x="7315200" y="4589145"/>
                  <a:pt x="7332345" y="4572000"/>
                  <a:pt x="7353300" y="4572000"/>
                </a:cubicBezTo>
                <a:cubicBezTo>
                  <a:pt x="7374255" y="4572000"/>
                  <a:pt x="7391400" y="4589145"/>
                  <a:pt x="7391400" y="4610100"/>
                </a:cubicBezTo>
                <a:close/>
                <a:moveTo>
                  <a:pt x="7848600" y="4610100"/>
                </a:moveTo>
                <a:cubicBezTo>
                  <a:pt x="7848600" y="4631055"/>
                  <a:pt x="7831455" y="4648200"/>
                  <a:pt x="7810500" y="4648200"/>
                </a:cubicBezTo>
                <a:cubicBezTo>
                  <a:pt x="7789545" y="4648200"/>
                  <a:pt x="7772400" y="4631055"/>
                  <a:pt x="7772400" y="4610100"/>
                </a:cubicBezTo>
                <a:cubicBezTo>
                  <a:pt x="7772400" y="4589145"/>
                  <a:pt x="7789545" y="4572000"/>
                  <a:pt x="7810500" y="4572000"/>
                </a:cubicBezTo>
                <a:cubicBezTo>
                  <a:pt x="7831455" y="4572000"/>
                  <a:pt x="7848600" y="4589145"/>
                  <a:pt x="7848600" y="4610100"/>
                </a:cubicBezTo>
                <a:close/>
                <a:moveTo>
                  <a:pt x="8305800" y="4610100"/>
                </a:moveTo>
                <a:cubicBezTo>
                  <a:pt x="8305800" y="4631055"/>
                  <a:pt x="8288655" y="4648200"/>
                  <a:pt x="8267700" y="4648200"/>
                </a:cubicBezTo>
                <a:cubicBezTo>
                  <a:pt x="8246745" y="4648200"/>
                  <a:pt x="8229600" y="4631055"/>
                  <a:pt x="8229600" y="4610100"/>
                </a:cubicBezTo>
                <a:cubicBezTo>
                  <a:pt x="8229600" y="4589145"/>
                  <a:pt x="8246745" y="4572000"/>
                  <a:pt x="8267700" y="4572000"/>
                </a:cubicBezTo>
                <a:cubicBezTo>
                  <a:pt x="8288655" y="4572000"/>
                  <a:pt x="8305800" y="4589145"/>
                  <a:pt x="8305800" y="4610100"/>
                </a:cubicBezTo>
                <a:close/>
                <a:moveTo>
                  <a:pt x="8763000" y="4610100"/>
                </a:moveTo>
                <a:cubicBezTo>
                  <a:pt x="8763000" y="4631055"/>
                  <a:pt x="8745855" y="4648200"/>
                  <a:pt x="8724900" y="4648200"/>
                </a:cubicBezTo>
                <a:cubicBezTo>
                  <a:pt x="8703945" y="4648200"/>
                  <a:pt x="8686800" y="4631055"/>
                  <a:pt x="8686800" y="4610100"/>
                </a:cubicBezTo>
                <a:cubicBezTo>
                  <a:pt x="8686800" y="4589145"/>
                  <a:pt x="8703945" y="4572000"/>
                  <a:pt x="8724900" y="4572000"/>
                </a:cubicBezTo>
                <a:cubicBezTo>
                  <a:pt x="8745855" y="4572000"/>
                  <a:pt x="8763000" y="4589145"/>
                  <a:pt x="8763000" y="4610100"/>
                </a:cubicBezTo>
                <a:close/>
                <a:moveTo>
                  <a:pt x="9220200" y="4610100"/>
                </a:moveTo>
                <a:cubicBezTo>
                  <a:pt x="9220200" y="4631055"/>
                  <a:pt x="9203055" y="4648200"/>
                  <a:pt x="9182100" y="4648200"/>
                </a:cubicBezTo>
                <a:cubicBezTo>
                  <a:pt x="9161145" y="4648200"/>
                  <a:pt x="9144000" y="4631055"/>
                  <a:pt x="9144000" y="4610100"/>
                </a:cubicBezTo>
                <a:cubicBezTo>
                  <a:pt x="9144000" y="4589145"/>
                  <a:pt x="9161145" y="4572000"/>
                  <a:pt x="9182100" y="4572000"/>
                </a:cubicBezTo>
                <a:cubicBezTo>
                  <a:pt x="9203055" y="4572000"/>
                  <a:pt x="9220200" y="4589145"/>
                  <a:pt x="9220200" y="4610100"/>
                </a:cubicBezTo>
                <a:close/>
                <a:moveTo>
                  <a:pt x="9677400" y="4610100"/>
                </a:moveTo>
                <a:cubicBezTo>
                  <a:pt x="9677400" y="4631055"/>
                  <a:pt x="9660255" y="4648200"/>
                  <a:pt x="9639300" y="4648200"/>
                </a:cubicBezTo>
                <a:cubicBezTo>
                  <a:pt x="9618345" y="4648200"/>
                  <a:pt x="9601200" y="4631055"/>
                  <a:pt x="9601200" y="4610100"/>
                </a:cubicBezTo>
                <a:cubicBezTo>
                  <a:pt x="9601200" y="4589145"/>
                  <a:pt x="9618345" y="4572000"/>
                  <a:pt x="9639300" y="4572000"/>
                </a:cubicBezTo>
                <a:cubicBezTo>
                  <a:pt x="9660255" y="4572000"/>
                  <a:pt x="9677400" y="4589145"/>
                  <a:pt x="9677400" y="4610100"/>
                </a:cubicBezTo>
                <a:close/>
                <a:moveTo>
                  <a:pt x="10134600" y="4610100"/>
                </a:moveTo>
                <a:cubicBezTo>
                  <a:pt x="10134600" y="4631055"/>
                  <a:pt x="10117455" y="4648200"/>
                  <a:pt x="10096500" y="4648200"/>
                </a:cubicBezTo>
                <a:cubicBezTo>
                  <a:pt x="10075545" y="4648200"/>
                  <a:pt x="10058400" y="4631055"/>
                  <a:pt x="10058400" y="4610100"/>
                </a:cubicBezTo>
                <a:cubicBezTo>
                  <a:pt x="10058400" y="4589145"/>
                  <a:pt x="10075545" y="4572000"/>
                  <a:pt x="10096500" y="4572000"/>
                </a:cubicBezTo>
                <a:cubicBezTo>
                  <a:pt x="10117455" y="4572000"/>
                  <a:pt x="10134600" y="4589145"/>
                  <a:pt x="10134600" y="4610100"/>
                </a:cubicBezTo>
                <a:close/>
                <a:moveTo>
                  <a:pt x="10591800" y="4610100"/>
                </a:moveTo>
                <a:cubicBezTo>
                  <a:pt x="10591800" y="4631055"/>
                  <a:pt x="10574655" y="4648200"/>
                  <a:pt x="10553700" y="4648200"/>
                </a:cubicBezTo>
                <a:cubicBezTo>
                  <a:pt x="10532745" y="4648200"/>
                  <a:pt x="10515600" y="4631055"/>
                  <a:pt x="10515600" y="4610100"/>
                </a:cubicBezTo>
                <a:cubicBezTo>
                  <a:pt x="10515600" y="4589145"/>
                  <a:pt x="10532745" y="4572000"/>
                  <a:pt x="10553700" y="4572000"/>
                </a:cubicBezTo>
                <a:cubicBezTo>
                  <a:pt x="10574655" y="4572000"/>
                  <a:pt x="10591800" y="4589145"/>
                  <a:pt x="10591800" y="4610100"/>
                </a:cubicBezTo>
                <a:close/>
                <a:moveTo>
                  <a:pt x="11049000" y="4610100"/>
                </a:moveTo>
                <a:cubicBezTo>
                  <a:pt x="11049000" y="4631055"/>
                  <a:pt x="11031855" y="4648200"/>
                  <a:pt x="11010900" y="4648200"/>
                </a:cubicBezTo>
                <a:cubicBezTo>
                  <a:pt x="10989945" y="4648200"/>
                  <a:pt x="10972800" y="4631055"/>
                  <a:pt x="10972800" y="4610100"/>
                </a:cubicBezTo>
                <a:cubicBezTo>
                  <a:pt x="10972800" y="4589145"/>
                  <a:pt x="10989945" y="4572000"/>
                  <a:pt x="11010900" y="4572000"/>
                </a:cubicBezTo>
                <a:cubicBezTo>
                  <a:pt x="11031855" y="4572000"/>
                  <a:pt x="11049000" y="4589145"/>
                  <a:pt x="11049000" y="4610100"/>
                </a:cubicBezTo>
                <a:close/>
                <a:moveTo>
                  <a:pt x="11506200" y="4610100"/>
                </a:moveTo>
                <a:cubicBezTo>
                  <a:pt x="11506200" y="4631055"/>
                  <a:pt x="11489055" y="4648200"/>
                  <a:pt x="11468100" y="4648200"/>
                </a:cubicBezTo>
                <a:cubicBezTo>
                  <a:pt x="11447145" y="4648200"/>
                  <a:pt x="11430000" y="4631055"/>
                  <a:pt x="11430000" y="4610100"/>
                </a:cubicBezTo>
                <a:cubicBezTo>
                  <a:pt x="11430000" y="4589145"/>
                  <a:pt x="11447145" y="4572000"/>
                  <a:pt x="11468100" y="4572000"/>
                </a:cubicBezTo>
                <a:cubicBezTo>
                  <a:pt x="11489055" y="4572000"/>
                  <a:pt x="11506200" y="4589145"/>
                  <a:pt x="11506200" y="4610100"/>
                </a:cubicBezTo>
                <a:close/>
                <a:moveTo>
                  <a:pt x="11963400" y="4610100"/>
                </a:moveTo>
                <a:cubicBezTo>
                  <a:pt x="11963400" y="4631055"/>
                  <a:pt x="11946255" y="4648200"/>
                  <a:pt x="11925300" y="4648200"/>
                </a:cubicBezTo>
                <a:cubicBezTo>
                  <a:pt x="11904345" y="4648200"/>
                  <a:pt x="11887200" y="4631055"/>
                  <a:pt x="11887200" y="4610100"/>
                </a:cubicBezTo>
                <a:cubicBezTo>
                  <a:pt x="11887200" y="4589145"/>
                  <a:pt x="11904345" y="4572000"/>
                  <a:pt x="11925300" y="4572000"/>
                </a:cubicBezTo>
                <a:cubicBezTo>
                  <a:pt x="11946255" y="4572000"/>
                  <a:pt x="11963400" y="4589145"/>
                  <a:pt x="11963400" y="4610100"/>
                </a:cubicBezTo>
                <a:close/>
                <a:moveTo>
                  <a:pt x="304800" y="5067300"/>
                </a:moveTo>
                <a:cubicBezTo>
                  <a:pt x="304800" y="5088255"/>
                  <a:pt x="287655" y="5105400"/>
                  <a:pt x="266700" y="5105400"/>
                </a:cubicBezTo>
                <a:cubicBezTo>
                  <a:pt x="245745" y="5105400"/>
                  <a:pt x="228600" y="5088255"/>
                  <a:pt x="228600" y="5067300"/>
                </a:cubicBezTo>
                <a:cubicBezTo>
                  <a:pt x="228600" y="5046345"/>
                  <a:pt x="245745" y="5029200"/>
                  <a:pt x="266700" y="5029200"/>
                </a:cubicBezTo>
                <a:cubicBezTo>
                  <a:pt x="287655" y="5029200"/>
                  <a:pt x="304800" y="5046345"/>
                  <a:pt x="304800" y="5067300"/>
                </a:cubicBezTo>
                <a:close/>
                <a:moveTo>
                  <a:pt x="762000" y="5067300"/>
                </a:moveTo>
                <a:cubicBezTo>
                  <a:pt x="762000" y="5088255"/>
                  <a:pt x="744855" y="5105400"/>
                  <a:pt x="723900" y="5105400"/>
                </a:cubicBezTo>
                <a:cubicBezTo>
                  <a:pt x="702945" y="5105400"/>
                  <a:pt x="685800" y="5088255"/>
                  <a:pt x="685800" y="5067300"/>
                </a:cubicBezTo>
                <a:cubicBezTo>
                  <a:pt x="685800" y="5046345"/>
                  <a:pt x="702945" y="5029200"/>
                  <a:pt x="723900" y="5029200"/>
                </a:cubicBezTo>
                <a:cubicBezTo>
                  <a:pt x="744855" y="5029200"/>
                  <a:pt x="762000" y="5046345"/>
                  <a:pt x="762000" y="5067300"/>
                </a:cubicBezTo>
                <a:close/>
                <a:moveTo>
                  <a:pt x="1219200" y="5067300"/>
                </a:moveTo>
                <a:cubicBezTo>
                  <a:pt x="1219200" y="5088255"/>
                  <a:pt x="1202055" y="5105400"/>
                  <a:pt x="1181100" y="5105400"/>
                </a:cubicBezTo>
                <a:cubicBezTo>
                  <a:pt x="1160145" y="5105400"/>
                  <a:pt x="1143000" y="5088255"/>
                  <a:pt x="1143000" y="5067300"/>
                </a:cubicBezTo>
                <a:cubicBezTo>
                  <a:pt x="1143000" y="5046345"/>
                  <a:pt x="1160145" y="5029200"/>
                  <a:pt x="1181100" y="5029200"/>
                </a:cubicBezTo>
                <a:cubicBezTo>
                  <a:pt x="1202055" y="5029200"/>
                  <a:pt x="1219200" y="5046345"/>
                  <a:pt x="1219200" y="5067300"/>
                </a:cubicBezTo>
                <a:close/>
                <a:moveTo>
                  <a:pt x="1676400" y="5067300"/>
                </a:moveTo>
                <a:cubicBezTo>
                  <a:pt x="1676400" y="5088255"/>
                  <a:pt x="1659255" y="5105400"/>
                  <a:pt x="1638300" y="5105400"/>
                </a:cubicBezTo>
                <a:cubicBezTo>
                  <a:pt x="1617345" y="5105400"/>
                  <a:pt x="1600200" y="5088255"/>
                  <a:pt x="1600200" y="5067300"/>
                </a:cubicBezTo>
                <a:cubicBezTo>
                  <a:pt x="1600200" y="5046345"/>
                  <a:pt x="1617345" y="5029200"/>
                  <a:pt x="1638300" y="5029200"/>
                </a:cubicBezTo>
                <a:cubicBezTo>
                  <a:pt x="1659255" y="5029200"/>
                  <a:pt x="1676400" y="5046345"/>
                  <a:pt x="1676400" y="5067300"/>
                </a:cubicBezTo>
                <a:close/>
                <a:moveTo>
                  <a:pt x="2133600" y="5067300"/>
                </a:moveTo>
                <a:cubicBezTo>
                  <a:pt x="2133600" y="5088255"/>
                  <a:pt x="2116455" y="5105400"/>
                  <a:pt x="2095500" y="5105400"/>
                </a:cubicBezTo>
                <a:cubicBezTo>
                  <a:pt x="2074545" y="5105400"/>
                  <a:pt x="2057400" y="5088255"/>
                  <a:pt x="2057400" y="5067300"/>
                </a:cubicBezTo>
                <a:cubicBezTo>
                  <a:pt x="2057400" y="5046345"/>
                  <a:pt x="2074545" y="5029200"/>
                  <a:pt x="2095500" y="5029200"/>
                </a:cubicBezTo>
                <a:cubicBezTo>
                  <a:pt x="2116455" y="5029200"/>
                  <a:pt x="2133600" y="5046345"/>
                  <a:pt x="2133600" y="5067300"/>
                </a:cubicBezTo>
                <a:close/>
                <a:moveTo>
                  <a:pt x="2590800" y="5067300"/>
                </a:moveTo>
                <a:cubicBezTo>
                  <a:pt x="2590800" y="5088255"/>
                  <a:pt x="2573655" y="5105400"/>
                  <a:pt x="2552700" y="5105400"/>
                </a:cubicBezTo>
                <a:cubicBezTo>
                  <a:pt x="2531745" y="5105400"/>
                  <a:pt x="2514600" y="5088255"/>
                  <a:pt x="2514600" y="5067300"/>
                </a:cubicBezTo>
                <a:cubicBezTo>
                  <a:pt x="2514600" y="5046345"/>
                  <a:pt x="2531745" y="5029200"/>
                  <a:pt x="2552700" y="5029200"/>
                </a:cubicBezTo>
                <a:cubicBezTo>
                  <a:pt x="2573655" y="5029200"/>
                  <a:pt x="2590800" y="5046345"/>
                  <a:pt x="2590800" y="5067300"/>
                </a:cubicBezTo>
                <a:close/>
                <a:moveTo>
                  <a:pt x="3048000" y="5067300"/>
                </a:moveTo>
                <a:cubicBezTo>
                  <a:pt x="3048000" y="5088255"/>
                  <a:pt x="3030855" y="5105400"/>
                  <a:pt x="3009900" y="5105400"/>
                </a:cubicBezTo>
                <a:cubicBezTo>
                  <a:pt x="2988945" y="5105400"/>
                  <a:pt x="2971800" y="5088255"/>
                  <a:pt x="2971800" y="5067300"/>
                </a:cubicBezTo>
                <a:cubicBezTo>
                  <a:pt x="2971800" y="5046345"/>
                  <a:pt x="2988945" y="5029200"/>
                  <a:pt x="3009900" y="5029200"/>
                </a:cubicBezTo>
                <a:cubicBezTo>
                  <a:pt x="3030855" y="5029200"/>
                  <a:pt x="3048000" y="5046345"/>
                  <a:pt x="3048000" y="5067300"/>
                </a:cubicBezTo>
                <a:close/>
                <a:moveTo>
                  <a:pt x="3505200" y="5067300"/>
                </a:moveTo>
                <a:cubicBezTo>
                  <a:pt x="3505200" y="5088255"/>
                  <a:pt x="3488055" y="5105400"/>
                  <a:pt x="3467100" y="5105400"/>
                </a:cubicBezTo>
                <a:cubicBezTo>
                  <a:pt x="3446145" y="5105400"/>
                  <a:pt x="3429000" y="5088255"/>
                  <a:pt x="3429000" y="5067300"/>
                </a:cubicBezTo>
                <a:cubicBezTo>
                  <a:pt x="3429000" y="5046345"/>
                  <a:pt x="3446145" y="5029200"/>
                  <a:pt x="3467100" y="5029200"/>
                </a:cubicBezTo>
                <a:cubicBezTo>
                  <a:pt x="3488055" y="5029200"/>
                  <a:pt x="3505200" y="5046345"/>
                  <a:pt x="3505200" y="5067300"/>
                </a:cubicBezTo>
                <a:close/>
                <a:moveTo>
                  <a:pt x="3962400" y="5067300"/>
                </a:moveTo>
                <a:cubicBezTo>
                  <a:pt x="3962400" y="5088255"/>
                  <a:pt x="3945255" y="5105400"/>
                  <a:pt x="3924300" y="5105400"/>
                </a:cubicBezTo>
                <a:cubicBezTo>
                  <a:pt x="3903345" y="5105400"/>
                  <a:pt x="3886200" y="5088255"/>
                  <a:pt x="3886200" y="5067300"/>
                </a:cubicBezTo>
                <a:cubicBezTo>
                  <a:pt x="3886200" y="5046345"/>
                  <a:pt x="3903345" y="5029200"/>
                  <a:pt x="3924300" y="5029200"/>
                </a:cubicBezTo>
                <a:cubicBezTo>
                  <a:pt x="3945255" y="5029200"/>
                  <a:pt x="3962400" y="5046345"/>
                  <a:pt x="3962400" y="5067300"/>
                </a:cubicBezTo>
                <a:close/>
                <a:moveTo>
                  <a:pt x="4419600" y="5067300"/>
                </a:moveTo>
                <a:cubicBezTo>
                  <a:pt x="4419600" y="5088255"/>
                  <a:pt x="4402455" y="5105400"/>
                  <a:pt x="4381500" y="5105400"/>
                </a:cubicBezTo>
                <a:cubicBezTo>
                  <a:pt x="4360545" y="5105400"/>
                  <a:pt x="4343400" y="5088255"/>
                  <a:pt x="4343400" y="5067300"/>
                </a:cubicBezTo>
                <a:cubicBezTo>
                  <a:pt x="4343400" y="5046345"/>
                  <a:pt x="4360545" y="5029200"/>
                  <a:pt x="4381500" y="5029200"/>
                </a:cubicBezTo>
                <a:cubicBezTo>
                  <a:pt x="4402455" y="5029200"/>
                  <a:pt x="4419600" y="5046345"/>
                  <a:pt x="4419600" y="5067300"/>
                </a:cubicBezTo>
                <a:close/>
                <a:moveTo>
                  <a:pt x="4876800" y="5067300"/>
                </a:moveTo>
                <a:cubicBezTo>
                  <a:pt x="4876800" y="5088255"/>
                  <a:pt x="4859655" y="5105400"/>
                  <a:pt x="4838700" y="5105400"/>
                </a:cubicBezTo>
                <a:cubicBezTo>
                  <a:pt x="4817745" y="5105400"/>
                  <a:pt x="4800600" y="5088255"/>
                  <a:pt x="4800600" y="5067300"/>
                </a:cubicBezTo>
                <a:cubicBezTo>
                  <a:pt x="4800600" y="5046345"/>
                  <a:pt x="4817745" y="5029200"/>
                  <a:pt x="4838700" y="5029200"/>
                </a:cubicBezTo>
                <a:cubicBezTo>
                  <a:pt x="4859655" y="5029200"/>
                  <a:pt x="4876800" y="5046345"/>
                  <a:pt x="4876800" y="5067300"/>
                </a:cubicBezTo>
                <a:close/>
                <a:moveTo>
                  <a:pt x="5334000" y="5067300"/>
                </a:moveTo>
                <a:cubicBezTo>
                  <a:pt x="5334000" y="5088255"/>
                  <a:pt x="5316855" y="5105400"/>
                  <a:pt x="5295900" y="5105400"/>
                </a:cubicBezTo>
                <a:cubicBezTo>
                  <a:pt x="5274945" y="5105400"/>
                  <a:pt x="5257800" y="5088255"/>
                  <a:pt x="5257800" y="5067300"/>
                </a:cubicBezTo>
                <a:cubicBezTo>
                  <a:pt x="5257800" y="5046345"/>
                  <a:pt x="5274945" y="5029200"/>
                  <a:pt x="5295900" y="5029200"/>
                </a:cubicBezTo>
                <a:cubicBezTo>
                  <a:pt x="5316855" y="5029200"/>
                  <a:pt x="5334000" y="5046345"/>
                  <a:pt x="5334000" y="5067300"/>
                </a:cubicBezTo>
                <a:close/>
                <a:moveTo>
                  <a:pt x="5791200" y="5067300"/>
                </a:moveTo>
                <a:cubicBezTo>
                  <a:pt x="5791200" y="5088255"/>
                  <a:pt x="5774055" y="5105400"/>
                  <a:pt x="5753100" y="5105400"/>
                </a:cubicBezTo>
                <a:cubicBezTo>
                  <a:pt x="5732145" y="5105400"/>
                  <a:pt x="5715000" y="5088255"/>
                  <a:pt x="5715000" y="5067300"/>
                </a:cubicBezTo>
                <a:cubicBezTo>
                  <a:pt x="5715000" y="5046345"/>
                  <a:pt x="5732145" y="5029200"/>
                  <a:pt x="5753100" y="5029200"/>
                </a:cubicBezTo>
                <a:cubicBezTo>
                  <a:pt x="5774055" y="5029200"/>
                  <a:pt x="5791200" y="5046345"/>
                  <a:pt x="5791200" y="5067300"/>
                </a:cubicBezTo>
                <a:close/>
                <a:moveTo>
                  <a:pt x="6248400" y="5067300"/>
                </a:moveTo>
                <a:cubicBezTo>
                  <a:pt x="6248400" y="5088255"/>
                  <a:pt x="6231255" y="5105400"/>
                  <a:pt x="6210300" y="5105400"/>
                </a:cubicBezTo>
                <a:cubicBezTo>
                  <a:pt x="6189345" y="5105400"/>
                  <a:pt x="6172200" y="5088255"/>
                  <a:pt x="6172200" y="5067300"/>
                </a:cubicBezTo>
                <a:cubicBezTo>
                  <a:pt x="6172200" y="5046345"/>
                  <a:pt x="6189345" y="5029200"/>
                  <a:pt x="6210300" y="5029200"/>
                </a:cubicBezTo>
                <a:cubicBezTo>
                  <a:pt x="6231255" y="5029200"/>
                  <a:pt x="6248400" y="5046345"/>
                  <a:pt x="6248400" y="5067300"/>
                </a:cubicBezTo>
                <a:close/>
                <a:moveTo>
                  <a:pt x="6705600" y="5067300"/>
                </a:moveTo>
                <a:cubicBezTo>
                  <a:pt x="6705600" y="5088255"/>
                  <a:pt x="6688455" y="5105400"/>
                  <a:pt x="6667500" y="5105400"/>
                </a:cubicBezTo>
                <a:cubicBezTo>
                  <a:pt x="6646545" y="5105400"/>
                  <a:pt x="6629400" y="5088255"/>
                  <a:pt x="6629400" y="5067300"/>
                </a:cubicBezTo>
                <a:cubicBezTo>
                  <a:pt x="6629400" y="5046345"/>
                  <a:pt x="6646545" y="5029200"/>
                  <a:pt x="6667500" y="5029200"/>
                </a:cubicBezTo>
                <a:cubicBezTo>
                  <a:pt x="6688455" y="5029200"/>
                  <a:pt x="6705600" y="5046345"/>
                  <a:pt x="6705600" y="5067300"/>
                </a:cubicBezTo>
                <a:close/>
                <a:moveTo>
                  <a:pt x="7162800" y="5067300"/>
                </a:moveTo>
                <a:cubicBezTo>
                  <a:pt x="7162800" y="5088255"/>
                  <a:pt x="7145655" y="5105400"/>
                  <a:pt x="7124700" y="5105400"/>
                </a:cubicBezTo>
                <a:cubicBezTo>
                  <a:pt x="7103745" y="5105400"/>
                  <a:pt x="7086600" y="5088255"/>
                  <a:pt x="7086600" y="5067300"/>
                </a:cubicBezTo>
                <a:cubicBezTo>
                  <a:pt x="7086600" y="5046345"/>
                  <a:pt x="7103745" y="5029200"/>
                  <a:pt x="7124700" y="5029200"/>
                </a:cubicBezTo>
                <a:cubicBezTo>
                  <a:pt x="7145655" y="5029200"/>
                  <a:pt x="7162800" y="5046345"/>
                  <a:pt x="7162800" y="5067300"/>
                </a:cubicBezTo>
                <a:close/>
                <a:moveTo>
                  <a:pt x="7620000" y="5067300"/>
                </a:moveTo>
                <a:cubicBezTo>
                  <a:pt x="7620000" y="5088255"/>
                  <a:pt x="7602855" y="5105400"/>
                  <a:pt x="7581900" y="5105400"/>
                </a:cubicBezTo>
                <a:cubicBezTo>
                  <a:pt x="7560945" y="5105400"/>
                  <a:pt x="7543800" y="5088255"/>
                  <a:pt x="7543800" y="5067300"/>
                </a:cubicBezTo>
                <a:cubicBezTo>
                  <a:pt x="7543800" y="5046345"/>
                  <a:pt x="7560945" y="5029200"/>
                  <a:pt x="7581900" y="5029200"/>
                </a:cubicBezTo>
                <a:cubicBezTo>
                  <a:pt x="7602855" y="5029200"/>
                  <a:pt x="7620000" y="5046345"/>
                  <a:pt x="7620000" y="5067300"/>
                </a:cubicBezTo>
                <a:close/>
                <a:moveTo>
                  <a:pt x="8077200" y="5067300"/>
                </a:moveTo>
                <a:cubicBezTo>
                  <a:pt x="8077200" y="5088255"/>
                  <a:pt x="8060055" y="5105400"/>
                  <a:pt x="8039100" y="5105400"/>
                </a:cubicBezTo>
                <a:cubicBezTo>
                  <a:pt x="8018145" y="5105400"/>
                  <a:pt x="8001000" y="5088255"/>
                  <a:pt x="8001000" y="5067300"/>
                </a:cubicBezTo>
                <a:cubicBezTo>
                  <a:pt x="8001000" y="5046345"/>
                  <a:pt x="8018145" y="5029200"/>
                  <a:pt x="8039100" y="5029200"/>
                </a:cubicBezTo>
                <a:cubicBezTo>
                  <a:pt x="8060055" y="5029200"/>
                  <a:pt x="8077200" y="5046345"/>
                  <a:pt x="8077200" y="5067300"/>
                </a:cubicBezTo>
                <a:close/>
                <a:moveTo>
                  <a:pt x="8534400" y="5067300"/>
                </a:moveTo>
                <a:cubicBezTo>
                  <a:pt x="8534400" y="5088255"/>
                  <a:pt x="8517255" y="5105400"/>
                  <a:pt x="8496300" y="5105400"/>
                </a:cubicBezTo>
                <a:cubicBezTo>
                  <a:pt x="8475345" y="5105400"/>
                  <a:pt x="8458200" y="5088255"/>
                  <a:pt x="8458200" y="5067300"/>
                </a:cubicBezTo>
                <a:cubicBezTo>
                  <a:pt x="8458200" y="5046345"/>
                  <a:pt x="8475345" y="5029200"/>
                  <a:pt x="8496300" y="5029200"/>
                </a:cubicBezTo>
                <a:cubicBezTo>
                  <a:pt x="8517255" y="5029200"/>
                  <a:pt x="8534400" y="5046345"/>
                  <a:pt x="8534400" y="5067300"/>
                </a:cubicBezTo>
                <a:close/>
                <a:moveTo>
                  <a:pt x="8991600" y="5067300"/>
                </a:moveTo>
                <a:cubicBezTo>
                  <a:pt x="8991600" y="5088255"/>
                  <a:pt x="8974455" y="5105400"/>
                  <a:pt x="8953500" y="5105400"/>
                </a:cubicBezTo>
                <a:cubicBezTo>
                  <a:pt x="8932545" y="5105400"/>
                  <a:pt x="8915400" y="5088255"/>
                  <a:pt x="8915400" y="5067300"/>
                </a:cubicBezTo>
                <a:cubicBezTo>
                  <a:pt x="8915400" y="5046345"/>
                  <a:pt x="8932545" y="5029200"/>
                  <a:pt x="8953500" y="5029200"/>
                </a:cubicBezTo>
                <a:cubicBezTo>
                  <a:pt x="8974455" y="5029200"/>
                  <a:pt x="8991600" y="5046345"/>
                  <a:pt x="8991600" y="5067300"/>
                </a:cubicBezTo>
                <a:close/>
                <a:moveTo>
                  <a:pt x="9448800" y="5067300"/>
                </a:moveTo>
                <a:cubicBezTo>
                  <a:pt x="9448800" y="5088255"/>
                  <a:pt x="9431655" y="5105400"/>
                  <a:pt x="9410700" y="5105400"/>
                </a:cubicBezTo>
                <a:cubicBezTo>
                  <a:pt x="9389745" y="5105400"/>
                  <a:pt x="9372600" y="5088255"/>
                  <a:pt x="9372600" y="5067300"/>
                </a:cubicBezTo>
                <a:cubicBezTo>
                  <a:pt x="9372600" y="5046345"/>
                  <a:pt x="9389745" y="5029200"/>
                  <a:pt x="9410700" y="5029200"/>
                </a:cubicBezTo>
                <a:cubicBezTo>
                  <a:pt x="9431655" y="5029200"/>
                  <a:pt x="9448800" y="5046345"/>
                  <a:pt x="9448800" y="5067300"/>
                </a:cubicBezTo>
                <a:close/>
                <a:moveTo>
                  <a:pt x="9906000" y="5067300"/>
                </a:moveTo>
                <a:cubicBezTo>
                  <a:pt x="9906000" y="5088255"/>
                  <a:pt x="9888855" y="5105400"/>
                  <a:pt x="9867900" y="5105400"/>
                </a:cubicBezTo>
                <a:cubicBezTo>
                  <a:pt x="9846945" y="5105400"/>
                  <a:pt x="9829800" y="5088255"/>
                  <a:pt x="9829800" y="5067300"/>
                </a:cubicBezTo>
                <a:cubicBezTo>
                  <a:pt x="9829800" y="5046345"/>
                  <a:pt x="9846945" y="5029200"/>
                  <a:pt x="9867900" y="5029200"/>
                </a:cubicBezTo>
                <a:cubicBezTo>
                  <a:pt x="9888855" y="5029200"/>
                  <a:pt x="9906000" y="5046345"/>
                  <a:pt x="9906000" y="5067300"/>
                </a:cubicBezTo>
                <a:close/>
                <a:moveTo>
                  <a:pt x="10363200" y="5067300"/>
                </a:moveTo>
                <a:cubicBezTo>
                  <a:pt x="10363200" y="5088255"/>
                  <a:pt x="10346055" y="5105400"/>
                  <a:pt x="10325100" y="5105400"/>
                </a:cubicBezTo>
                <a:cubicBezTo>
                  <a:pt x="10304145" y="5105400"/>
                  <a:pt x="10287000" y="5088255"/>
                  <a:pt x="10287000" y="5067300"/>
                </a:cubicBezTo>
                <a:cubicBezTo>
                  <a:pt x="10287000" y="5046345"/>
                  <a:pt x="10304145" y="5029200"/>
                  <a:pt x="10325100" y="5029200"/>
                </a:cubicBezTo>
                <a:cubicBezTo>
                  <a:pt x="10346055" y="5029200"/>
                  <a:pt x="10363200" y="5046345"/>
                  <a:pt x="10363200" y="5067300"/>
                </a:cubicBezTo>
                <a:close/>
                <a:moveTo>
                  <a:pt x="10820400" y="5067300"/>
                </a:moveTo>
                <a:cubicBezTo>
                  <a:pt x="10820400" y="5088255"/>
                  <a:pt x="10803255" y="5105400"/>
                  <a:pt x="10782300" y="5105400"/>
                </a:cubicBezTo>
                <a:cubicBezTo>
                  <a:pt x="10761345" y="5105400"/>
                  <a:pt x="10744200" y="5088255"/>
                  <a:pt x="10744200" y="5067300"/>
                </a:cubicBezTo>
                <a:cubicBezTo>
                  <a:pt x="10744200" y="5046345"/>
                  <a:pt x="10761345" y="5029200"/>
                  <a:pt x="10782300" y="5029200"/>
                </a:cubicBezTo>
                <a:cubicBezTo>
                  <a:pt x="10803255" y="5029200"/>
                  <a:pt x="10820400" y="5046345"/>
                  <a:pt x="10820400" y="5067300"/>
                </a:cubicBezTo>
                <a:close/>
                <a:moveTo>
                  <a:pt x="11277600" y="5067300"/>
                </a:moveTo>
                <a:cubicBezTo>
                  <a:pt x="11277600" y="5088255"/>
                  <a:pt x="11260455" y="5105400"/>
                  <a:pt x="11239500" y="5105400"/>
                </a:cubicBezTo>
                <a:cubicBezTo>
                  <a:pt x="11218545" y="5105400"/>
                  <a:pt x="11201400" y="5088255"/>
                  <a:pt x="11201400" y="5067300"/>
                </a:cubicBezTo>
                <a:cubicBezTo>
                  <a:pt x="11201400" y="5046345"/>
                  <a:pt x="11218545" y="5029200"/>
                  <a:pt x="11239500" y="5029200"/>
                </a:cubicBezTo>
                <a:cubicBezTo>
                  <a:pt x="11260455" y="5029200"/>
                  <a:pt x="11277600" y="5046345"/>
                  <a:pt x="11277600" y="5067300"/>
                </a:cubicBezTo>
                <a:close/>
                <a:moveTo>
                  <a:pt x="11734800" y="5067300"/>
                </a:moveTo>
                <a:cubicBezTo>
                  <a:pt x="11734800" y="5088255"/>
                  <a:pt x="11717655" y="5105400"/>
                  <a:pt x="11696700" y="5105400"/>
                </a:cubicBezTo>
                <a:cubicBezTo>
                  <a:pt x="11675745" y="5105400"/>
                  <a:pt x="11658600" y="5088255"/>
                  <a:pt x="11658600" y="5067300"/>
                </a:cubicBezTo>
                <a:cubicBezTo>
                  <a:pt x="11658600" y="5046345"/>
                  <a:pt x="11675745" y="5029200"/>
                  <a:pt x="11696700" y="5029200"/>
                </a:cubicBezTo>
                <a:cubicBezTo>
                  <a:pt x="11717655" y="5029200"/>
                  <a:pt x="11734800" y="5046345"/>
                  <a:pt x="11734800" y="5067300"/>
                </a:cubicBezTo>
                <a:close/>
                <a:moveTo>
                  <a:pt x="76200" y="5524500"/>
                </a:moveTo>
                <a:cubicBezTo>
                  <a:pt x="76200" y="5545455"/>
                  <a:pt x="59055" y="5562600"/>
                  <a:pt x="38100" y="5562600"/>
                </a:cubicBezTo>
                <a:cubicBezTo>
                  <a:pt x="17145" y="5562600"/>
                  <a:pt x="0" y="5545455"/>
                  <a:pt x="0" y="5524500"/>
                </a:cubicBezTo>
                <a:cubicBezTo>
                  <a:pt x="0" y="5503545"/>
                  <a:pt x="17145" y="5486400"/>
                  <a:pt x="38100" y="5486400"/>
                </a:cubicBezTo>
                <a:cubicBezTo>
                  <a:pt x="59055" y="5486400"/>
                  <a:pt x="76200" y="5503545"/>
                  <a:pt x="76200" y="5524500"/>
                </a:cubicBezTo>
                <a:close/>
                <a:moveTo>
                  <a:pt x="533400" y="5524500"/>
                </a:moveTo>
                <a:cubicBezTo>
                  <a:pt x="533400" y="5545455"/>
                  <a:pt x="516255" y="5562600"/>
                  <a:pt x="495300" y="5562600"/>
                </a:cubicBezTo>
                <a:cubicBezTo>
                  <a:pt x="474345" y="5562600"/>
                  <a:pt x="457200" y="5545455"/>
                  <a:pt x="457200" y="5524500"/>
                </a:cubicBezTo>
                <a:cubicBezTo>
                  <a:pt x="457200" y="5503545"/>
                  <a:pt x="474345" y="5486400"/>
                  <a:pt x="495300" y="5486400"/>
                </a:cubicBezTo>
                <a:cubicBezTo>
                  <a:pt x="516255" y="5486400"/>
                  <a:pt x="533400" y="5503545"/>
                  <a:pt x="533400" y="5524500"/>
                </a:cubicBezTo>
                <a:close/>
                <a:moveTo>
                  <a:pt x="990600" y="5524500"/>
                </a:moveTo>
                <a:cubicBezTo>
                  <a:pt x="990600" y="5545455"/>
                  <a:pt x="973455" y="5562600"/>
                  <a:pt x="952500" y="5562600"/>
                </a:cubicBezTo>
                <a:cubicBezTo>
                  <a:pt x="931545" y="5562600"/>
                  <a:pt x="914400" y="5545455"/>
                  <a:pt x="914400" y="5524500"/>
                </a:cubicBezTo>
                <a:cubicBezTo>
                  <a:pt x="914400" y="5503545"/>
                  <a:pt x="931545" y="5486400"/>
                  <a:pt x="952500" y="5486400"/>
                </a:cubicBezTo>
                <a:cubicBezTo>
                  <a:pt x="973455" y="5486400"/>
                  <a:pt x="990600" y="5503545"/>
                  <a:pt x="990600" y="5524500"/>
                </a:cubicBezTo>
                <a:close/>
                <a:moveTo>
                  <a:pt x="1447800" y="5524500"/>
                </a:moveTo>
                <a:cubicBezTo>
                  <a:pt x="1447800" y="5545455"/>
                  <a:pt x="1430655" y="5562600"/>
                  <a:pt x="1409700" y="5562600"/>
                </a:cubicBezTo>
                <a:cubicBezTo>
                  <a:pt x="1388745" y="5562600"/>
                  <a:pt x="1371600" y="5545455"/>
                  <a:pt x="1371600" y="5524500"/>
                </a:cubicBezTo>
                <a:cubicBezTo>
                  <a:pt x="1371600" y="5503545"/>
                  <a:pt x="1388745" y="5486400"/>
                  <a:pt x="1409700" y="5486400"/>
                </a:cubicBezTo>
                <a:cubicBezTo>
                  <a:pt x="1430655" y="5486400"/>
                  <a:pt x="1447800" y="5503545"/>
                  <a:pt x="1447800" y="5524500"/>
                </a:cubicBezTo>
                <a:close/>
                <a:moveTo>
                  <a:pt x="1905000" y="5524500"/>
                </a:moveTo>
                <a:cubicBezTo>
                  <a:pt x="1905000" y="5545455"/>
                  <a:pt x="1887855" y="5562600"/>
                  <a:pt x="1866900" y="5562600"/>
                </a:cubicBezTo>
                <a:cubicBezTo>
                  <a:pt x="1845945" y="5562600"/>
                  <a:pt x="1828800" y="5545455"/>
                  <a:pt x="1828800" y="5524500"/>
                </a:cubicBezTo>
                <a:cubicBezTo>
                  <a:pt x="1828800" y="5503545"/>
                  <a:pt x="1845945" y="5486400"/>
                  <a:pt x="1866900" y="5486400"/>
                </a:cubicBezTo>
                <a:cubicBezTo>
                  <a:pt x="1887855" y="5486400"/>
                  <a:pt x="1905000" y="5503545"/>
                  <a:pt x="1905000" y="5524500"/>
                </a:cubicBezTo>
                <a:close/>
                <a:moveTo>
                  <a:pt x="2362200" y="5524500"/>
                </a:moveTo>
                <a:cubicBezTo>
                  <a:pt x="2362200" y="5545455"/>
                  <a:pt x="2345055" y="5562600"/>
                  <a:pt x="2324100" y="5562600"/>
                </a:cubicBezTo>
                <a:cubicBezTo>
                  <a:pt x="2303145" y="5562600"/>
                  <a:pt x="2286000" y="5545455"/>
                  <a:pt x="2286000" y="5524500"/>
                </a:cubicBezTo>
                <a:cubicBezTo>
                  <a:pt x="2286000" y="5503545"/>
                  <a:pt x="2303145" y="5486400"/>
                  <a:pt x="2324100" y="5486400"/>
                </a:cubicBezTo>
                <a:cubicBezTo>
                  <a:pt x="2345055" y="5486400"/>
                  <a:pt x="2362200" y="5503545"/>
                  <a:pt x="2362200" y="5524500"/>
                </a:cubicBezTo>
                <a:close/>
                <a:moveTo>
                  <a:pt x="2819400" y="5524500"/>
                </a:moveTo>
                <a:cubicBezTo>
                  <a:pt x="2819400" y="5545455"/>
                  <a:pt x="2802255" y="5562600"/>
                  <a:pt x="2781300" y="5562600"/>
                </a:cubicBezTo>
                <a:cubicBezTo>
                  <a:pt x="2760345" y="5562600"/>
                  <a:pt x="2743200" y="5545455"/>
                  <a:pt x="2743200" y="5524500"/>
                </a:cubicBezTo>
                <a:cubicBezTo>
                  <a:pt x="2743200" y="5503545"/>
                  <a:pt x="2760345" y="5486400"/>
                  <a:pt x="2781300" y="5486400"/>
                </a:cubicBezTo>
                <a:cubicBezTo>
                  <a:pt x="2802255" y="5486400"/>
                  <a:pt x="2819400" y="5503545"/>
                  <a:pt x="2819400" y="5524500"/>
                </a:cubicBezTo>
                <a:close/>
                <a:moveTo>
                  <a:pt x="3276600" y="5524500"/>
                </a:moveTo>
                <a:cubicBezTo>
                  <a:pt x="3276600" y="5545455"/>
                  <a:pt x="3259455" y="5562600"/>
                  <a:pt x="3238500" y="5562600"/>
                </a:cubicBezTo>
                <a:cubicBezTo>
                  <a:pt x="3217545" y="5562600"/>
                  <a:pt x="3200400" y="5545455"/>
                  <a:pt x="3200400" y="5524500"/>
                </a:cubicBezTo>
                <a:cubicBezTo>
                  <a:pt x="3200400" y="5503545"/>
                  <a:pt x="3217545" y="5486400"/>
                  <a:pt x="3238500" y="5486400"/>
                </a:cubicBezTo>
                <a:cubicBezTo>
                  <a:pt x="3259455" y="5486400"/>
                  <a:pt x="3276600" y="5503545"/>
                  <a:pt x="3276600" y="5524500"/>
                </a:cubicBezTo>
                <a:close/>
                <a:moveTo>
                  <a:pt x="3733800" y="5524500"/>
                </a:moveTo>
                <a:cubicBezTo>
                  <a:pt x="3733800" y="5545455"/>
                  <a:pt x="3716655" y="5562600"/>
                  <a:pt x="3695700" y="5562600"/>
                </a:cubicBezTo>
                <a:cubicBezTo>
                  <a:pt x="3674745" y="5562600"/>
                  <a:pt x="3657600" y="5545455"/>
                  <a:pt x="3657600" y="5524500"/>
                </a:cubicBezTo>
                <a:cubicBezTo>
                  <a:pt x="3657600" y="5503545"/>
                  <a:pt x="3674745" y="5486400"/>
                  <a:pt x="3695700" y="5486400"/>
                </a:cubicBezTo>
                <a:cubicBezTo>
                  <a:pt x="3716655" y="5486400"/>
                  <a:pt x="3733800" y="5503545"/>
                  <a:pt x="3733800" y="5524500"/>
                </a:cubicBezTo>
                <a:close/>
                <a:moveTo>
                  <a:pt x="4191000" y="5524500"/>
                </a:moveTo>
                <a:cubicBezTo>
                  <a:pt x="4191000" y="5545455"/>
                  <a:pt x="4173855" y="5562600"/>
                  <a:pt x="4152900" y="5562600"/>
                </a:cubicBezTo>
                <a:cubicBezTo>
                  <a:pt x="4131945" y="5562600"/>
                  <a:pt x="4114800" y="5545455"/>
                  <a:pt x="4114800" y="5524500"/>
                </a:cubicBezTo>
                <a:cubicBezTo>
                  <a:pt x="4114800" y="5503545"/>
                  <a:pt x="4131945" y="5486400"/>
                  <a:pt x="4152900" y="5486400"/>
                </a:cubicBezTo>
                <a:cubicBezTo>
                  <a:pt x="4173855" y="5486400"/>
                  <a:pt x="4191000" y="5503545"/>
                  <a:pt x="4191000" y="5524500"/>
                </a:cubicBezTo>
                <a:close/>
                <a:moveTo>
                  <a:pt x="4648200" y="5524500"/>
                </a:moveTo>
                <a:cubicBezTo>
                  <a:pt x="4648200" y="5545455"/>
                  <a:pt x="4631055" y="5562600"/>
                  <a:pt x="4610100" y="5562600"/>
                </a:cubicBezTo>
                <a:cubicBezTo>
                  <a:pt x="4589145" y="5562600"/>
                  <a:pt x="4572000" y="5545455"/>
                  <a:pt x="4572000" y="5524500"/>
                </a:cubicBezTo>
                <a:cubicBezTo>
                  <a:pt x="4572000" y="5503545"/>
                  <a:pt x="4589145" y="5486400"/>
                  <a:pt x="4610100" y="5486400"/>
                </a:cubicBezTo>
                <a:cubicBezTo>
                  <a:pt x="4631055" y="5486400"/>
                  <a:pt x="4648200" y="5503545"/>
                  <a:pt x="4648200" y="5524500"/>
                </a:cubicBezTo>
                <a:close/>
                <a:moveTo>
                  <a:pt x="5105400" y="5524500"/>
                </a:moveTo>
                <a:cubicBezTo>
                  <a:pt x="5105400" y="5545455"/>
                  <a:pt x="5088255" y="5562600"/>
                  <a:pt x="5067300" y="5562600"/>
                </a:cubicBezTo>
                <a:cubicBezTo>
                  <a:pt x="5046345" y="5562600"/>
                  <a:pt x="5029200" y="5545455"/>
                  <a:pt x="5029200" y="5524500"/>
                </a:cubicBezTo>
                <a:cubicBezTo>
                  <a:pt x="5029200" y="5503545"/>
                  <a:pt x="5046345" y="5486400"/>
                  <a:pt x="5067300" y="5486400"/>
                </a:cubicBezTo>
                <a:cubicBezTo>
                  <a:pt x="5088255" y="5486400"/>
                  <a:pt x="5105400" y="5503545"/>
                  <a:pt x="5105400" y="5524500"/>
                </a:cubicBezTo>
                <a:close/>
                <a:moveTo>
                  <a:pt x="5562600" y="5524500"/>
                </a:moveTo>
                <a:cubicBezTo>
                  <a:pt x="5562600" y="5545455"/>
                  <a:pt x="5545455" y="5562600"/>
                  <a:pt x="5524500" y="5562600"/>
                </a:cubicBezTo>
                <a:cubicBezTo>
                  <a:pt x="5503545" y="5562600"/>
                  <a:pt x="5486400" y="5545455"/>
                  <a:pt x="5486400" y="5524500"/>
                </a:cubicBezTo>
                <a:cubicBezTo>
                  <a:pt x="5486400" y="5503545"/>
                  <a:pt x="5503545" y="5486400"/>
                  <a:pt x="5524500" y="5486400"/>
                </a:cubicBezTo>
                <a:cubicBezTo>
                  <a:pt x="5545455" y="5486400"/>
                  <a:pt x="5562600" y="5503545"/>
                  <a:pt x="5562600" y="5524500"/>
                </a:cubicBezTo>
                <a:close/>
                <a:moveTo>
                  <a:pt x="6019800" y="5524500"/>
                </a:moveTo>
                <a:cubicBezTo>
                  <a:pt x="6019800" y="5545455"/>
                  <a:pt x="6002655" y="5562600"/>
                  <a:pt x="5981700" y="5562600"/>
                </a:cubicBezTo>
                <a:cubicBezTo>
                  <a:pt x="5960745" y="5562600"/>
                  <a:pt x="5943600" y="5545455"/>
                  <a:pt x="5943600" y="5524500"/>
                </a:cubicBezTo>
                <a:cubicBezTo>
                  <a:pt x="5943600" y="5503545"/>
                  <a:pt x="5960745" y="5486400"/>
                  <a:pt x="5981700" y="5486400"/>
                </a:cubicBezTo>
                <a:cubicBezTo>
                  <a:pt x="6002655" y="5486400"/>
                  <a:pt x="6019800" y="5503545"/>
                  <a:pt x="6019800" y="5524500"/>
                </a:cubicBezTo>
                <a:close/>
                <a:moveTo>
                  <a:pt x="6477000" y="5524500"/>
                </a:moveTo>
                <a:cubicBezTo>
                  <a:pt x="6477000" y="5545455"/>
                  <a:pt x="6459855" y="5562600"/>
                  <a:pt x="6438900" y="5562600"/>
                </a:cubicBezTo>
                <a:cubicBezTo>
                  <a:pt x="6417945" y="5562600"/>
                  <a:pt x="6400800" y="5545455"/>
                  <a:pt x="6400800" y="5524500"/>
                </a:cubicBezTo>
                <a:cubicBezTo>
                  <a:pt x="6400800" y="5503545"/>
                  <a:pt x="6417945" y="5486400"/>
                  <a:pt x="6438900" y="5486400"/>
                </a:cubicBezTo>
                <a:cubicBezTo>
                  <a:pt x="6459855" y="5486400"/>
                  <a:pt x="6477000" y="5503545"/>
                  <a:pt x="6477000" y="5524500"/>
                </a:cubicBezTo>
                <a:close/>
                <a:moveTo>
                  <a:pt x="6934200" y="5524500"/>
                </a:moveTo>
                <a:cubicBezTo>
                  <a:pt x="6934200" y="5545455"/>
                  <a:pt x="6917055" y="5562600"/>
                  <a:pt x="6896100" y="5562600"/>
                </a:cubicBezTo>
                <a:cubicBezTo>
                  <a:pt x="6875145" y="5562600"/>
                  <a:pt x="6858000" y="5545455"/>
                  <a:pt x="6858000" y="5524500"/>
                </a:cubicBezTo>
                <a:cubicBezTo>
                  <a:pt x="6858000" y="5503545"/>
                  <a:pt x="6875145" y="5486400"/>
                  <a:pt x="6896100" y="5486400"/>
                </a:cubicBezTo>
                <a:cubicBezTo>
                  <a:pt x="6917055" y="5486400"/>
                  <a:pt x="6934200" y="5503545"/>
                  <a:pt x="6934200" y="5524500"/>
                </a:cubicBezTo>
                <a:close/>
                <a:moveTo>
                  <a:pt x="7391400" y="5524500"/>
                </a:moveTo>
                <a:cubicBezTo>
                  <a:pt x="7391400" y="5545455"/>
                  <a:pt x="7374255" y="5562600"/>
                  <a:pt x="7353300" y="5562600"/>
                </a:cubicBezTo>
                <a:cubicBezTo>
                  <a:pt x="7332345" y="5562600"/>
                  <a:pt x="7315200" y="5545455"/>
                  <a:pt x="7315200" y="5524500"/>
                </a:cubicBezTo>
                <a:cubicBezTo>
                  <a:pt x="7315200" y="5503545"/>
                  <a:pt x="7332345" y="5486400"/>
                  <a:pt x="7353300" y="5486400"/>
                </a:cubicBezTo>
                <a:cubicBezTo>
                  <a:pt x="7374255" y="5486400"/>
                  <a:pt x="7391400" y="5503545"/>
                  <a:pt x="7391400" y="5524500"/>
                </a:cubicBezTo>
                <a:close/>
                <a:moveTo>
                  <a:pt x="7848600" y="5524500"/>
                </a:moveTo>
                <a:cubicBezTo>
                  <a:pt x="7848600" y="5545455"/>
                  <a:pt x="7831455" y="5562600"/>
                  <a:pt x="7810500" y="5562600"/>
                </a:cubicBezTo>
                <a:cubicBezTo>
                  <a:pt x="7789545" y="5562600"/>
                  <a:pt x="7772400" y="5545455"/>
                  <a:pt x="7772400" y="5524500"/>
                </a:cubicBezTo>
                <a:cubicBezTo>
                  <a:pt x="7772400" y="5503545"/>
                  <a:pt x="7789545" y="5486400"/>
                  <a:pt x="7810500" y="5486400"/>
                </a:cubicBezTo>
                <a:cubicBezTo>
                  <a:pt x="7831455" y="5486400"/>
                  <a:pt x="7848600" y="5503545"/>
                  <a:pt x="7848600" y="5524500"/>
                </a:cubicBezTo>
                <a:close/>
                <a:moveTo>
                  <a:pt x="8305800" y="5524500"/>
                </a:moveTo>
                <a:cubicBezTo>
                  <a:pt x="8305800" y="5545455"/>
                  <a:pt x="8288655" y="5562600"/>
                  <a:pt x="8267700" y="5562600"/>
                </a:cubicBezTo>
                <a:cubicBezTo>
                  <a:pt x="8246745" y="5562600"/>
                  <a:pt x="8229600" y="5545455"/>
                  <a:pt x="8229600" y="5524500"/>
                </a:cubicBezTo>
                <a:cubicBezTo>
                  <a:pt x="8229600" y="5503545"/>
                  <a:pt x="8246745" y="5486400"/>
                  <a:pt x="8267700" y="5486400"/>
                </a:cubicBezTo>
                <a:cubicBezTo>
                  <a:pt x="8288655" y="5486400"/>
                  <a:pt x="8305800" y="5503545"/>
                  <a:pt x="8305800" y="5524500"/>
                </a:cubicBezTo>
                <a:close/>
                <a:moveTo>
                  <a:pt x="8763000" y="5524500"/>
                </a:moveTo>
                <a:cubicBezTo>
                  <a:pt x="8763000" y="5545455"/>
                  <a:pt x="8745855" y="5562600"/>
                  <a:pt x="8724900" y="5562600"/>
                </a:cubicBezTo>
                <a:cubicBezTo>
                  <a:pt x="8703945" y="5562600"/>
                  <a:pt x="8686800" y="5545455"/>
                  <a:pt x="8686800" y="5524500"/>
                </a:cubicBezTo>
                <a:cubicBezTo>
                  <a:pt x="8686800" y="5503545"/>
                  <a:pt x="8703945" y="5486400"/>
                  <a:pt x="8724900" y="5486400"/>
                </a:cubicBezTo>
                <a:cubicBezTo>
                  <a:pt x="8745855" y="5486400"/>
                  <a:pt x="8763000" y="5503545"/>
                  <a:pt x="8763000" y="5524500"/>
                </a:cubicBezTo>
                <a:close/>
                <a:moveTo>
                  <a:pt x="9220200" y="5524500"/>
                </a:moveTo>
                <a:cubicBezTo>
                  <a:pt x="9220200" y="5545455"/>
                  <a:pt x="9203055" y="5562600"/>
                  <a:pt x="9182100" y="5562600"/>
                </a:cubicBezTo>
                <a:cubicBezTo>
                  <a:pt x="9161145" y="5562600"/>
                  <a:pt x="9144000" y="5545455"/>
                  <a:pt x="9144000" y="5524500"/>
                </a:cubicBezTo>
                <a:cubicBezTo>
                  <a:pt x="9144000" y="5503545"/>
                  <a:pt x="9161145" y="5486400"/>
                  <a:pt x="9182100" y="5486400"/>
                </a:cubicBezTo>
                <a:cubicBezTo>
                  <a:pt x="9203055" y="5486400"/>
                  <a:pt x="9220200" y="5503545"/>
                  <a:pt x="9220200" y="5524500"/>
                </a:cubicBezTo>
                <a:close/>
                <a:moveTo>
                  <a:pt x="9677400" y="5524500"/>
                </a:moveTo>
                <a:cubicBezTo>
                  <a:pt x="9677400" y="5545455"/>
                  <a:pt x="9660255" y="5562600"/>
                  <a:pt x="9639300" y="5562600"/>
                </a:cubicBezTo>
                <a:cubicBezTo>
                  <a:pt x="9618345" y="5562600"/>
                  <a:pt x="9601200" y="5545455"/>
                  <a:pt x="9601200" y="5524500"/>
                </a:cubicBezTo>
                <a:cubicBezTo>
                  <a:pt x="9601200" y="5503545"/>
                  <a:pt x="9618345" y="5486400"/>
                  <a:pt x="9639300" y="5486400"/>
                </a:cubicBezTo>
                <a:cubicBezTo>
                  <a:pt x="9660255" y="5486400"/>
                  <a:pt x="9677400" y="5503545"/>
                  <a:pt x="9677400" y="5524500"/>
                </a:cubicBezTo>
                <a:close/>
                <a:moveTo>
                  <a:pt x="10134600" y="5524500"/>
                </a:moveTo>
                <a:cubicBezTo>
                  <a:pt x="10134600" y="5545455"/>
                  <a:pt x="10117455" y="5562600"/>
                  <a:pt x="10096500" y="5562600"/>
                </a:cubicBezTo>
                <a:cubicBezTo>
                  <a:pt x="10075545" y="5562600"/>
                  <a:pt x="10058400" y="5545455"/>
                  <a:pt x="10058400" y="5524500"/>
                </a:cubicBezTo>
                <a:cubicBezTo>
                  <a:pt x="10058400" y="5503545"/>
                  <a:pt x="10075545" y="5486400"/>
                  <a:pt x="10096500" y="5486400"/>
                </a:cubicBezTo>
                <a:cubicBezTo>
                  <a:pt x="10117455" y="5486400"/>
                  <a:pt x="10134600" y="5503545"/>
                  <a:pt x="10134600" y="5524500"/>
                </a:cubicBezTo>
                <a:close/>
                <a:moveTo>
                  <a:pt x="10591800" y="5524500"/>
                </a:moveTo>
                <a:cubicBezTo>
                  <a:pt x="10591800" y="5545455"/>
                  <a:pt x="10574655" y="5562600"/>
                  <a:pt x="10553700" y="5562600"/>
                </a:cubicBezTo>
                <a:cubicBezTo>
                  <a:pt x="10532745" y="5562600"/>
                  <a:pt x="10515600" y="5545455"/>
                  <a:pt x="10515600" y="5524500"/>
                </a:cubicBezTo>
                <a:cubicBezTo>
                  <a:pt x="10515600" y="5503545"/>
                  <a:pt x="10532745" y="5486400"/>
                  <a:pt x="10553700" y="5486400"/>
                </a:cubicBezTo>
                <a:cubicBezTo>
                  <a:pt x="10574655" y="5486400"/>
                  <a:pt x="10591800" y="5503545"/>
                  <a:pt x="10591800" y="5524500"/>
                </a:cubicBezTo>
                <a:close/>
                <a:moveTo>
                  <a:pt x="11049000" y="5524500"/>
                </a:moveTo>
                <a:cubicBezTo>
                  <a:pt x="11049000" y="5545455"/>
                  <a:pt x="11031855" y="5562600"/>
                  <a:pt x="11010900" y="5562600"/>
                </a:cubicBezTo>
                <a:cubicBezTo>
                  <a:pt x="10989945" y="5562600"/>
                  <a:pt x="10972800" y="5545455"/>
                  <a:pt x="10972800" y="5524500"/>
                </a:cubicBezTo>
                <a:cubicBezTo>
                  <a:pt x="10972800" y="5503545"/>
                  <a:pt x="10989945" y="5486400"/>
                  <a:pt x="11010900" y="5486400"/>
                </a:cubicBezTo>
                <a:cubicBezTo>
                  <a:pt x="11031855" y="5486400"/>
                  <a:pt x="11049000" y="5503545"/>
                  <a:pt x="11049000" y="5524500"/>
                </a:cubicBezTo>
                <a:close/>
                <a:moveTo>
                  <a:pt x="11506200" y="5524500"/>
                </a:moveTo>
                <a:cubicBezTo>
                  <a:pt x="11506200" y="5545455"/>
                  <a:pt x="11489055" y="5562600"/>
                  <a:pt x="11468100" y="5562600"/>
                </a:cubicBezTo>
                <a:cubicBezTo>
                  <a:pt x="11447145" y="5562600"/>
                  <a:pt x="11430000" y="5545455"/>
                  <a:pt x="11430000" y="5524500"/>
                </a:cubicBezTo>
                <a:cubicBezTo>
                  <a:pt x="11430000" y="5503545"/>
                  <a:pt x="11447145" y="5486400"/>
                  <a:pt x="11468100" y="5486400"/>
                </a:cubicBezTo>
                <a:cubicBezTo>
                  <a:pt x="11489055" y="5486400"/>
                  <a:pt x="11506200" y="5503545"/>
                  <a:pt x="11506200" y="5524500"/>
                </a:cubicBezTo>
                <a:close/>
                <a:moveTo>
                  <a:pt x="11963400" y="5524500"/>
                </a:moveTo>
                <a:cubicBezTo>
                  <a:pt x="11963400" y="5545455"/>
                  <a:pt x="11946255" y="5562600"/>
                  <a:pt x="11925300" y="5562600"/>
                </a:cubicBezTo>
                <a:cubicBezTo>
                  <a:pt x="11904345" y="5562600"/>
                  <a:pt x="11887200" y="5545455"/>
                  <a:pt x="11887200" y="5524500"/>
                </a:cubicBezTo>
                <a:cubicBezTo>
                  <a:pt x="11887200" y="5503545"/>
                  <a:pt x="11904345" y="5486400"/>
                  <a:pt x="11925300" y="5486400"/>
                </a:cubicBezTo>
                <a:cubicBezTo>
                  <a:pt x="11946255" y="5486400"/>
                  <a:pt x="11963400" y="5503545"/>
                  <a:pt x="11963400" y="5524500"/>
                </a:cubicBezTo>
                <a:close/>
                <a:moveTo>
                  <a:pt x="304800" y="5981700"/>
                </a:moveTo>
                <a:cubicBezTo>
                  <a:pt x="304800" y="6002655"/>
                  <a:pt x="287655" y="6019800"/>
                  <a:pt x="266700" y="6019800"/>
                </a:cubicBezTo>
                <a:cubicBezTo>
                  <a:pt x="245745" y="6019800"/>
                  <a:pt x="228600" y="6002655"/>
                  <a:pt x="228600" y="5981700"/>
                </a:cubicBezTo>
                <a:cubicBezTo>
                  <a:pt x="228600" y="5960745"/>
                  <a:pt x="245745" y="5943600"/>
                  <a:pt x="266700" y="5943600"/>
                </a:cubicBezTo>
                <a:cubicBezTo>
                  <a:pt x="287655" y="5943600"/>
                  <a:pt x="304800" y="5960745"/>
                  <a:pt x="304800" y="5981700"/>
                </a:cubicBezTo>
                <a:close/>
                <a:moveTo>
                  <a:pt x="762000" y="5981700"/>
                </a:moveTo>
                <a:cubicBezTo>
                  <a:pt x="762000" y="6002655"/>
                  <a:pt x="744855" y="6019800"/>
                  <a:pt x="723900" y="6019800"/>
                </a:cubicBezTo>
                <a:cubicBezTo>
                  <a:pt x="702945" y="6019800"/>
                  <a:pt x="685800" y="6002655"/>
                  <a:pt x="685800" y="5981700"/>
                </a:cubicBezTo>
                <a:cubicBezTo>
                  <a:pt x="685800" y="5960745"/>
                  <a:pt x="702945" y="5943600"/>
                  <a:pt x="723900" y="5943600"/>
                </a:cubicBezTo>
                <a:cubicBezTo>
                  <a:pt x="744855" y="5943600"/>
                  <a:pt x="762000" y="5960745"/>
                  <a:pt x="762000" y="5981700"/>
                </a:cubicBezTo>
                <a:close/>
                <a:moveTo>
                  <a:pt x="1219200" y="5981700"/>
                </a:moveTo>
                <a:cubicBezTo>
                  <a:pt x="1219200" y="6002655"/>
                  <a:pt x="1202055" y="6019800"/>
                  <a:pt x="1181100" y="6019800"/>
                </a:cubicBezTo>
                <a:cubicBezTo>
                  <a:pt x="1160145" y="6019800"/>
                  <a:pt x="1143000" y="6002655"/>
                  <a:pt x="1143000" y="5981700"/>
                </a:cubicBezTo>
                <a:cubicBezTo>
                  <a:pt x="1143000" y="5960745"/>
                  <a:pt x="1160145" y="5943600"/>
                  <a:pt x="1181100" y="5943600"/>
                </a:cubicBezTo>
                <a:cubicBezTo>
                  <a:pt x="1202055" y="5943600"/>
                  <a:pt x="1219200" y="5960745"/>
                  <a:pt x="1219200" y="5981700"/>
                </a:cubicBezTo>
                <a:close/>
                <a:moveTo>
                  <a:pt x="1676400" y="5981700"/>
                </a:moveTo>
                <a:cubicBezTo>
                  <a:pt x="1676400" y="6002655"/>
                  <a:pt x="1659255" y="6019800"/>
                  <a:pt x="1638300" y="6019800"/>
                </a:cubicBezTo>
                <a:cubicBezTo>
                  <a:pt x="1617345" y="6019800"/>
                  <a:pt x="1600200" y="6002655"/>
                  <a:pt x="1600200" y="5981700"/>
                </a:cubicBezTo>
                <a:cubicBezTo>
                  <a:pt x="1600200" y="5960745"/>
                  <a:pt x="1617345" y="5943600"/>
                  <a:pt x="1638300" y="5943600"/>
                </a:cubicBezTo>
                <a:cubicBezTo>
                  <a:pt x="1659255" y="5943600"/>
                  <a:pt x="1676400" y="5960745"/>
                  <a:pt x="1676400" y="5981700"/>
                </a:cubicBezTo>
                <a:close/>
                <a:moveTo>
                  <a:pt x="2133600" y="5981700"/>
                </a:moveTo>
                <a:cubicBezTo>
                  <a:pt x="2133600" y="6002655"/>
                  <a:pt x="2116455" y="6019800"/>
                  <a:pt x="2095500" y="6019800"/>
                </a:cubicBezTo>
                <a:cubicBezTo>
                  <a:pt x="2074545" y="6019800"/>
                  <a:pt x="2057400" y="6002655"/>
                  <a:pt x="2057400" y="5981700"/>
                </a:cubicBezTo>
                <a:cubicBezTo>
                  <a:pt x="2057400" y="5960745"/>
                  <a:pt x="2074545" y="5943600"/>
                  <a:pt x="2095500" y="5943600"/>
                </a:cubicBezTo>
                <a:cubicBezTo>
                  <a:pt x="2116455" y="5943600"/>
                  <a:pt x="2133600" y="5960745"/>
                  <a:pt x="2133600" y="5981700"/>
                </a:cubicBezTo>
                <a:close/>
                <a:moveTo>
                  <a:pt x="2590800" y="5981700"/>
                </a:moveTo>
                <a:cubicBezTo>
                  <a:pt x="2590800" y="6002655"/>
                  <a:pt x="2573655" y="6019800"/>
                  <a:pt x="2552700" y="6019800"/>
                </a:cubicBezTo>
                <a:cubicBezTo>
                  <a:pt x="2531745" y="6019800"/>
                  <a:pt x="2514600" y="6002655"/>
                  <a:pt x="2514600" y="5981700"/>
                </a:cubicBezTo>
                <a:cubicBezTo>
                  <a:pt x="2514600" y="5960745"/>
                  <a:pt x="2531745" y="5943600"/>
                  <a:pt x="2552700" y="5943600"/>
                </a:cubicBezTo>
                <a:cubicBezTo>
                  <a:pt x="2573655" y="5943600"/>
                  <a:pt x="2590800" y="5960745"/>
                  <a:pt x="2590800" y="5981700"/>
                </a:cubicBezTo>
                <a:close/>
                <a:moveTo>
                  <a:pt x="3048000" y="5981700"/>
                </a:moveTo>
                <a:cubicBezTo>
                  <a:pt x="3048000" y="6002655"/>
                  <a:pt x="3030855" y="6019800"/>
                  <a:pt x="3009900" y="6019800"/>
                </a:cubicBezTo>
                <a:cubicBezTo>
                  <a:pt x="2988945" y="6019800"/>
                  <a:pt x="2971800" y="6002655"/>
                  <a:pt x="2971800" y="5981700"/>
                </a:cubicBezTo>
                <a:cubicBezTo>
                  <a:pt x="2971800" y="5960745"/>
                  <a:pt x="2988945" y="5943600"/>
                  <a:pt x="3009900" y="5943600"/>
                </a:cubicBezTo>
                <a:cubicBezTo>
                  <a:pt x="3030855" y="5943600"/>
                  <a:pt x="3048000" y="5960745"/>
                  <a:pt x="3048000" y="5981700"/>
                </a:cubicBezTo>
                <a:close/>
                <a:moveTo>
                  <a:pt x="3505200" y="5981700"/>
                </a:moveTo>
                <a:cubicBezTo>
                  <a:pt x="3505200" y="6002655"/>
                  <a:pt x="3488055" y="6019800"/>
                  <a:pt x="3467100" y="6019800"/>
                </a:cubicBezTo>
                <a:cubicBezTo>
                  <a:pt x="3446145" y="6019800"/>
                  <a:pt x="3429000" y="6002655"/>
                  <a:pt x="3429000" y="5981700"/>
                </a:cubicBezTo>
                <a:cubicBezTo>
                  <a:pt x="3429000" y="5960745"/>
                  <a:pt x="3446145" y="5943600"/>
                  <a:pt x="3467100" y="5943600"/>
                </a:cubicBezTo>
                <a:cubicBezTo>
                  <a:pt x="3488055" y="5943600"/>
                  <a:pt x="3505200" y="5960745"/>
                  <a:pt x="3505200" y="5981700"/>
                </a:cubicBezTo>
                <a:close/>
                <a:moveTo>
                  <a:pt x="3962400" y="5981700"/>
                </a:moveTo>
                <a:cubicBezTo>
                  <a:pt x="3962400" y="6002655"/>
                  <a:pt x="3945255" y="6019800"/>
                  <a:pt x="3924300" y="6019800"/>
                </a:cubicBezTo>
                <a:cubicBezTo>
                  <a:pt x="3903345" y="6019800"/>
                  <a:pt x="3886200" y="6002655"/>
                  <a:pt x="3886200" y="5981700"/>
                </a:cubicBezTo>
                <a:cubicBezTo>
                  <a:pt x="3886200" y="5960745"/>
                  <a:pt x="3903345" y="5943600"/>
                  <a:pt x="3924300" y="5943600"/>
                </a:cubicBezTo>
                <a:cubicBezTo>
                  <a:pt x="3945255" y="5943600"/>
                  <a:pt x="3962400" y="5960745"/>
                  <a:pt x="3962400" y="5981700"/>
                </a:cubicBezTo>
                <a:close/>
                <a:moveTo>
                  <a:pt x="4419600" y="5981700"/>
                </a:moveTo>
                <a:cubicBezTo>
                  <a:pt x="4419600" y="6002655"/>
                  <a:pt x="4402455" y="6019800"/>
                  <a:pt x="4381500" y="6019800"/>
                </a:cubicBezTo>
                <a:cubicBezTo>
                  <a:pt x="4360545" y="6019800"/>
                  <a:pt x="4343400" y="6002655"/>
                  <a:pt x="4343400" y="5981700"/>
                </a:cubicBezTo>
                <a:cubicBezTo>
                  <a:pt x="4343400" y="5960745"/>
                  <a:pt x="4360545" y="5943600"/>
                  <a:pt x="4381500" y="5943600"/>
                </a:cubicBezTo>
                <a:cubicBezTo>
                  <a:pt x="4402455" y="5943600"/>
                  <a:pt x="4419600" y="5960745"/>
                  <a:pt x="4419600" y="5981700"/>
                </a:cubicBezTo>
                <a:close/>
                <a:moveTo>
                  <a:pt x="4876800" y="5981700"/>
                </a:moveTo>
                <a:cubicBezTo>
                  <a:pt x="4876800" y="6002655"/>
                  <a:pt x="4859655" y="6019800"/>
                  <a:pt x="4838700" y="6019800"/>
                </a:cubicBezTo>
                <a:cubicBezTo>
                  <a:pt x="4817745" y="6019800"/>
                  <a:pt x="4800600" y="6002655"/>
                  <a:pt x="4800600" y="5981700"/>
                </a:cubicBezTo>
                <a:cubicBezTo>
                  <a:pt x="4800600" y="5960745"/>
                  <a:pt x="4817745" y="5943600"/>
                  <a:pt x="4838700" y="5943600"/>
                </a:cubicBezTo>
                <a:cubicBezTo>
                  <a:pt x="4859655" y="5943600"/>
                  <a:pt x="4876800" y="5960745"/>
                  <a:pt x="4876800" y="5981700"/>
                </a:cubicBezTo>
                <a:close/>
                <a:moveTo>
                  <a:pt x="5334000" y="5981700"/>
                </a:moveTo>
                <a:cubicBezTo>
                  <a:pt x="5334000" y="6002655"/>
                  <a:pt x="5316855" y="6019800"/>
                  <a:pt x="5295900" y="6019800"/>
                </a:cubicBezTo>
                <a:cubicBezTo>
                  <a:pt x="5274945" y="6019800"/>
                  <a:pt x="5257800" y="6002655"/>
                  <a:pt x="5257800" y="5981700"/>
                </a:cubicBezTo>
                <a:cubicBezTo>
                  <a:pt x="5257800" y="5960745"/>
                  <a:pt x="5274945" y="5943600"/>
                  <a:pt x="5295900" y="5943600"/>
                </a:cubicBezTo>
                <a:cubicBezTo>
                  <a:pt x="5316855" y="5943600"/>
                  <a:pt x="5334000" y="5960745"/>
                  <a:pt x="5334000" y="5981700"/>
                </a:cubicBezTo>
                <a:close/>
                <a:moveTo>
                  <a:pt x="5791200" y="5981700"/>
                </a:moveTo>
                <a:cubicBezTo>
                  <a:pt x="5791200" y="6002655"/>
                  <a:pt x="5774055" y="6019800"/>
                  <a:pt x="5753100" y="6019800"/>
                </a:cubicBezTo>
                <a:cubicBezTo>
                  <a:pt x="5732145" y="6019800"/>
                  <a:pt x="5715000" y="6002655"/>
                  <a:pt x="5715000" y="5981700"/>
                </a:cubicBezTo>
                <a:cubicBezTo>
                  <a:pt x="5715000" y="5960745"/>
                  <a:pt x="5732145" y="5943600"/>
                  <a:pt x="5753100" y="5943600"/>
                </a:cubicBezTo>
                <a:cubicBezTo>
                  <a:pt x="5774055" y="5943600"/>
                  <a:pt x="5791200" y="5960745"/>
                  <a:pt x="5791200" y="5981700"/>
                </a:cubicBezTo>
                <a:close/>
                <a:moveTo>
                  <a:pt x="6248400" y="5981700"/>
                </a:moveTo>
                <a:cubicBezTo>
                  <a:pt x="6248400" y="6002655"/>
                  <a:pt x="6231255" y="6019800"/>
                  <a:pt x="6210300" y="6019800"/>
                </a:cubicBezTo>
                <a:cubicBezTo>
                  <a:pt x="6189345" y="6019800"/>
                  <a:pt x="6172200" y="6002655"/>
                  <a:pt x="6172200" y="5981700"/>
                </a:cubicBezTo>
                <a:cubicBezTo>
                  <a:pt x="6172200" y="5960745"/>
                  <a:pt x="6189345" y="5943600"/>
                  <a:pt x="6210300" y="5943600"/>
                </a:cubicBezTo>
                <a:cubicBezTo>
                  <a:pt x="6231255" y="5943600"/>
                  <a:pt x="6248400" y="5960745"/>
                  <a:pt x="6248400" y="5981700"/>
                </a:cubicBezTo>
                <a:close/>
                <a:moveTo>
                  <a:pt x="6705600" y="5981700"/>
                </a:moveTo>
                <a:cubicBezTo>
                  <a:pt x="6705600" y="6002655"/>
                  <a:pt x="6688455" y="6019800"/>
                  <a:pt x="6667500" y="6019800"/>
                </a:cubicBezTo>
                <a:cubicBezTo>
                  <a:pt x="6646545" y="6019800"/>
                  <a:pt x="6629400" y="6002655"/>
                  <a:pt x="6629400" y="5981700"/>
                </a:cubicBezTo>
                <a:cubicBezTo>
                  <a:pt x="6629400" y="5960745"/>
                  <a:pt x="6646545" y="5943600"/>
                  <a:pt x="6667500" y="5943600"/>
                </a:cubicBezTo>
                <a:cubicBezTo>
                  <a:pt x="6688455" y="5943600"/>
                  <a:pt x="6705600" y="5960745"/>
                  <a:pt x="6705600" y="5981700"/>
                </a:cubicBezTo>
                <a:close/>
                <a:moveTo>
                  <a:pt x="7162800" y="5981700"/>
                </a:moveTo>
                <a:cubicBezTo>
                  <a:pt x="7162800" y="6002655"/>
                  <a:pt x="7145655" y="6019800"/>
                  <a:pt x="7124700" y="6019800"/>
                </a:cubicBezTo>
                <a:cubicBezTo>
                  <a:pt x="7103745" y="6019800"/>
                  <a:pt x="7086600" y="6002655"/>
                  <a:pt x="7086600" y="5981700"/>
                </a:cubicBezTo>
                <a:cubicBezTo>
                  <a:pt x="7086600" y="5960745"/>
                  <a:pt x="7103745" y="5943600"/>
                  <a:pt x="7124700" y="5943600"/>
                </a:cubicBezTo>
                <a:cubicBezTo>
                  <a:pt x="7145655" y="5943600"/>
                  <a:pt x="7162800" y="5960745"/>
                  <a:pt x="7162800" y="5981700"/>
                </a:cubicBezTo>
                <a:close/>
                <a:moveTo>
                  <a:pt x="7620000" y="5981700"/>
                </a:moveTo>
                <a:cubicBezTo>
                  <a:pt x="7620000" y="6002655"/>
                  <a:pt x="7602855" y="6019800"/>
                  <a:pt x="7581900" y="6019800"/>
                </a:cubicBezTo>
                <a:cubicBezTo>
                  <a:pt x="7560945" y="6019800"/>
                  <a:pt x="7543800" y="6002655"/>
                  <a:pt x="7543800" y="5981700"/>
                </a:cubicBezTo>
                <a:cubicBezTo>
                  <a:pt x="7543800" y="5960745"/>
                  <a:pt x="7560945" y="5943600"/>
                  <a:pt x="7581900" y="5943600"/>
                </a:cubicBezTo>
                <a:cubicBezTo>
                  <a:pt x="7602855" y="5943600"/>
                  <a:pt x="7620000" y="5960745"/>
                  <a:pt x="7620000" y="5981700"/>
                </a:cubicBezTo>
                <a:close/>
                <a:moveTo>
                  <a:pt x="8077200" y="5981700"/>
                </a:moveTo>
                <a:cubicBezTo>
                  <a:pt x="8077200" y="6002655"/>
                  <a:pt x="8060055" y="6019800"/>
                  <a:pt x="8039100" y="6019800"/>
                </a:cubicBezTo>
                <a:cubicBezTo>
                  <a:pt x="8018145" y="6019800"/>
                  <a:pt x="8001000" y="6002655"/>
                  <a:pt x="8001000" y="5981700"/>
                </a:cubicBezTo>
                <a:cubicBezTo>
                  <a:pt x="8001000" y="5960745"/>
                  <a:pt x="8018145" y="5943600"/>
                  <a:pt x="8039100" y="5943600"/>
                </a:cubicBezTo>
                <a:cubicBezTo>
                  <a:pt x="8060055" y="5943600"/>
                  <a:pt x="8077200" y="5960745"/>
                  <a:pt x="8077200" y="5981700"/>
                </a:cubicBezTo>
                <a:close/>
                <a:moveTo>
                  <a:pt x="8534400" y="5981700"/>
                </a:moveTo>
                <a:cubicBezTo>
                  <a:pt x="8534400" y="6002655"/>
                  <a:pt x="8517255" y="6019800"/>
                  <a:pt x="8496300" y="6019800"/>
                </a:cubicBezTo>
                <a:cubicBezTo>
                  <a:pt x="8475345" y="6019800"/>
                  <a:pt x="8458200" y="6002655"/>
                  <a:pt x="8458200" y="5981700"/>
                </a:cubicBezTo>
                <a:cubicBezTo>
                  <a:pt x="8458200" y="5960745"/>
                  <a:pt x="8475345" y="5943600"/>
                  <a:pt x="8496300" y="5943600"/>
                </a:cubicBezTo>
                <a:cubicBezTo>
                  <a:pt x="8517255" y="5943600"/>
                  <a:pt x="8534400" y="5960745"/>
                  <a:pt x="8534400" y="5981700"/>
                </a:cubicBezTo>
                <a:close/>
                <a:moveTo>
                  <a:pt x="8991600" y="5981700"/>
                </a:moveTo>
                <a:cubicBezTo>
                  <a:pt x="8991600" y="6002655"/>
                  <a:pt x="8974455" y="6019800"/>
                  <a:pt x="8953500" y="6019800"/>
                </a:cubicBezTo>
                <a:cubicBezTo>
                  <a:pt x="8932545" y="6019800"/>
                  <a:pt x="8915400" y="6002655"/>
                  <a:pt x="8915400" y="5981700"/>
                </a:cubicBezTo>
                <a:cubicBezTo>
                  <a:pt x="8915400" y="5960745"/>
                  <a:pt x="8932545" y="5943600"/>
                  <a:pt x="8953500" y="5943600"/>
                </a:cubicBezTo>
                <a:cubicBezTo>
                  <a:pt x="8974455" y="5943600"/>
                  <a:pt x="8991600" y="5960745"/>
                  <a:pt x="8991600" y="5981700"/>
                </a:cubicBezTo>
                <a:close/>
                <a:moveTo>
                  <a:pt x="9448800" y="5981700"/>
                </a:moveTo>
                <a:cubicBezTo>
                  <a:pt x="9448800" y="6002655"/>
                  <a:pt x="9431655" y="6019800"/>
                  <a:pt x="9410700" y="6019800"/>
                </a:cubicBezTo>
                <a:cubicBezTo>
                  <a:pt x="9389745" y="6019800"/>
                  <a:pt x="9372600" y="6002655"/>
                  <a:pt x="9372600" y="5981700"/>
                </a:cubicBezTo>
                <a:cubicBezTo>
                  <a:pt x="9372600" y="5960745"/>
                  <a:pt x="9389745" y="5943600"/>
                  <a:pt x="9410700" y="5943600"/>
                </a:cubicBezTo>
                <a:cubicBezTo>
                  <a:pt x="9431655" y="5943600"/>
                  <a:pt x="9448800" y="5960745"/>
                  <a:pt x="9448800" y="5981700"/>
                </a:cubicBezTo>
                <a:close/>
                <a:moveTo>
                  <a:pt x="9906000" y="5981700"/>
                </a:moveTo>
                <a:cubicBezTo>
                  <a:pt x="9906000" y="6002655"/>
                  <a:pt x="9888855" y="6019800"/>
                  <a:pt x="9867900" y="6019800"/>
                </a:cubicBezTo>
                <a:cubicBezTo>
                  <a:pt x="9846945" y="6019800"/>
                  <a:pt x="9829800" y="6002655"/>
                  <a:pt x="9829800" y="5981700"/>
                </a:cubicBezTo>
                <a:cubicBezTo>
                  <a:pt x="9829800" y="5960745"/>
                  <a:pt x="9846945" y="5943600"/>
                  <a:pt x="9867900" y="5943600"/>
                </a:cubicBezTo>
                <a:cubicBezTo>
                  <a:pt x="9888855" y="5943600"/>
                  <a:pt x="9906000" y="5960745"/>
                  <a:pt x="9906000" y="5981700"/>
                </a:cubicBezTo>
                <a:close/>
                <a:moveTo>
                  <a:pt x="10363200" y="5981700"/>
                </a:moveTo>
                <a:cubicBezTo>
                  <a:pt x="10363200" y="6002655"/>
                  <a:pt x="10346055" y="6019800"/>
                  <a:pt x="10325100" y="6019800"/>
                </a:cubicBezTo>
                <a:cubicBezTo>
                  <a:pt x="10304145" y="6019800"/>
                  <a:pt x="10287000" y="6002655"/>
                  <a:pt x="10287000" y="5981700"/>
                </a:cubicBezTo>
                <a:cubicBezTo>
                  <a:pt x="10287000" y="5960745"/>
                  <a:pt x="10304145" y="5943600"/>
                  <a:pt x="10325100" y="5943600"/>
                </a:cubicBezTo>
                <a:cubicBezTo>
                  <a:pt x="10346055" y="5943600"/>
                  <a:pt x="10363200" y="5960745"/>
                  <a:pt x="10363200" y="5981700"/>
                </a:cubicBezTo>
                <a:close/>
                <a:moveTo>
                  <a:pt x="10820400" y="5981700"/>
                </a:moveTo>
                <a:cubicBezTo>
                  <a:pt x="10820400" y="6002655"/>
                  <a:pt x="10803255" y="6019800"/>
                  <a:pt x="10782300" y="6019800"/>
                </a:cubicBezTo>
                <a:cubicBezTo>
                  <a:pt x="10761345" y="6019800"/>
                  <a:pt x="10744200" y="6002655"/>
                  <a:pt x="10744200" y="5981700"/>
                </a:cubicBezTo>
                <a:cubicBezTo>
                  <a:pt x="10744200" y="5960745"/>
                  <a:pt x="10761345" y="5943600"/>
                  <a:pt x="10782300" y="5943600"/>
                </a:cubicBezTo>
                <a:cubicBezTo>
                  <a:pt x="10803255" y="5943600"/>
                  <a:pt x="10820400" y="5960745"/>
                  <a:pt x="10820400" y="5981700"/>
                </a:cubicBezTo>
                <a:close/>
                <a:moveTo>
                  <a:pt x="11277600" y="5981700"/>
                </a:moveTo>
                <a:cubicBezTo>
                  <a:pt x="11277600" y="6002655"/>
                  <a:pt x="11260455" y="6019800"/>
                  <a:pt x="11239500" y="6019800"/>
                </a:cubicBezTo>
                <a:cubicBezTo>
                  <a:pt x="11218545" y="6019800"/>
                  <a:pt x="11201400" y="6002655"/>
                  <a:pt x="11201400" y="5981700"/>
                </a:cubicBezTo>
                <a:cubicBezTo>
                  <a:pt x="11201400" y="5960745"/>
                  <a:pt x="11218545" y="5943600"/>
                  <a:pt x="11239500" y="5943600"/>
                </a:cubicBezTo>
                <a:cubicBezTo>
                  <a:pt x="11260455" y="5943600"/>
                  <a:pt x="11277600" y="5960745"/>
                  <a:pt x="11277600" y="5981700"/>
                </a:cubicBezTo>
                <a:close/>
                <a:moveTo>
                  <a:pt x="11734800" y="5981700"/>
                </a:moveTo>
                <a:cubicBezTo>
                  <a:pt x="11734800" y="6002655"/>
                  <a:pt x="11717655" y="6019800"/>
                  <a:pt x="11696700" y="6019800"/>
                </a:cubicBezTo>
                <a:cubicBezTo>
                  <a:pt x="11675745" y="6019800"/>
                  <a:pt x="11658600" y="6002655"/>
                  <a:pt x="11658600" y="5981700"/>
                </a:cubicBezTo>
                <a:cubicBezTo>
                  <a:pt x="11658600" y="5960745"/>
                  <a:pt x="11675745" y="5943600"/>
                  <a:pt x="11696700" y="5943600"/>
                </a:cubicBezTo>
                <a:cubicBezTo>
                  <a:pt x="11717655" y="5943600"/>
                  <a:pt x="11734800" y="5960745"/>
                  <a:pt x="11734800" y="5981700"/>
                </a:cubicBezTo>
                <a:close/>
                <a:moveTo>
                  <a:pt x="76200" y="6438900"/>
                </a:moveTo>
                <a:cubicBezTo>
                  <a:pt x="76200" y="6459855"/>
                  <a:pt x="59055" y="6477000"/>
                  <a:pt x="38100" y="6477000"/>
                </a:cubicBezTo>
                <a:cubicBezTo>
                  <a:pt x="17145" y="6477000"/>
                  <a:pt x="0" y="6459855"/>
                  <a:pt x="0" y="6438900"/>
                </a:cubicBezTo>
                <a:cubicBezTo>
                  <a:pt x="0" y="6417945"/>
                  <a:pt x="17145" y="6400800"/>
                  <a:pt x="38100" y="6400800"/>
                </a:cubicBezTo>
                <a:cubicBezTo>
                  <a:pt x="59055" y="6400800"/>
                  <a:pt x="76200" y="6417945"/>
                  <a:pt x="76200" y="6438900"/>
                </a:cubicBezTo>
                <a:close/>
                <a:moveTo>
                  <a:pt x="533400" y="6438900"/>
                </a:moveTo>
                <a:cubicBezTo>
                  <a:pt x="533400" y="6459855"/>
                  <a:pt x="516255" y="6477000"/>
                  <a:pt x="495300" y="6477000"/>
                </a:cubicBezTo>
                <a:cubicBezTo>
                  <a:pt x="474345" y="6477000"/>
                  <a:pt x="457200" y="6459855"/>
                  <a:pt x="457200" y="6438900"/>
                </a:cubicBezTo>
                <a:cubicBezTo>
                  <a:pt x="457200" y="6417945"/>
                  <a:pt x="474345" y="6400800"/>
                  <a:pt x="495300" y="6400800"/>
                </a:cubicBezTo>
                <a:cubicBezTo>
                  <a:pt x="516255" y="6400800"/>
                  <a:pt x="533400" y="6417945"/>
                  <a:pt x="533400" y="6438900"/>
                </a:cubicBezTo>
                <a:close/>
                <a:moveTo>
                  <a:pt x="990600" y="6438900"/>
                </a:moveTo>
                <a:cubicBezTo>
                  <a:pt x="990600" y="6459855"/>
                  <a:pt x="973455" y="6477000"/>
                  <a:pt x="952500" y="6477000"/>
                </a:cubicBezTo>
                <a:cubicBezTo>
                  <a:pt x="931545" y="6477000"/>
                  <a:pt x="914400" y="6459855"/>
                  <a:pt x="914400" y="6438900"/>
                </a:cubicBezTo>
                <a:cubicBezTo>
                  <a:pt x="914400" y="6417945"/>
                  <a:pt x="931545" y="6400800"/>
                  <a:pt x="952500" y="6400800"/>
                </a:cubicBezTo>
                <a:cubicBezTo>
                  <a:pt x="973455" y="6400800"/>
                  <a:pt x="990600" y="6417945"/>
                  <a:pt x="990600" y="6438900"/>
                </a:cubicBezTo>
                <a:close/>
                <a:moveTo>
                  <a:pt x="1447800" y="6438900"/>
                </a:moveTo>
                <a:cubicBezTo>
                  <a:pt x="1447800" y="6459855"/>
                  <a:pt x="1430655" y="6477000"/>
                  <a:pt x="1409700" y="6477000"/>
                </a:cubicBezTo>
                <a:cubicBezTo>
                  <a:pt x="1388745" y="6477000"/>
                  <a:pt x="1371600" y="6459855"/>
                  <a:pt x="1371600" y="6438900"/>
                </a:cubicBezTo>
                <a:cubicBezTo>
                  <a:pt x="1371600" y="6417945"/>
                  <a:pt x="1388745" y="6400800"/>
                  <a:pt x="1409700" y="6400800"/>
                </a:cubicBezTo>
                <a:cubicBezTo>
                  <a:pt x="1430655" y="6400800"/>
                  <a:pt x="1447800" y="6417945"/>
                  <a:pt x="1447800" y="6438900"/>
                </a:cubicBezTo>
                <a:close/>
                <a:moveTo>
                  <a:pt x="1905000" y="6438900"/>
                </a:moveTo>
                <a:cubicBezTo>
                  <a:pt x="1905000" y="6459855"/>
                  <a:pt x="1887855" y="6477000"/>
                  <a:pt x="1866900" y="6477000"/>
                </a:cubicBezTo>
                <a:cubicBezTo>
                  <a:pt x="1845945" y="6477000"/>
                  <a:pt x="1828800" y="6459855"/>
                  <a:pt x="1828800" y="6438900"/>
                </a:cubicBezTo>
                <a:cubicBezTo>
                  <a:pt x="1828800" y="6417945"/>
                  <a:pt x="1845945" y="6400800"/>
                  <a:pt x="1866900" y="6400800"/>
                </a:cubicBezTo>
                <a:cubicBezTo>
                  <a:pt x="1887855" y="6400800"/>
                  <a:pt x="1905000" y="6417945"/>
                  <a:pt x="1905000" y="6438900"/>
                </a:cubicBezTo>
                <a:close/>
                <a:moveTo>
                  <a:pt x="2362200" y="6438900"/>
                </a:moveTo>
                <a:cubicBezTo>
                  <a:pt x="2362200" y="6459855"/>
                  <a:pt x="2345055" y="6477000"/>
                  <a:pt x="2324100" y="6477000"/>
                </a:cubicBezTo>
                <a:cubicBezTo>
                  <a:pt x="2303145" y="6477000"/>
                  <a:pt x="2286000" y="6459855"/>
                  <a:pt x="2286000" y="6438900"/>
                </a:cubicBezTo>
                <a:cubicBezTo>
                  <a:pt x="2286000" y="6417945"/>
                  <a:pt x="2303145" y="6400800"/>
                  <a:pt x="2324100" y="6400800"/>
                </a:cubicBezTo>
                <a:cubicBezTo>
                  <a:pt x="2345055" y="6400800"/>
                  <a:pt x="2362200" y="6417945"/>
                  <a:pt x="2362200" y="6438900"/>
                </a:cubicBezTo>
                <a:close/>
                <a:moveTo>
                  <a:pt x="2819400" y="6438900"/>
                </a:moveTo>
                <a:cubicBezTo>
                  <a:pt x="2819400" y="6459855"/>
                  <a:pt x="2802255" y="6477000"/>
                  <a:pt x="2781300" y="6477000"/>
                </a:cubicBezTo>
                <a:cubicBezTo>
                  <a:pt x="2760345" y="6477000"/>
                  <a:pt x="2743200" y="6459855"/>
                  <a:pt x="2743200" y="6438900"/>
                </a:cubicBezTo>
                <a:cubicBezTo>
                  <a:pt x="2743200" y="6417945"/>
                  <a:pt x="2760345" y="6400800"/>
                  <a:pt x="2781300" y="6400800"/>
                </a:cubicBezTo>
                <a:cubicBezTo>
                  <a:pt x="2802255" y="6400800"/>
                  <a:pt x="2819400" y="6417945"/>
                  <a:pt x="2819400" y="6438900"/>
                </a:cubicBezTo>
                <a:close/>
                <a:moveTo>
                  <a:pt x="3276600" y="6438900"/>
                </a:moveTo>
                <a:cubicBezTo>
                  <a:pt x="3276600" y="6459855"/>
                  <a:pt x="3259455" y="6477000"/>
                  <a:pt x="3238500" y="6477000"/>
                </a:cubicBezTo>
                <a:cubicBezTo>
                  <a:pt x="3217545" y="6477000"/>
                  <a:pt x="3200400" y="6459855"/>
                  <a:pt x="3200400" y="6438900"/>
                </a:cubicBezTo>
                <a:cubicBezTo>
                  <a:pt x="3200400" y="6417945"/>
                  <a:pt x="3217545" y="6400800"/>
                  <a:pt x="3238500" y="6400800"/>
                </a:cubicBezTo>
                <a:cubicBezTo>
                  <a:pt x="3259455" y="6400800"/>
                  <a:pt x="3276600" y="6417945"/>
                  <a:pt x="3276600" y="6438900"/>
                </a:cubicBezTo>
                <a:close/>
                <a:moveTo>
                  <a:pt x="3733800" y="6438900"/>
                </a:moveTo>
                <a:cubicBezTo>
                  <a:pt x="3733800" y="6459855"/>
                  <a:pt x="3716655" y="6477000"/>
                  <a:pt x="3695700" y="6477000"/>
                </a:cubicBezTo>
                <a:cubicBezTo>
                  <a:pt x="3674745" y="6477000"/>
                  <a:pt x="3657600" y="6459855"/>
                  <a:pt x="3657600" y="6438900"/>
                </a:cubicBezTo>
                <a:cubicBezTo>
                  <a:pt x="3657600" y="6417945"/>
                  <a:pt x="3674745" y="6400800"/>
                  <a:pt x="3695700" y="6400800"/>
                </a:cubicBezTo>
                <a:cubicBezTo>
                  <a:pt x="3716655" y="6400800"/>
                  <a:pt x="3733800" y="6417945"/>
                  <a:pt x="3733800" y="6438900"/>
                </a:cubicBezTo>
                <a:close/>
                <a:moveTo>
                  <a:pt x="4191000" y="6438900"/>
                </a:moveTo>
                <a:cubicBezTo>
                  <a:pt x="4191000" y="6459855"/>
                  <a:pt x="4173855" y="6477000"/>
                  <a:pt x="4152900" y="6477000"/>
                </a:cubicBezTo>
                <a:cubicBezTo>
                  <a:pt x="4131945" y="6477000"/>
                  <a:pt x="4114800" y="6459855"/>
                  <a:pt x="4114800" y="6438900"/>
                </a:cubicBezTo>
                <a:cubicBezTo>
                  <a:pt x="4114800" y="6417945"/>
                  <a:pt x="4131945" y="6400800"/>
                  <a:pt x="4152900" y="6400800"/>
                </a:cubicBezTo>
                <a:cubicBezTo>
                  <a:pt x="4173855" y="6400800"/>
                  <a:pt x="4191000" y="6417945"/>
                  <a:pt x="4191000" y="6438900"/>
                </a:cubicBezTo>
                <a:close/>
                <a:moveTo>
                  <a:pt x="4648200" y="6438900"/>
                </a:moveTo>
                <a:cubicBezTo>
                  <a:pt x="4648200" y="6459855"/>
                  <a:pt x="4631055" y="6477000"/>
                  <a:pt x="4610100" y="6477000"/>
                </a:cubicBezTo>
                <a:cubicBezTo>
                  <a:pt x="4589145" y="6477000"/>
                  <a:pt x="4572000" y="6459855"/>
                  <a:pt x="4572000" y="6438900"/>
                </a:cubicBezTo>
                <a:cubicBezTo>
                  <a:pt x="4572000" y="6417945"/>
                  <a:pt x="4589145" y="6400800"/>
                  <a:pt x="4610100" y="6400800"/>
                </a:cubicBezTo>
                <a:cubicBezTo>
                  <a:pt x="4631055" y="6400800"/>
                  <a:pt x="4648200" y="6417945"/>
                  <a:pt x="4648200" y="6438900"/>
                </a:cubicBezTo>
                <a:close/>
                <a:moveTo>
                  <a:pt x="5105400" y="6438900"/>
                </a:moveTo>
                <a:cubicBezTo>
                  <a:pt x="5105400" y="6459855"/>
                  <a:pt x="5088255" y="6477000"/>
                  <a:pt x="5067300" y="6477000"/>
                </a:cubicBezTo>
                <a:cubicBezTo>
                  <a:pt x="5046345" y="6477000"/>
                  <a:pt x="5029200" y="6459855"/>
                  <a:pt x="5029200" y="6438900"/>
                </a:cubicBezTo>
                <a:cubicBezTo>
                  <a:pt x="5029200" y="6417945"/>
                  <a:pt x="5046345" y="6400800"/>
                  <a:pt x="5067300" y="6400800"/>
                </a:cubicBezTo>
                <a:cubicBezTo>
                  <a:pt x="5088255" y="6400800"/>
                  <a:pt x="5105400" y="6417945"/>
                  <a:pt x="5105400" y="6438900"/>
                </a:cubicBezTo>
                <a:close/>
                <a:moveTo>
                  <a:pt x="5562600" y="6438900"/>
                </a:moveTo>
                <a:cubicBezTo>
                  <a:pt x="5562600" y="6459855"/>
                  <a:pt x="5545455" y="6477000"/>
                  <a:pt x="5524500" y="6477000"/>
                </a:cubicBezTo>
                <a:cubicBezTo>
                  <a:pt x="5503545" y="6477000"/>
                  <a:pt x="5486400" y="6459855"/>
                  <a:pt x="5486400" y="6438900"/>
                </a:cubicBezTo>
                <a:cubicBezTo>
                  <a:pt x="5486400" y="6417945"/>
                  <a:pt x="5503545" y="6400800"/>
                  <a:pt x="5524500" y="6400800"/>
                </a:cubicBezTo>
                <a:cubicBezTo>
                  <a:pt x="5545455" y="6400800"/>
                  <a:pt x="5562600" y="6417945"/>
                  <a:pt x="5562600" y="6438900"/>
                </a:cubicBezTo>
                <a:close/>
                <a:moveTo>
                  <a:pt x="6019800" y="6438900"/>
                </a:moveTo>
                <a:cubicBezTo>
                  <a:pt x="6019800" y="6459855"/>
                  <a:pt x="6002655" y="6477000"/>
                  <a:pt x="5981700" y="6477000"/>
                </a:cubicBezTo>
                <a:cubicBezTo>
                  <a:pt x="5960745" y="6477000"/>
                  <a:pt x="5943600" y="6459855"/>
                  <a:pt x="5943600" y="6438900"/>
                </a:cubicBezTo>
                <a:cubicBezTo>
                  <a:pt x="5943600" y="6417945"/>
                  <a:pt x="5960745" y="6400800"/>
                  <a:pt x="5981700" y="6400800"/>
                </a:cubicBezTo>
                <a:cubicBezTo>
                  <a:pt x="6002655" y="6400800"/>
                  <a:pt x="6019800" y="6417945"/>
                  <a:pt x="6019800" y="6438900"/>
                </a:cubicBezTo>
                <a:close/>
                <a:moveTo>
                  <a:pt x="6477000" y="6438900"/>
                </a:moveTo>
                <a:cubicBezTo>
                  <a:pt x="6477000" y="6459855"/>
                  <a:pt x="6459855" y="6477000"/>
                  <a:pt x="6438900" y="6477000"/>
                </a:cubicBezTo>
                <a:cubicBezTo>
                  <a:pt x="6417945" y="6477000"/>
                  <a:pt x="6400800" y="6459855"/>
                  <a:pt x="6400800" y="6438900"/>
                </a:cubicBezTo>
                <a:cubicBezTo>
                  <a:pt x="6400800" y="6417945"/>
                  <a:pt x="6417945" y="6400800"/>
                  <a:pt x="6438900" y="6400800"/>
                </a:cubicBezTo>
                <a:cubicBezTo>
                  <a:pt x="6459855" y="6400800"/>
                  <a:pt x="6477000" y="6417945"/>
                  <a:pt x="6477000" y="6438900"/>
                </a:cubicBezTo>
                <a:close/>
                <a:moveTo>
                  <a:pt x="6934200" y="6438900"/>
                </a:moveTo>
                <a:cubicBezTo>
                  <a:pt x="6934200" y="6459855"/>
                  <a:pt x="6917055" y="6477000"/>
                  <a:pt x="6896100" y="6477000"/>
                </a:cubicBezTo>
                <a:cubicBezTo>
                  <a:pt x="6875145" y="6477000"/>
                  <a:pt x="6858000" y="6459855"/>
                  <a:pt x="6858000" y="6438900"/>
                </a:cubicBezTo>
                <a:cubicBezTo>
                  <a:pt x="6858000" y="6417945"/>
                  <a:pt x="6875145" y="6400800"/>
                  <a:pt x="6896100" y="6400800"/>
                </a:cubicBezTo>
                <a:cubicBezTo>
                  <a:pt x="6917055" y="6400800"/>
                  <a:pt x="6934200" y="6417945"/>
                  <a:pt x="6934200" y="6438900"/>
                </a:cubicBezTo>
                <a:close/>
                <a:moveTo>
                  <a:pt x="7391400" y="6438900"/>
                </a:moveTo>
                <a:cubicBezTo>
                  <a:pt x="7391400" y="6459855"/>
                  <a:pt x="7374255" y="6477000"/>
                  <a:pt x="7353300" y="6477000"/>
                </a:cubicBezTo>
                <a:cubicBezTo>
                  <a:pt x="7332345" y="6477000"/>
                  <a:pt x="7315200" y="6459855"/>
                  <a:pt x="7315200" y="6438900"/>
                </a:cubicBezTo>
                <a:cubicBezTo>
                  <a:pt x="7315200" y="6417945"/>
                  <a:pt x="7332345" y="6400800"/>
                  <a:pt x="7353300" y="6400800"/>
                </a:cubicBezTo>
                <a:cubicBezTo>
                  <a:pt x="7374255" y="6400800"/>
                  <a:pt x="7391400" y="6417945"/>
                  <a:pt x="7391400" y="6438900"/>
                </a:cubicBezTo>
                <a:close/>
                <a:moveTo>
                  <a:pt x="7848600" y="6438900"/>
                </a:moveTo>
                <a:cubicBezTo>
                  <a:pt x="7848600" y="6459855"/>
                  <a:pt x="7831455" y="6477000"/>
                  <a:pt x="7810500" y="6477000"/>
                </a:cubicBezTo>
                <a:cubicBezTo>
                  <a:pt x="7789545" y="6477000"/>
                  <a:pt x="7772400" y="6459855"/>
                  <a:pt x="7772400" y="6438900"/>
                </a:cubicBezTo>
                <a:cubicBezTo>
                  <a:pt x="7772400" y="6417945"/>
                  <a:pt x="7789545" y="6400800"/>
                  <a:pt x="7810500" y="6400800"/>
                </a:cubicBezTo>
                <a:cubicBezTo>
                  <a:pt x="7831455" y="6400800"/>
                  <a:pt x="7848600" y="6417945"/>
                  <a:pt x="7848600" y="6438900"/>
                </a:cubicBezTo>
                <a:close/>
                <a:moveTo>
                  <a:pt x="8305800" y="6438900"/>
                </a:moveTo>
                <a:cubicBezTo>
                  <a:pt x="8305800" y="6459855"/>
                  <a:pt x="8288655" y="6477000"/>
                  <a:pt x="8267700" y="6477000"/>
                </a:cubicBezTo>
                <a:cubicBezTo>
                  <a:pt x="8246745" y="6477000"/>
                  <a:pt x="8229600" y="6459855"/>
                  <a:pt x="8229600" y="6438900"/>
                </a:cubicBezTo>
                <a:cubicBezTo>
                  <a:pt x="8229600" y="6417945"/>
                  <a:pt x="8246745" y="6400800"/>
                  <a:pt x="8267700" y="6400800"/>
                </a:cubicBezTo>
                <a:cubicBezTo>
                  <a:pt x="8288655" y="6400800"/>
                  <a:pt x="8305800" y="6417945"/>
                  <a:pt x="8305800" y="6438900"/>
                </a:cubicBezTo>
                <a:close/>
                <a:moveTo>
                  <a:pt x="8763000" y="6438900"/>
                </a:moveTo>
                <a:cubicBezTo>
                  <a:pt x="8763000" y="6459855"/>
                  <a:pt x="8745855" y="6477000"/>
                  <a:pt x="8724900" y="6477000"/>
                </a:cubicBezTo>
                <a:cubicBezTo>
                  <a:pt x="8703945" y="6477000"/>
                  <a:pt x="8686800" y="6459855"/>
                  <a:pt x="8686800" y="6438900"/>
                </a:cubicBezTo>
                <a:cubicBezTo>
                  <a:pt x="8686800" y="6417945"/>
                  <a:pt x="8703945" y="6400800"/>
                  <a:pt x="8724900" y="6400800"/>
                </a:cubicBezTo>
                <a:cubicBezTo>
                  <a:pt x="8745855" y="6400800"/>
                  <a:pt x="8763000" y="6417945"/>
                  <a:pt x="8763000" y="6438900"/>
                </a:cubicBezTo>
                <a:close/>
                <a:moveTo>
                  <a:pt x="9220200" y="6438900"/>
                </a:moveTo>
                <a:cubicBezTo>
                  <a:pt x="9220200" y="6459855"/>
                  <a:pt x="9203055" y="6477000"/>
                  <a:pt x="9182100" y="6477000"/>
                </a:cubicBezTo>
                <a:cubicBezTo>
                  <a:pt x="9161145" y="6477000"/>
                  <a:pt x="9144000" y="6459855"/>
                  <a:pt x="9144000" y="6438900"/>
                </a:cubicBezTo>
                <a:cubicBezTo>
                  <a:pt x="9144000" y="6417945"/>
                  <a:pt x="9161145" y="6400800"/>
                  <a:pt x="9182100" y="6400800"/>
                </a:cubicBezTo>
                <a:cubicBezTo>
                  <a:pt x="9203055" y="6400800"/>
                  <a:pt x="9220200" y="6417945"/>
                  <a:pt x="9220200" y="6438900"/>
                </a:cubicBezTo>
                <a:close/>
                <a:moveTo>
                  <a:pt x="9677400" y="6438900"/>
                </a:moveTo>
                <a:cubicBezTo>
                  <a:pt x="9677400" y="6459855"/>
                  <a:pt x="9660255" y="6477000"/>
                  <a:pt x="9639300" y="6477000"/>
                </a:cubicBezTo>
                <a:cubicBezTo>
                  <a:pt x="9618345" y="6477000"/>
                  <a:pt x="9601200" y="6459855"/>
                  <a:pt x="9601200" y="6438900"/>
                </a:cubicBezTo>
                <a:cubicBezTo>
                  <a:pt x="9601200" y="6417945"/>
                  <a:pt x="9618345" y="6400800"/>
                  <a:pt x="9639300" y="6400800"/>
                </a:cubicBezTo>
                <a:cubicBezTo>
                  <a:pt x="9660255" y="6400800"/>
                  <a:pt x="9677400" y="6417945"/>
                  <a:pt x="9677400" y="6438900"/>
                </a:cubicBezTo>
                <a:close/>
                <a:moveTo>
                  <a:pt x="10134600" y="6438900"/>
                </a:moveTo>
                <a:cubicBezTo>
                  <a:pt x="10134600" y="6459855"/>
                  <a:pt x="10117455" y="6477000"/>
                  <a:pt x="10096500" y="6477000"/>
                </a:cubicBezTo>
                <a:cubicBezTo>
                  <a:pt x="10075545" y="6477000"/>
                  <a:pt x="10058400" y="6459855"/>
                  <a:pt x="10058400" y="6438900"/>
                </a:cubicBezTo>
                <a:cubicBezTo>
                  <a:pt x="10058400" y="6417945"/>
                  <a:pt x="10075545" y="6400800"/>
                  <a:pt x="10096500" y="6400800"/>
                </a:cubicBezTo>
                <a:cubicBezTo>
                  <a:pt x="10117455" y="6400800"/>
                  <a:pt x="10134600" y="6417945"/>
                  <a:pt x="10134600" y="6438900"/>
                </a:cubicBezTo>
                <a:close/>
                <a:moveTo>
                  <a:pt x="10591800" y="6438900"/>
                </a:moveTo>
                <a:cubicBezTo>
                  <a:pt x="10591800" y="6459855"/>
                  <a:pt x="10574655" y="6477000"/>
                  <a:pt x="10553700" y="6477000"/>
                </a:cubicBezTo>
                <a:cubicBezTo>
                  <a:pt x="10532745" y="6477000"/>
                  <a:pt x="10515600" y="6459855"/>
                  <a:pt x="10515600" y="6438900"/>
                </a:cubicBezTo>
                <a:cubicBezTo>
                  <a:pt x="10515600" y="6417945"/>
                  <a:pt x="10532745" y="6400800"/>
                  <a:pt x="10553700" y="6400800"/>
                </a:cubicBezTo>
                <a:cubicBezTo>
                  <a:pt x="10574655" y="6400800"/>
                  <a:pt x="10591800" y="6417945"/>
                  <a:pt x="10591800" y="6438900"/>
                </a:cubicBezTo>
                <a:close/>
                <a:moveTo>
                  <a:pt x="11049000" y="6438900"/>
                </a:moveTo>
                <a:cubicBezTo>
                  <a:pt x="11049000" y="6459855"/>
                  <a:pt x="11031855" y="6477000"/>
                  <a:pt x="11010900" y="6477000"/>
                </a:cubicBezTo>
                <a:cubicBezTo>
                  <a:pt x="10989945" y="6477000"/>
                  <a:pt x="10972800" y="6459855"/>
                  <a:pt x="10972800" y="6438900"/>
                </a:cubicBezTo>
                <a:cubicBezTo>
                  <a:pt x="10972800" y="6417945"/>
                  <a:pt x="10989945" y="6400800"/>
                  <a:pt x="11010900" y="6400800"/>
                </a:cubicBezTo>
                <a:cubicBezTo>
                  <a:pt x="11031855" y="6400800"/>
                  <a:pt x="11049000" y="6417945"/>
                  <a:pt x="11049000" y="6438900"/>
                </a:cubicBezTo>
                <a:close/>
                <a:moveTo>
                  <a:pt x="11506200" y="6438900"/>
                </a:moveTo>
                <a:cubicBezTo>
                  <a:pt x="11506200" y="6459855"/>
                  <a:pt x="11489055" y="6477000"/>
                  <a:pt x="11468100" y="6477000"/>
                </a:cubicBezTo>
                <a:cubicBezTo>
                  <a:pt x="11447145" y="6477000"/>
                  <a:pt x="11430000" y="6459855"/>
                  <a:pt x="11430000" y="6438900"/>
                </a:cubicBezTo>
                <a:cubicBezTo>
                  <a:pt x="11430000" y="6417945"/>
                  <a:pt x="11447145" y="6400800"/>
                  <a:pt x="11468100" y="6400800"/>
                </a:cubicBezTo>
                <a:cubicBezTo>
                  <a:pt x="11489055" y="6400800"/>
                  <a:pt x="11506200" y="6417945"/>
                  <a:pt x="11506200" y="6438900"/>
                </a:cubicBezTo>
                <a:close/>
                <a:moveTo>
                  <a:pt x="11963400" y="6438900"/>
                </a:moveTo>
                <a:cubicBezTo>
                  <a:pt x="11963400" y="6459855"/>
                  <a:pt x="11946255" y="6477000"/>
                  <a:pt x="11925300" y="6477000"/>
                </a:cubicBezTo>
                <a:cubicBezTo>
                  <a:pt x="11904345" y="6477000"/>
                  <a:pt x="11887200" y="6459855"/>
                  <a:pt x="11887200" y="6438900"/>
                </a:cubicBezTo>
                <a:cubicBezTo>
                  <a:pt x="11887200" y="6417945"/>
                  <a:pt x="11904345" y="6400800"/>
                  <a:pt x="11925300" y="6400800"/>
                </a:cubicBezTo>
                <a:cubicBezTo>
                  <a:pt x="11946255" y="6400800"/>
                  <a:pt x="11963400" y="6417945"/>
                  <a:pt x="11963400" y="643890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" y="609600"/>
            <a:ext cx="2133600" cy="2133600"/>
          </a:xfrm>
          <a:custGeom>
            <a:avLst/>
            <a:gdLst/>
            <a:ahLst/>
            <a:cxnLst/>
            <a:rect l="l" t="t" r="r" b="b"/>
            <a:pathLst>
              <a:path w="2133600" h="2133600">
                <a:moveTo>
                  <a:pt x="2133600" y="1066800"/>
                </a:moveTo>
                <a:cubicBezTo>
                  <a:pt x="2133600" y="1656398"/>
                  <a:pt x="1656397" y="2133600"/>
                  <a:pt x="1066800" y="2133600"/>
                </a:cubicBezTo>
                <a:cubicBezTo>
                  <a:pt x="477202" y="2133600"/>
                  <a:pt x="0" y="1656398"/>
                  <a:pt x="0" y="1066800"/>
                </a:cubicBezTo>
                <a:cubicBezTo>
                  <a:pt x="0" y="477202"/>
                  <a:pt x="477202" y="0"/>
                  <a:pt x="1066800" y="0"/>
                </a:cubicBezTo>
                <a:cubicBezTo>
                  <a:pt x="1656397" y="0"/>
                  <a:pt x="2133600" y="477202"/>
                  <a:pt x="2133600" y="1066800"/>
                </a:cubicBezTo>
                <a:close/>
              </a:path>
            </a:pathLst>
          </a:custGeom>
          <a:solidFill>
            <a:srgbClr val="A9D3F3"/>
          </a:solidFill>
          <a:ln/>
        </p:spPr>
      </p:sp>
      <p:sp>
        <p:nvSpPr>
          <p:cNvPr id="4" name=""/>
          <p:cNvSpPr/>
          <p:nvPr/>
        </p:nvSpPr>
        <p:spPr>
          <a:xfrm>
            <a:off x="9963150" y="590550"/>
            <a:ext cx="1257300" cy="1257300"/>
          </a:xfrm>
          <a:custGeom>
            <a:avLst/>
            <a:gdLst/>
            <a:ahLst/>
            <a:cxnLst/>
            <a:rect l="l" t="t" r="r" b="b"/>
            <a:pathLst>
              <a:path w="1257300" h="1257300">
                <a:moveTo>
                  <a:pt x="1257300" y="628650"/>
                </a:moveTo>
                <a:cubicBezTo>
                  <a:pt x="1257300" y="976312"/>
                  <a:pt x="976312" y="1257300"/>
                  <a:pt x="628650" y="1257300"/>
                </a:cubicBezTo>
                <a:cubicBezTo>
                  <a:pt x="280987" y="1257300"/>
                  <a:pt x="0" y="976312"/>
                  <a:pt x="0" y="628650"/>
                </a:cubicBezTo>
                <a:cubicBezTo>
                  <a:pt x="0" y="280987"/>
                  <a:pt x="280987" y="0"/>
                  <a:pt x="628650" y="0"/>
                </a:cubicBezTo>
                <a:cubicBezTo>
                  <a:pt x="976312" y="0"/>
                  <a:pt x="1257300" y="280987"/>
                  <a:pt x="1257300" y="628650"/>
                </a:cubicBez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5" name=""/>
          <p:cNvSpPr/>
          <p:nvPr/>
        </p:nvSpPr>
        <p:spPr>
          <a:xfrm>
            <a:off x="9258300" y="4248150"/>
            <a:ext cx="1752600" cy="1752600"/>
          </a:xfrm>
          <a:custGeom>
            <a:avLst/>
            <a:gdLst/>
            <a:ahLst/>
            <a:cxnLst/>
            <a:rect l="l" t="t" r="r" b="b"/>
            <a:pathLst>
              <a:path w="1752600" h="1752600">
                <a:moveTo>
                  <a:pt x="438150" y="0"/>
                </a:moveTo>
                <a:lnTo>
                  <a:pt x="1314450" y="0"/>
                </a:lnTo>
                <a:cubicBezTo>
                  <a:pt x="1556385" y="0"/>
                  <a:pt x="1752600" y="196215"/>
                  <a:pt x="1752600" y="438150"/>
                </a:cubicBezTo>
                <a:lnTo>
                  <a:pt x="1752600" y="1314450"/>
                </a:lnTo>
                <a:cubicBezTo>
                  <a:pt x="1752600" y="1556385"/>
                  <a:pt x="1556385" y="1752600"/>
                  <a:pt x="1314450" y="1752600"/>
                </a:cubicBezTo>
                <a:lnTo>
                  <a:pt x="438150" y="1752600"/>
                </a:lnTo>
                <a:cubicBezTo>
                  <a:pt x="196215" y="1752600"/>
                  <a:pt x="0" y="1556385"/>
                  <a:pt x="0" y="1314450"/>
                </a:cubicBezTo>
                <a:lnTo>
                  <a:pt x="0" y="438150"/>
                </a:lnTo>
                <a:cubicBezTo>
                  <a:pt x="0" y="196215"/>
                  <a:pt x="196215" y="0"/>
                  <a:pt x="438150" y="0"/>
                </a:cubicBezTo>
                <a:close/>
              </a:path>
            </a:pathLst>
          </a:custGeom>
          <a:solidFill>
            <a:srgbClr val="FFB8C9"/>
          </a:solidFill>
          <a:ln/>
        </p:spPr>
      </p:sp>
      <p:sp>
        <p:nvSpPr>
          <p:cNvPr id="6" name=""/>
          <p:cNvSpPr/>
          <p:nvPr/>
        </p:nvSpPr>
        <p:spPr>
          <a:xfrm>
            <a:off x="1123950" y="4914900"/>
            <a:ext cx="952500" cy="952500"/>
          </a:xfrm>
          <a:custGeom>
            <a:avLst/>
            <a:gdLst/>
            <a:ahLst/>
            <a:cxnLst/>
            <a:rect l="l" t="t" r="r" b="b"/>
            <a:pathLst>
              <a:path w="952500" h="952500">
                <a:moveTo>
                  <a:pt x="952500" y="476250"/>
                </a:moveTo>
                <a:cubicBezTo>
                  <a:pt x="952500" y="739140"/>
                  <a:pt x="739140" y="952500"/>
                  <a:pt x="476250" y="952500"/>
                </a:cubicBezTo>
                <a:cubicBezTo>
                  <a:pt x="213360" y="952500"/>
                  <a:pt x="0" y="739140"/>
                  <a:pt x="0" y="476250"/>
                </a:cubicBezTo>
                <a:cubicBezTo>
                  <a:pt x="0" y="213360"/>
                  <a:pt x="213360" y="0"/>
                  <a:pt x="476250" y="0"/>
                </a:cubicBezTo>
                <a:cubicBezTo>
                  <a:pt x="739140" y="0"/>
                  <a:pt x="952500" y="213360"/>
                  <a:pt x="952500" y="476250"/>
                </a:cubicBezTo>
                <a:close/>
              </a:path>
            </a:pathLst>
          </a:custGeom>
          <a:solidFill>
            <a:srgbClr val="FF9C6E"/>
          </a:solidFill>
          <a:ln/>
        </p:spPr>
      </p:sp>
      <p:sp>
        <p:nvSpPr>
          <p:cNvPr id="7" name=""/>
          <p:cNvSpPr/>
          <p:nvPr/>
        </p:nvSpPr>
        <p:spPr>
          <a:xfrm>
            <a:off x="6010275" y="7143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8" name=""/>
          <p:cNvSpPr/>
          <p:nvPr/>
        </p:nvSpPr>
        <p:spPr>
          <a:xfrm>
            <a:off x="4371975" y="5991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104775"/>
                </a:moveTo>
                <a:cubicBezTo>
                  <a:pt x="209550" y="162878"/>
                  <a:pt x="162878" y="209550"/>
                  <a:pt x="104775" y="209550"/>
                </a:cubicBezTo>
                <a:cubicBezTo>
                  <a:pt x="46672" y="209550"/>
                  <a:pt x="0" y="162878"/>
                  <a:pt x="0" y="104775"/>
                </a:cubicBezTo>
                <a:cubicBezTo>
                  <a:pt x="0" y="46672"/>
                  <a:pt x="46672" y="0"/>
                  <a:pt x="104775" y="0"/>
                </a:cubicBezTo>
                <a:cubicBezTo>
                  <a:pt x="162878" y="0"/>
                  <a:pt x="209550" y="46672"/>
                  <a:pt x="209550" y="104775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9" name=""/>
          <p:cNvSpPr/>
          <p:nvPr/>
        </p:nvSpPr>
        <p:spPr>
          <a:xfrm>
            <a:off x="8105775" y="6124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10" name=""/>
          <p:cNvSpPr/>
          <p:nvPr/>
        </p:nvSpPr>
        <p:spPr>
          <a:xfrm>
            <a:off x="11525250" y="30480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90500" y="95250"/>
                </a:moveTo>
                <a:cubicBezTo>
                  <a:pt x="190500" y="147637"/>
                  <a:pt x="147637" y="190500"/>
                  <a:pt x="95250" y="190500"/>
                </a:cubicBezTo>
                <a:cubicBezTo>
                  <a:pt x="42863" y="190500"/>
                  <a:pt x="0" y="147637"/>
                  <a:pt x="0" y="95250"/>
                </a:cubicBezTo>
                <a:cubicBezTo>
                  <a:pt x="0" y="42863"/>
                  <a:pt x="42863" y="0"/>
                  <a:pt x="95250" y="0"/>
                </a:cubicBezTo>
                <a:cubicBezTo>
                  <a:pt x="147637" y="0"/>
                  <a:pt x="190500" y="42863"/>
                  <a:pt x="190500" y="95250"/>
                </a:cubicBezTo>
                <a:close/>
              </a:path>
            </a:pathLst>
          </a:custGeom>
          <a:solidFill>
            <a:srgbClr val="FF8A57"/>
          </a:solidFill>
          <a:ln/>
        </p:spPr>
      </p:sp>
      <p:sp>
        <p:nvSpPr>
          <p:cNvPr id="11" name=""/>
          <p:cNvSpPr/>
          <p:nvPr/>
        </p:nvSpPr>
        <p:spPr>
          <a:xfrm>
            <a:off x="552450" y="2857500"/>
            <a:ext cx="1524000" cy="685800"/>
          </a:xfrm>
          <a:custGeom>
            <a:avLst/>
            <a:gdLst/>
            <a:ahLst/>
            <a:cxnLst/>
            <a:rect l="l" t="t" r="r" b="b"/>
            <a:pathLst>
              <a:path w="1524000" h="685800">
                <a:moveTo>
                  <a:pt x="342900" y="0"/>
                </a:moveTo>
                <a:lnTo>
                  <a:pt x="1181100" y="0"/>
                </a:lnTo>
                <a:cubicBezTo>
                  <a:pt x="1370648" y="0"/>
                  <a:pt x="1524000" y="153353"/>
                  <a:pt x="1524000" y="342900"/>
                </a:cubicBezTo>
                <a:lnTo>
                  <a:pt x="1524000" y="342900"/>
                </a:lnTo>
                <a:cubicBezTo>
                  <a:pt x="1524000" y="532447"/>
                  <a:pt x="1370648" y="685800"/>
                  <a:pt x="11811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676400" y="3448050"/>
            <a:ext cx="361950" cy="304800"/>
          </a:xfrm>
          <a:custGeom>
            <a:avLst/>
            <a:gdLst/>
            <a:ahLst/>
            <a:cxnLst/>
            <a:rect l="l" t="t" r="r" b="b"/>
            <a:pathLst>
              <a:path w="361950" h="304800">
                <a:moveTo>
                  <a:pt x="0" y="38100"/>
                </a:moveTo>
                <a:lnTo>
                  <a:pt x="361950" y="304800"/>
                </a:lnTo>
                <a:lnTo>
                  <a:pt x="1905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10248900" y="2457450"/>
            <a:ext cx="1295400" cy="685800"/>
          </a:xfrm>
          <a:custGeom>
            <a:avLst/>
            <a:gdLst/>
            <a:ahLst/>
            <a:cxnLst/>
            <a:rect l="l" t="t" r="r" b="b"/>
            <a:pathLst>
              <a:path w="1295400" h="685800">
                <a:moveTo>
                  <a:pt x="342900" y="0"/>
                </a:moveTo>
                <a:lnTo>
                  <a:pt x="952500" y="0"/>
                </a:lnTo>
                <a:cubicBezTo>
                  <a:pt x="1142048" y="0"/>
                  <a:pt x="1295400" y="153353"/>
                  <a:pt x="1295400" y="342900"/>
                </a:cubicBezTo>
                <a:lnTo>
                  <a:pt x="1295400" y="342900"/>
                </a:lnTo>
                <a:cubicBezTo>
                  <a:pt x="1295400" y="532447"/>
                  <a:pt x="1142048" y="685800"/>
                  <a:pt x="9525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10229850" y="3086100"/>
            <a:ext cx="476250" cy="266700"/>
          </a:xfrm>
          <a:custGeom>
            <a:avLst/>
            <a:gdLst/>
            <a:ahLst/>
            <a:cxnLst/>
            <a:rect l="l" t="t" r="r" b="b"/>
            <a:pathLst>
              <a:path w="476250" h="266700">
                <a:moveTo>
                  <a:pt x="228600" y="0"/>
                </a:moveTo>
                <a:lnTo>
                  <a:pt x="0" y="266700"/>
                </a:lnTo>
                <a:lnTo>
                  <a:pt x="476250" y="1905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81050" y="2981325"/>
            <a:ext cx="10668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Hello!</a:t>
            </a:r>
          </a:p>
        </p:txBody>
      </p:sp>
      <p:sp>
        <p:nvSpPr>
          <p:cNvPr id="16" name=""/>
          <p:cNvSpPr txBox="1"/>
          <p:nvPr/>
        </p:nvSpPr>
        <p:spPr>
          <a:xfrm>
            <a:off x="10525125" y="2581275"/>
            <a:ext cx="7334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Hi!</a:t>
            </a:r>
          </a:p>
        </p:txBody>
      </p:sp>
      <p:sp>
        <p:nvSpPr>
          <p:cNvPr id="17" name=""/>
          <p:cNvSpPr/>
          <p:nvPr/>
        </p:nvSpPr>
        <p:spPr>
          <a:xfrm>
            <a:off x="2190750" y="1647825"/>
            <a:ext cx="7810500" cy="3524250"/>
          </a:xfrm>
          <a:prstGeom prst="roundRect">
            <a:avLst>
              <a:gd name="adj" fmla="val 1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2609850" y="3505200"/>
            <a:ext cx="6981825" cy="285750"/>
          </a:xfrm>
          <a:prstGeom prst="roundRect">
            <a:avLst>
              <a:gd name="adj" fmla="val 40000"/>
            </a:avLst>
          </a:prstGeom>
          <a:solidFill>
            <a:srgbClr val="FFD96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524125" y="1905000"/>
            <a:ext cx="7134225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20" name=""/>
          <p:cNvSpPr txBox="1"/>
          <p:nvPr/>
        </p:nvSpPr>
        <p:spPr>
          <a:xfrm>
            <a:off x="2743200" y="2847975"/>
            <a:ext cx="8058150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長い文章で話す方法</a:t>
            </a:r>
          </a:p>
        </p:txBody>
      </p:sp>
      <p:sp>
        <p:nvSpPr>
          <p:cNvPr id="21" name=""/>
          <p:cNvSpPr/>
          <p:nvPr/>
        </p:nvSpPr>
        <p:spPr>
          <a:xfrm>
            <a:off x="2800350" y="4057650"/>
            <a:ext cx="6591300" cy="800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219450" y="4171950"/>
            <a:ext cx="6962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 spc="240" kern="0">
                <a:solidFill>
                  <a:srgbClr val="FFFFFF"/>
                </a:solidFill>
                <a:latin typeface="Noto Sans JP"/>
                <a:ea typeface="Noto Sans JP"/>
              </a:rPr>
              <a:t>Scott先生 × ひな コラボLIVE</a:t>
            </a:r>
          </a:p>
        </p:txBody>
      </p:sp>
      <p:sp>
        <p:nvSpPr>
          <p:cNvPr id="23" name=""/>
          <p:cNvSpPr/>
          <p:nvPr/>
        </p:nvSpPr>
        <p:spPr>
          <a:xfrm>
            <a:off x="9696450" y="1352550"/>
            <a:ext cx="619125" cy="590550"/>
          </a:xfrm>
          <a:custGeom>
            <a:avLst/>
            <a:gdLst/>
            <a:ahLst/>
            <a:cxnLst/>
            <a:rect l="l" t="t" r="r" b="b"/>
            <a:pathLst>
              <a:path w="619125" h="590550">
                <a:moveTo>
                  <a:pt x="307657" y="0"/>
                </a:moveTo>
                <a:lnTo>
                  <a:pt x="393382" y="205740"/>
                </a:lnTo>
                <a:lnTo>
                  <a:pt x="615315" y="223838"/>
                </a:lnTo>
                <a:lnTo>
                  <a:pt x="446722" y="368617"/>
                </a:lnTo>
                <a:lnTo>
                  <a:pt x="498157" y="585788"/>
                </a:lnTo>
                <a:lnTo>
                  <a:pt x="307657" y="469583"/>
                </a:lnTo>
                <a:lnTo>
                  <a:pt x="117157" y="585788"/>
                </a:lnTo>
                <a:lnTo>
                  <a:pt x="168593" y="368617"/>
                </a:lnTo>
                <a:lnTo>
                  <a:pt x="0" y="223838"/>
                </a:lnTo>
                <a:lnTo>
                  <a:pt x="221932" y="205740"/>
                </a:ln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4" name=""/>
          <p:cNvSpPr/>
          <p:nvPr/>
        </p:nvSpPr>
        <p:spPr>
          <a:xfrm>
            <a:off x="2295525" y="5048250"/>
            <a:ext cx="400050" cy="381000"/>
          </a:xfrm>
          <a:custGeom>
            <a:avLst/>
            <a:gdLst/>
            <a:ahLst/>
            <a:cxnLst/>
            <a:rect l="l" t="t" r="r" b="b"/>
            <a:pathLst>
              <a:path w="400050" h="381000">
                <a:moveTo>
                  <a:pt x="199073" y="0"/>
                </a:moveTo>
                <a:lnTo>
                  <a:pt x="254318" y="133350"/>
                </a:lnTo>
                <a:lnTo>
                  <a:pt x="398145" y="144780"/>
                </a:lnTo>
                <a:lnTo>
                  <a:pt x="288607" y="239078"/>
                </a:lnTo>
                <a:lnTo>
                  <a:pt x="321945" y="379095"/>
                </a:lnTo>
                <a:lnTo>
                  <a:pt x="199073" y="303847"/>
                </a:lnTo>
                <a:lnTo>
                  <a:pt x="76200" y="379095"/>
                </a:lnTo>
                <a:lnTo>
                  <a:pt x="109537" y="239078"/>
                </a:lnTo>
                <a:lnTo>
                  <a:pt x="0" y="144780"/>
                </a:lnTo>
                <a:lnTo>
                  <a:pt x="143827" y="13335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25" name=""/>
          <p:cNvSpPr/>
          <p:nvPr/>
        </p:nvSpPr>
        <p:spPr>
          <a:xfrm>
            <a:off x="11115675" y="4943475"/>
            <a:ext cx="438150" cy="390525"/>
          </a:xfrm>
          <a:custGeom>
            <a:avLst/>
            <a:gdLst/>
            <a:ahLst/>
            <a:cxnLst/>
            <a:rect l="l" t="t" r="r" b="b"/>
            <a:pathLst>
              <a:path w="438150" h="390525">
                <a:moveTo>
                  <a:pt x="219075" y="131445"/>
                </a:moveTo>
                <a:cubicBezTo>
                  <a:pt x="219075" y="0"/>
                  <a:pt x="0" y="0"/>
                  <a:pt x="0" y="131445"/>
                </a:cubicBezTo>
                <a:cubicBezTo>
                  <a:pt x="0" y="240983"/>
                  <a:pt x="153352" y="306705"/>
                  <a:pt x="219075" y="394335"/>
                </a:cubicBezTo>
                <a:cubicBezTo>
                  <a:pt x="284798" y="306705"/>
                  <a:pt x="438150" y="240983"/>
                  <a:pt x="438150" y="131445"/>
                </a:cubicBezTo>
                <a:cubicBezTo>
                  <a:pt x="438150" y="0"/>
                  <a:pt x="219075" y="0"/>
                  <a:pt x="219075" y="131445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26" name=""/>
          <p:cNvSpPr/>
          <p:nvPr/>
        </p:nvSpPr>
        <p:spPr>
          <a:xfrm>
            <a:off x="990600" y="2085975"/>
            <a:ext cx="266700" cy="238125"/>
          </a:xfrm>
          <a:custGeom>
            <a:avLst/>
            <a:gdLst/>
            <a:ahLst/>
            <a:cxnLst/>
            <a:rect l="l" t="t" r="r" b="b"/>
            <a:pathLst>
              <a:path w="266700" h="238125">
                <a:moveTo>
                  <a:pt x="133350" y="80010"/>
                </a:moveTo>
                <a:cubicBezTo>
                  <a:pt x="133350" y="0"/>
                  <a:pt x="0" y="0"/>
                  <a:pt x="0" y="80010"/>
                </a:cubicBezTo>
                <a:cubicBezTo>
                  <a:pt x="0" y="146685"/>
                  <a:pt x="93345" y="186690"/>
                  <a:pt x="133350" y="240030"/>
                </a:cubicBezTo>
                <a:cubicBezTo>
                  <a:pt x="173355" y="186690"/>
                  <a:pt x="266700" y="146685"/>
                  <a:pt x="266700" y="80010"/>
                </a:cubicBezTo>
                <a:cubicBezTo>
                  <a:pt x="266700" y="0"/>
                  <a:pt x="133350" y="0"/>
                  <a:pt x="133350" y="80010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27" name=""/>
          <p:cNvSpPr/>
          <p:nvPr/>
        </p:nvSpPr>
        <p:spPr>
          <a:xfrm>
            <a:off x="8420100" y="5753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73355" y="131445"/>
                  <a:pt x="173355" y="131445"/>
                  <a:pt x="304800" y="152400"/>
                </a:cubicBezTo>
                <a:cubicBezTo>
                  <a:pt x="173355" y="173355"/>
                  <a:pt x="173355" y="173355"/>
                  <a:pt x="152400" y="304800"/>
                </a:cubicBezTo>
                <a:cubicBezTo>
                  <a:pt x="131445" y="173355"/>
                  <a:pt x="131445" y="173355"/>
                  <a:pt x="0" y="152400"/>
                </a:cubicBezTo>
                <a:cubicBezTo>
                  <a:pt x="131445" y="131445"/>
                  <a:pt x="131445" y="131445"/>
                  <a:pt x="152400" y="0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28" name=""/>
          <p:cNvSpPr/>
          <p:nvPr/>
        </p:nvSpPr>
        <p:spPr>
          <a:xfrm>
            <a:off x="3486150" y="7810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50" y="0"/>
                </a:moveTo>
                <a:cubicBezTo>
                  <a:pt x="152400" y="114300"/>
                  <a:pt x="152400" y="114300"/>
                  <a:pt x="266700" y="133350"/>
                </a:cubicBezTo>
                <a:cubicBezTo>
                  <a:pt x="152400" y="152400"/>
                  <a:pt x="152400" y="152400"/>
                  <a:pt x="133350" y="266700"/>
                </a:cubicBezTo>
                <a:cubicBezTo>
                  <a:pt x="114300" y="152400"/>
                  <a:pt x="114300" y="152400"/>
                  <a:pt x="0" y="133350"/>
                </a:cubicBezTo>
                <a:cubicBezTo>
                  <a:pt x="114300" y="114300"/>
                  <a:pt x="114300" y="114300"/>
                  <a:pt x="133350" y="0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9" name=""/>
          <p:cNvSpPr/>
          <p:nvPr/>
        </p:nvSpPr>
        <p:spPr>
          <a:xfrm>
            <a:off x="11658600" y="39814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9DB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15425" y="390525"/>
            <a:ext cx="24669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487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58325" y="466725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SPECIAL GUEST</a:t>
            </a:r>
          </a:p>
        </p:txBody>
      </p:sp>
      <p:sp>
        <p:nvSpPr>
          <p:cNvPr id="7" name=""/>
          <p:cNvSpPr txBox="1"/>
          <p:nvPr/>
        </p:nvSpPr>
        <p:spPr>
          <a:xfrm>
            <a:off x="10763250" y="447675"/>
            <a:ext cx="1085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Scott先生</a:t>
            </a:r>
          </a:p>
        </p:txBody>
      </p:sp>
      <p:sp>
        <p:nvSpPr>
          <p:cNvPr id="8" name=""/>
          <p:cNvSpPr/>
          <p:nvPr/>
        </p:nvSpPr>
        <p:spPr>
          <a:xfrm>
            <a:off x="609600" y="1485900"/>
            <a:ext cx="4191000" cy="4191000"/>
          </a:xfrm>
          <a:prstGeom prst="roundRect">
            <a:avLst>
              <a:gd name="adj" fmla="val 10000"/>
            </a:avLst>
          </a:prstGeom>
          <a:solidFill>
            <a:srgbClr val="FFE3EA"/>
          </a:solidFill>
          <a:ln w="5715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2133600" y="2362200"/>
            <a:ext cx="1143000" cy="1143000"/>
          </a:xfrm>
          <a:prstGeom prst="ellipse">
            <a:avLst/>
          </a:prstGeom>
          <a:solidFill>
            <a:srgbClr val="FFB8C9"/>
          </a:solidFill>
          <a:ln/>
        </p:spPr>
      </p:sp>
      <p:sp>
        <p:nvSpPr>
          <p:cNvPr id="10" name=""/>
          <p:cNvSpPr/>
          <p:nvPr/>
        </p:nvSpPr>
        <p:spPr>
          <a:xfrm>
            <a:off x="1657350" y="3638550"/>
            <a:ext cx="2095500" cy="1143000"/>
          </a:xfrm>
          <a:prstGeom prst="roundRect">
            <a:avLst>
              <a:gd name="adj" fmla="val 50000"/>
            </a:avLst>
          </a:prstGeom>
          <a:solidFill>
            <a:srgbClr val="FFB8C9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847850" y="5048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C2416A"/>
                </a:solidFill>
                <a:latin typeface="Noto Sans JP"/>
                <a:ea typeface="Noto Sans JP"/>
              </a:rPr>
              <a:t>写真が入ります</a:t>
            </a:r>
          </a:p>
        </p:txBody>
      </p:sp>
      <p:sp>
        <p:nvSpPr>
          <p:cNvPr id="12" name=""/>
          <p:cNvSpPr/>
          <p:nvPr/>
        </p:nvSpPr>
        <p:spPr>
          <a:xfrm>
            <a:off x="5334000" y="1666875"/>
            <a:ext cx="136207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5467350" y="1714500"/>
            <a:ext cx="1600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SPECIAL GUEST</a:t>
            </a:r>
          </a:p>
        </p:txBody>
      </p:sp>
      <p:sp>
        <p:nvSpPr>
          <p:cNvPr id="14" name=""/>
          <p:cNvSpPr txBox="1"/>
          <p:nvPr/>
        </p:nvSpPr>
        <p:spPr>
          <a:xfrm>
            <a:off x="5334000" y="2085975"/>
            <a:ext cx="2581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C23B12"/>
                </a:solidFill>
                <a:latin typeface="Caveat"/>
                <a:ea typeface="Caveat"/>
              </a:rPr>
              <a:t>Hi, I'm Scott!</a:t>
            </a:r>
          </a:p>
        </p:txBody>
      </p:sp>
      <p:sp>
        <p:nvSpPr>
          <p:cNvPr id="15" name=""/>
          <p:cNvSpPr txBox="1"/>
          <p:nvPr/>
        </p:nvSpPr>
        <p:spPr>
          <a:xfrm>
            <a:off x="5334000" y="2514600"/>
            <a:ext cx="4019550" cy="1009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400" b="1">
                <a:solidFill>
                  <a:srgbClr val="1A2238"/>
                </a:solidFill>
                <a:latin typeface="DM Sans"/>
                <a:ea typeface="DM Sans"/>
              </a:rPr>
              <a:t>Scott</a:t>
            </a:r>
            <a:pPr/>
            <a:r>
              <a:rPr sz="5400" b="1">
                <a:solidFill>
                  <a:srgbClr val="1A2238"/>
                </a:solidFill>
                <a:latin typeface="Noto Sans JP"/>
                <a:ea typeface="Noto Sans JP"/>
              </a:rPr>
              <a:t>先生</a:t>
            </a:r>
          </a:p>
        </p:txBody>
      </p:sp>
      <p:sp>
        <p:nvSpPr>
          <p:cNvPr id="16" name=""/>
          <p:cNvSpPr/>
          <p:nvPr/>
        </p:nvSpPr>
        <p:spPr>
          <a:xfrm>
            <a:off x="5334000" y="3714750"/>
            <a:ext cx="6248400" cy="178117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5600700" y="394335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出身</a:t>
            </a:r>
          </a:p>
        </p:txBody>
      </p:sp>
      <p:sp>
        <p:nvSpPr>
          <p:cNvPr id="18" name=""/>
          <p:cNvSpPr txBox="1"/>
          <p:nvPr/>
        </p:nvSpPr>
        <p:spPr>
          <a:xfrm>
            <a:off x="6648450" y="3905250"/>
            <a:ext cx="2305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（あとで入れます）</a:t>
            </a:r>
          </a:p>
        </p:txBody>
      </p:sp>
      <p:sp>
        <p:nvSpPr>
          <p:cNvPr id="19" name=""/>
          <p:cNvSpPr/>
          <p:nvPr/>
        </p:nvSpPr>
        <p:spPr>
          <a:xfrm>
            <a:off x="5600700" y="4324350"/>
            <a:ext cx="5715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5600700" y="450532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経歴</a:t>
            </a:r>
          </a:p>
        </p:txBody>
      </p:sp>
      <p:sp>
        <p:nvSpPr>
          <p:cNvPr id="21" name=""/>
          <p:cNvSpPr txBox="1"/>
          <p:nvPr/>
        </p:nvSpPr>
        <p:spPr>
          <a:xfrm>
            <a:off x="6648450" y="4467225"/>
            <a:ext cx="2305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（あとで入れます）</a:t>
            </a:r>
          </a:p>
        </p:txBody>
      </p:sp>
      <p:sp>
        <p:nvSpPr>
          <p:cNvPr id="22" name=""/>
          <p:cNvSpPr/>
          <p:nvPr/>
        </p:nvSpPr>
        <p:spPr>
          <a:xfrm>
            <a:off x="5600700" y="4886325"/>
            <a:ext cx="5715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5600700" y="5067300"/>
            <a:ext cx="9906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ひとこと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5029200"/>
            <a:ext cx="2305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（あとで入れます）</a:t>
            </a:r>
          </a:p>
        </p:txBody>
      </p:sp>
      <p:sp>
        <p:nvSpPr>
          <p:cNvPr id="2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877300" y="390525"/>
            <a:ext cx="2705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0106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220200" y="466725"/>
            <a:ext cx="17621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今日のテーマ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57375"/>
            <a:ext cx="52006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2581275"/>
            <a:ext cx="95440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F0521E"/>
                </a:solidFill>
                <a:latin typeface="Noto Sans JP"/>
                <a:ea typeface="Noto Sans JP"/>
              </a:rPr>
              <a:t>長い文章</a:t>
            </a:r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で話せるようになる方法</a:t>
            </a:r>
          </a:p>
        </p:txBody>
      </p:sp>
      <p:sp>
        <p:nvSpPr>
          <p:cNvPr id="10" name=""/>
          <p:cNvSpPr/>
          <p:nvPr/>
        </p:nvSpPr>
        <p:spPr>
          <a:xfrm>
            <a:off x="60960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83820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19150" y="3981450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838200" y="4429125"/>
            <a:ext cx="1895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will ＋ 動詞</a:t>
            </a:r>
          </a:p>
        </p:txBody>
      </p:sp>
      <p:sp>
        <p:nvSpPr>
          <p:cNvPr id="14" name=""/>
          <p:cNvSpPr txBox="1"/>
          <p:nvPr/>
        </p:nvSpPr>
        <p:spPr>
          <a:xfrm>
            <a:off x="838200" y="4819650"/>
            <a:ext cx="17430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未来のことを言う</a:t>
            </a:r>
          </a:p>
        </p:txBody>
      </p:sp>
      <p:sp>
        <p:nvSpPr>
          <p:cNvPr id="15" name=""/>
          <p:cNvSpPr/>
          <p:nvPr/>
        </p:nvSpPr>
        <p:spPr>
          <a:xfrm>
            <a:off x="34004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36290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3581400" y="3981450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3629025" y="4429125"/>
            <a:ext cx="203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19" name=""/>
          <p:cNvSpPr txBox="1"/>
          <p:nvPr/>
        </p:nvSpPr>
        <p:spPr>
          <a:xfrm>
            <a:off x="3629025" y="48196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文を長くする</a:t>
            </a:r>
          </a:p>
        </p:txBody>
      </p:sp>
      <p:sp>
        <p:nvSpPr>
          <p:cNvPr id="20" name=""/>
          <p:cNvSpPr/>
          <p:nvPr/>
        </p:nvSpPr>
        <p:spPr>
          <a:xfrm>
            <a:off x="61817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64103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362700" y="39814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3" name=""/>
          <p:cNvSpPr txBox="1"/>
          <p:nvPr/>
        </p:nvSpPr>
        <p:spPr>
          <a:xfrm>
            <a:off x="6410325" y="4429125"/>
            <a:ext cx="18764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can ＋ 動詞</a:t>
            </a:r>
          </a:p>
        </p:txBody>
      </p:sp>
      <p:sp>
        <p:nvSpPr>
          <p:cNvPr id="24" name=""/>
          <p:cNvSpPr txBox="1"/>
          <p:nvPr/>
        </p:nvSpPr>
        <p:spPr>
          <a:xfrm>
            <a:off x="6410325" y="4819650"/>
            <a:ext cx="1400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との違い</a:t>
            </a:r>
          </a:p>
        </p:txBody>
      </p:sp>
      <p:sp>
        <p:nvSpPr>
          <p:cNvPr id="25" name=""/>
          <p:cNvSpPr/>
          <p:nvPr/>
        </p:nvSpPr>
        <p:spPr>
          <a:xfrm>
            <a:off x="897255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920115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9144000" y="3981450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8" name=""/>
          <p:cNvSpPr txBox="1"/>
          <p:nvPr/>
        </p:nvSpPr>
        <p:spPr>
          <a:xfrm>
            <a:off x="9201150" y="442912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9" name=""/>
          <p:cNvSpPr txBox="1"/>
          <p:nvPr/>
        </p:nvSpPr>
        <p:spPr>
          <a:xfrm>
            <a:off x="9201150" y="4819650"/>
            <a:ext cx="1781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 can で練習</a:t>
            </a:r>
          </a:p>
        </p:txBody>
      </p:sp>
      <p:sp>
        <p:nvSpPr>
          <p:cNvPr id="30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7334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未来のことは </a:t>
            </a:r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ひとつでOK！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2362200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1314450" y="2514600"/>
            <a:ext cx="1228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will</a:t>
            </a:r>
          </a:p>
        </p:txBody>
      </p:sp>
      <p:sp>
        <p:nvSpPr>
          <p:cNvPr id="12" name=""/>
          <p:cNvSpPr txBox="1"/>
          <p:nvPr/>
        </p:nvSpPr>
        <p:spPr>
          <a:xfrm>
            <a:off x="1343025" y="302895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未来・意志</a:t>
            </a:r>
          </a:p>
        </p:txBody>
      </p:sp>
      <p:sp>
        <p:nvSpPr>
          <p:cNvPr id="13" name=""/>
          <p:cNvSpPr txBox="1"/>
          <p:nvPr/>
        </p:nvSpPr>
        <p:spPr>
          <a:xfrm>
            <a:off x="29718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33909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3676650" y="251460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6" name=""/>
          <p:cNvSpPr txBox="1"/>
          <p:nvPr/>
        </p:nvSpPr>
        <p:spPr>
          <a:xfrm>
            <a:off x="4000500" y="3019425"/>
            <a:ext cx="1457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ing はつけない</a:t>
            </a:r>
          </a:p>
        </p:txBody>
      </p:sp>
      <p:sp>
        <p:nvSpPr>
          <p:cNvPr id="17" name=""/>
          <p:cNvSpPr txBox="1"/>
          <p:nvPr/>
        </p:nvSpPr>
        <p:spPr>
          <a:xfrm>
            <a:off x="57531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8" name=""/>
          <p:cNvSpPr/>
          <p:nvPr/>
        </p:nvSpPr>
        <p:spPr>
          <a:xfrm>
            <a:off x="61722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781800" y="2514600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0" name=""/>
          <p:cNvSpPr txBox="1"/>
          <p:nvPr/>
        </p:nvSpPr>
        <p:spPr>
          <a:xfrm>
            <a:off x="7058025" y="301942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なにを</a:t>
            </a:r>
          </a:p>
        </p:txBody>
      </p:sp>
      <p:sp>
        <p:nvSpPr>
          <p:cNvPr id="21" name=""/>
          <p:cNvSpPr/>
          <p:nvPr/>
        </p:nvSpPr>
        <p:spPr>
          <a:xfrm>
            <a:off x="609600" y="3667125"/>
            <a:ext cx="40957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742950" y="3714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例</a:t>
            </a:r>
          </a:p>
        </p:txBody>
      </p:sp>
      <p:sp>
        <p:nvSpPr>
          <p:cNvPr id="23" name=""/>
          <p:cNvSpPr txBox="1"/>
          <p:nvPr/>
        </p:nvSpPr>
        <p:spPr>
          <a:xfrm>
            <a:off x="1171575" y="3609975"/>
            <a:ext cx="30194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24" name=""/>
          <p:cNvSpPr txBox="1"/>
          <p:nvPr/>
        </p:nvSpPr>
        <p:spPr>
          <a:xfrm>
            <a:off x="3657600" y="36957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ランチを食べる</a:t>
            </a:r>
          </a:p>
        </p:txBody>
      </p:sp>
      <p:sp>
        <p:nvSpPr>
          <p:cNvPr id="25" name=""/>
          <p:cNvSpPr/>
          <p:nvPr/>
        </p:nvSpPr>
        <p:spPr>
          <a:xfrm>
            <a:off x="609600" y="4248150"/>
            <a:ext cx="10972800" cy="1638300"/>
          </a:xfrm>
          <a:prstGeom prst="roundRect">
            <a:avLst>
              <a:gd name="adj" fmla="val 11628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"/>
          <p:cNvSpPr txBox="1"/>
          <p:nvPr/>
        </p:nvSpPr>
        <p:spPr>
          <a:xfrm>
            <a:off x="1409700" y="4410075"/>
            <a:ext cx="3819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will ひとつで、未来のことが言える</a:t>
            </a:r>
          </a:p>
        </p:txBody>
      </p:sp>
      <p:sp>
        <p:nvSpPr>
          <p:cNvPr id="27" name=""/>
          <p:cNvSpPr/>
          <p:nvPr/>
        </p:nvSpPr>
        <p:spPr>
          <a:xfrm>
            <a:off x="876300" y="44291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00100" y="447675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29" name=""/>
          <p:cNvSpPr/>
          <p:nvPr/>
        </p:nvSpPr>
        <p:spPr>
          <a:xfrm>
            <a:off x="876300" y="481012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30" name=""/>
          <p:cNvSpPr txBox="1"/>
          <p:nvPr/>
        </p:nvSpPr>
        <p:spPr>
          <a:xfrm>
            <a:off x="1409700" y="4924425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明日も来週も、どんな時でも使える</a:t>
            </a:r>
          </a:p>
        </p:txBody>
      </p:sp>
      <p:sp>
        <p:nvSpPr>
          <p:cNvPr id="31" name=""/>
          <p:cNvSpPr/>
          <p:nvPr/>
        </p:nvSpPr>
        <p:spPr>
          <a:xfrm>
            <a:off x="876300" y="494347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00100" y="499110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33" name=""/>
          <p:cNvSpPr/>
          <p:nvPr/>
        </p:nvSpPr>
        <p:spPr>
          <a:xfrm>
            <a:off x="876300" y="532447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34" name=""/>
          <p:cNvSpPr txBox="1"/>
          <p:nvPr/>
        </p:nvSpPr>
        <p:spPr>
          <a:xfrm>
            <a:off x="1409700" y="5438775"/>
            <a:ext cx="465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DM Sans"/>
                <a:ea typeface="DM Sans"/>
              </a:rPr>
              <a:t>I will eating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 → </a:t>
            </a:r>
            <a:pPr/>
            <a:r>
              <a:rPr sz="1500" b="1">
                <a:solidFill>
                  <a:srgbClr val="1A2238"/>
                </a:solidFill>
                <a:latin typeface="DM Sans"/>
                <a:ea typeface="DM Sans"/>
              </a:rPr>
              <a:t>I will eat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（ing はつけない）</a:t>
            </a:r>
          </a:p>
        </p:txBody>
      </p:sp>
      <p:sp>
        <p:nvSpPr>
          <p:cNvPr id="35" name=""/>
          <p:cNvSpPr/>
          <p:nvPr/>
        </p:nvSpPr>
        <p:spPr>
          <a:xfrm>
            <a:off x="876300" y="54578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E6EAF2"/>
          </a:solidFill>
          <a:ln/>
        </p:spPr>
      </p:sp>
      <p:sp>
        <p:nvSpPr>
          <p:cNvPr id="36" name=""/>
          <p:cNvSpPr txBox="1"/>
          <p:nvPr/>
        </p:nvSpPr>
        <p:spPr>
          <a:xfrm>
            <a:off x="800100" y="550545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4B5569"/>
                </a:solidFill>
                <a:latin typeface="DM Sans"/>
                <a:ea typeface="DM Sans"/>
              </a:rPr>
              <a:t>NG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047750"/>
            <a:ext cx="75723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750" b="1" spc="-60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9" name=""/>
          <p:cNvSpPr txBox="1"/>
          <p:nvPr/>
        </p:nvSpPr>
        <p:spPr>
          <a:xfrm>
            <a:off x="7105650" y="127635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B5569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05000"/>
            <a:ext cx="10972800" cy="453390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52500" y="22383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14400" y="229552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1504950" y="2209800"/>
            <a:ext cx="3486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study English.</a:t>
            </a:r>
          </a:p>
        </p:txBody>
      </p:sp>
      <p:sp>
        <p:nvSpPr>
          <p:cNvPr id="14" name=""/>
          <p:cNvSpPr txBox="1"/>
          <p:nvPr/>
        </p:nvSpPr>
        <p:spPr>
          <a:xfrm>
            <a:off x="10039350" y="22860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英語を勉強する</a:t>
            </a:r>
          </a:p>
        </p:txBody>
      </p:sp>
      <p:sp>
        <p:nvSpPr>
          <p:cNvPr id="15" name=""/>
          <p:cNvSpPr/>
          <p:nvPr/>
        </p:nvSpPr>
        <p:spPr>
          <a:xfrm>
            <a:off x="952500" y="28479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6" name=""/>
          <p:cNvSpPr/>
          <p:nvPr/>
        </p:nvSpPr>
        <p:spPr>
          <a:xfrm>
            <a:off x="952500" y="31242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95350" y="31813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1504950" y="30956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play tennis.</a:t>
            </a:r>
          </a:p>
        </p:txBody>
      </p:sp>
      <p:sp>
        <p:nvSpPr>
          <p:cNvPr id="19" name=""/>
          <p:cNvSpPr txBox="1"/>
          <p:nvPr/>
        </p:nvSpPr>
        <p:spPr>
          <a:xfrm>
            <a:off x="10210800" y="31718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テニスをする</a:t>
            </a:r>
          </a:p>
        </p:txBody>
      </p:sp>
      <p:sp>
        <p:nvSpPr>
          <p:cNvPr id="20" name=""/>
          <p:cNvSpPr/>
          <p:nvPr/>
        </p:nvSpPr>
        <p:spPr>
          <a:xfrm>
            <a:off x="952500" y="37338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1" name=""/>
          <p:cNvSpPr/>
          <p:nvPr/>
        </p:nvSpPr>
        <p:spPr>
          <a:xfrm>
            <a:off x="952500" y="40005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95350" y="40576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3" name=""/>
          <p:cNvSpPr txBox="1"/>
          <p:nvPr/>
        </p:nvSpPr>
        <p:spPr>
          <a:xfrm>
            <a:off x="1504950" y="3971925"/>
            <a:ext cx="3657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watch a movie.</a:t>
            </a:r>
          </a:p>
        </p:txBody>
      </p:sp>
      <p:sp>
        <p:nvSpPr>
          <p:cNvPr id="24" name=""/>
          <p:cNvSpPr txBox="1"/>
          <p:nvPr/>
        </p:nvSpPr>
        <p:spPr>
          <a:xfrm>
            <a:off x="10382250" y="40481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映画を見る</a:t>
            </a:r>
          </a:p>
        </p:txBody>
      </p:sp>
      <p:sp>
        <p:nvSpPr>
          <p:cNvPr id="25" name=""/>
          <p:cNvSpPr/>
          <p:nvPr/>
        </p:nvSpPr>
        <p:spPr>
          <a:xfrm>
            <a:off x="952500" y="46101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/>
          <p:nvPr/>
        </p:nvSpPr>
        <p:spPr>
          <a:xfrm>
            <a:off x="952500" y="48768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85825" y="4933950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8" name=""/>
          <p:cNvSpPr txBox="1"/>
          <p:nvPr/>
        </p:nvSpPr>
        <p:spPr>
          <a:xfrm>
            <a:off x="1504950" y="4848225"/>
            <a:ext cx="3819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meet my friend.</a:t>
            </a:r>
          </a:p>
        </p:txBody>
      </p:sp>
      <p:sp>
        <p:nvSpPr>
          <p:cNvPr id="29" name=""/>
          <p:cNvSpPr txBox="1"/>
          <p:nvPr/>
        </p:nvSpPr>
        <p:spPr>
          <a:xfrm>
            <a:off x="10382250" y="49244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友達に会う</a:t>
            </a:r>
          </a:p>
        </p:txBody>
      </p:sp>
      <p:sp>
        <p:nvSpPr>
          <p:cNvPr id="30" name=""/>
          <p:cNvSpPr/>
          <p:nvPr/>
        </p:nvSpPr>
        <p:spPr>
          <a:xfrm>
            <a:off x="952500" y="549592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52500" y="57626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95350" y="581977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3" name=""/>
          <p:cNvSpPr txBox="1"/>
          <p:nvPr/>
        </p:nvSpPr>
        <p:spPr>
          <a:xfrm>
            <a:off x="1504950" y="5734050"/>
            <a:ext cx="2809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34" name=""/>
          <p:cNvSpPr txBox="1"/>
          <p:nvPr/>
        </p:nvSpPr>
        <p:spPr>
          <a:xfrm>
            <a:off x="10039350" y="5810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ランチを食べる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36B3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401050" y="390525"/>
            <a:ext cx="31813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85344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8743950" y="466725"/>
            <a:ext cx="20478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STAGE</a:t>
            </a:r>
          </a:p>
        </p:txBody>
      </p:sp>
      <p:sp>
        <p:nvSpPr>
          <p:cNvPr id="8" name=""/>
          <p:cNvSpPr txBox="1"/>
          <p:nvPr/>
        </p:nvSpPr>
        <p:spPr>
          <a:xfrm>
            <a:off x="10325100" y="447675"/>
            <a:ext cx="1590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1分間チャレンジ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2581275" cy="409575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1分間で、いくつ書ける？</a:t>
            </a:r>
          </a:p>
        </p:txBody>
      </p:sp>
      <p:sp>
        <p:nvSpPr>
          <p:cNvPr id="11" name=""/>
          <p:cNvSpPr txBox="1"/>
          <p:nvPr/>
        </p:nvSpPr>
        <p:spPr>
          <a:xfrm>
            <a:off x="609600" y="1343025"/>
            <a:ext cx="795337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-75" kern="0">
                <a:solidFill>
                  <a:srgbClr val="FFFFFF"/>
                </a:solidFill>
                <a:latin typeface="DM Sans"/>
                <a:ea typeface="DM Sans"/>
              </a:rPr>
              <a:t>CHALLENGE </a:t>
            </a:r>
            <a:pPr/>
            <a:r>
              <a:rPr sz="5700" b="1" spc="-75" kern="0">
                <a:solidFill>
                  <a:srgbClr val="FFD966"/>
                </a:solidFill>
                <a:latin typeface="DM Sans"/>
                <a:ea typeface="DM Sans"/>
              </a:rPr>
              <a:t>STAGE</a:t>
            </a:r>
          </a:p>
        </p:txBody>
      </p:sp>
      <p:sp>
        <p:nvSpPr>
          <p:cNvPr id="12" name=""/>
          <p:cNvSpPr/>
          <p:nvPr/>
        </p:nvSpPr>
        <p:spPr>
          <a:xfrm>
            <a:off x="609600" y="2895600"/>
            <a:ext cx="7658100" cy="2114550"/>
          </a:xfrm>
          <a:prstGeom prst="roundRect">
            <a:avLst>
              <a:gd name="adj" fmla="val 126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933450" y="31051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333375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87667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6" name=""/>
          <p:cNvSpPr txBox="1"/>
          <p:nvPr/>
        </p:nvSpPr>
        <p:spPr>
          <a:xfrm>
            <a:off x="933450" y="4333875"/>
            <a:ext cx="31813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I will </a:t>
            </a:r>
            <a:pPr/>
            <a:r>
              <a:rPr sz="2550" b="1">
                <a:solidFill>
                  <a:srgbClr val="5E6780"/>
                </a:solidFill>
                <a:latin typeface="Noto Sans JP"/>
                <a:ea typeface="Noto Sans JP"/>
              </a:rPr>
              <a:t>＿＿＿＿＿</a:t>
            </a:r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7" name=""/>
          <p:cNvSpPr/>
          <p:nvPr/>
        </p:nvSpPr>
        <p:spPr>
          <a:xfrm>
            <a:off x="8867775" y="266700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966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9382125" y="328612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19" name=""/>
          <p:cNvSpPr txBox="1"/>
          <p:nvPr/>
        </p:nvSpPr>
        <p:spPr>
          <a:xfrm>
            <a:off x="9725025" y="430530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0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4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26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4924425" y="60293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I will 〜 をどんどん書く</a:t>
            </a:r>
          </a:p>
        </p:txBody>
      </p:sp>
      <p:sp>
        <p:nvSpPr>
          <p:cNvPr id="28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0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1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6" name=""/>
          <p:cNvSpPr/>
          <p:nvPr/>
        </p:nvSpPr>
        <p:spPr>
          <a:xfrm>
            <a:off x="10715625" y="1371600"/>
            <a:ext cx="466725" cy="447675"/>
          </a:xfrm>
          <a:custGeom>
            <a:avLst/>
            <a:gdLst/>
            <a:ahLst/>
            <a:cxnLst/>
            <a:rect l="l" t="t" r="r" b="b"/>
            <a:pathLst>
              <a:path w="466725" h="447675">
                <a:moveTo>
                  <a:pt x="235268" y="0"/>
                </a:moveTo>
                <a:lnTo>
                  <a:pt x="300990" y="157163"/>
                </a:lnTo>
                <a:lnTo>
                  <a:pt x="470535" y="171450"/>
                </a:lnTo>
                <a:lnTo>
                  <a:pt x="340995" y="281940"/>
                </a:lnTo>
                <a:lnTo>
                  <a:pt x="381000" y="447675"/>
                </a:lnTo>
                <a:lnTo>
                  <a:pt x="235268" y="359092"/>
                </a:lnTo>
                <a:lnTo>
                  <a:pt x="89535" y="447675"/>
                </a:lnTo>
                <a:lnTo>
                  <a:pt x="129540" y="281940"/>
                </a:lnTo>
                <a:lnTo>
                  <a:pt x="0" y="171450"/>
                </a:lnTo>
                <a:lnTo>
                  <a:pt x="169545" y="157163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37" name=""/>
          <p:cNvSpPr/>
          <p:nvPr/>
        </p:nvSpPr>
        <p:spPr>
          <a:xfrm>
            <a:off x="8058150" y="2371725"/>
            <a:ext cx="238125" cy="228600"/>
          </a:xfrm>
          <a:custGeom>
            <a:avLst/>
            <a:gdLst/>
            <a:ahLst/>
            <a:cxnLst/>
            <a:rect l="l" t="t" r="r" b="b"/>
            <a:pathLst>
              <a:path w="238125" h="228600">
                <a:moveTo>
                  <a:pt x="118110" y="0"/>
                </a:moveTo>
                <a:lnTo>
                  <a:pt x="150495" y="79058"/>
                </a:lnTo>
                <a:lnTo>
                  <a:pt x="236220" y="85725"/>
                </a:lnTo>
                <a:lnTo>
                  <a:pt x="171450" y="140970"/>
                </a:lnTo>
                <a:lnTo>
                  <a:pt x="190500" y="223838"/>
                </a:lnTo>
                <a:lnTo>
                  <a:pt x="118110" y="180022"/>
                </a:lnTo>
                <a:lnTo>
                  <a:pt x="45720" y="223838"/>
                </a:lnTo>
                <a:lnTo>
                  <a:pt x="64770" y="140970"/>
                </a:lnTo>
                <a:lnTo>
                  <a:pt x="0" y="85725"/>
                </a:lnTo>
                <a:lnTo>
                  <a:pt x="85725" y="79058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38" name=""/>
          <p:cNvSpPr/>
          <p:nvPr/>
        </p:nvSpPr>
        <p:spPr>
          <a:xfrm>
            <a:off x="8258175" y="1247775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323850" h="323850">
                <a:moveTo>
                  <a:pt x="161925" y="0"/>
                </a:moveTo>
                <a:cubicBezTo>
                  <a:pt x="184785" y="139065"/>
                  <a:pt x="184785" y="139065"/>
                  <a:pt x="323850" y="161925"/>
                </a:cubicBezTo>
                <a:cubicBezTo>
                  <a:pt x="184785" y="184785"/>
                  <a:pt x="184785" y="184785"/>
                  <a:pt x="161925" y="323850"/>
                </a:cubicBezTo>
                <a:cubicBezTo>
                  <a:pt x="139065" y="184785"/>
                  <a:pt x="139065" y="184785"/>
                  <a:pt x="0" y="161925"/>
                </a:cubicBezTo>
                <a:cubicBezTo>
                  <a:pt x="139065" y="139065"/>
                  <a:pt x="139065" y="139065"/>
                  <a:pt x="1619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116967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7219950" y="521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7"/>
                  <a:pt x="130493" y="98107"/>
                  <a:pt x="228600" y="114300"/>
                </a:cubicBezTo>
                <a:cubicBezTo>
                  <a:pt x="130493" y="130493"/>
                  <a:pt x="130493" y="130493"/>
                  <a:pt x="114300" y="228600"/>
                </a:cubicBezTo>
                <a:cubicBezTo>
                  <a:pt x="98107" y="130493"/>
                  <a:pt x="98107" y="130493"/>
                  <a:pt x="0" y="114300"/>
                </a:cubicBezTo>
                <a:cubicBezTo>
                  <a:pt x="98107" y="98107"/>
                  <a:pt x="98107" y="98107"/>
                  <a:pt x="114300" y="0"/>
                </a:cubicBezTo>
                <a:close/>
              </a:path>
            </a:pathLst>
          </a:custGeom>
          <a:solidFill>
            <a:srgbClr val="FFD966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391650" y="390525"/>
            <a:ext cx="2190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52500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734550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長く話すコツ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8020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ネイティブっぽく、長く話すには？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486025"/>
            <a:ext cx="4381500" cy="1552575"/>
          </a:xfrm>
          <a:prstGeom prst="roundRect">
            <a:avLst>
              <a:gd name="adj" fmla="val 17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952500" y="2695575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C23B12"/>
                </a:solidFill>
                <a:latin typeface="DM Sans"/>
                <a:ea typeface="DM Sans"/>
              </a:rPr>
              <a:t>Hina</a:t>
            </a:r>
          </a:p>
        </p:txBody>
      </p:sp>
      <p:sp>
        <p:nvSpPr>
          <p:cNvPr id="12" name=""/>
          <p:cNvSpPr txBox="1"/>
          <p:nvPr/>
        </p:nvSpPr>
        <p:spPr>
          <a:xfrm>
            <a:off x="952500" y="293370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どうやったら長い文章で、</a:t>
            </a:r>
          </a:p>
        </p:txBody>
      </p:sp>
      <p:sp>
        <p:nvSpPr>
          <p:cNvPr id="13" name=""/>
          <p:cNvSpPr txBox="1"/>
          <p:nvPr/>
        </p:nvSpPr>
        <p:spPr>
          <a:xfrm>
            <a:off x="952500" y="3362325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ネイティブっぽく話せるの？</a:t>
            </a:r>
          </a:p>
        </p:txBody>
      </p:sp>
      <p:sp>
        <p:nvSpPr>
          <p:cNvPr id="14" name=""/>
          <p:cNvSpPr/>
          <p:nvPr/>
        </p:nvSpPr>
        <p:spPr>
          <a:xfrm>
            <a:off x="7715250" y="4286250"/>
            <a:ext cx="3867150" cy="1438275"/>
          </a:xfrm>
          <a:prstGeom prst="roundRect">
            <a:avLst>
              <a:gd name="adj" fmla="val 1854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8058150" y="4495800"/>
            <a:ext cx="914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FFE6DC"/>
                </a:solidFill>
                <a:latin typeface="DM Sans"/>
                <a:ea typeface="DM Sans"/>
              </a:rPr>
              <a:t>Scott</a:t>
            </a:r>
          </a:p>
        </p:txBody>
      </p:sp>
      <p:sp>
        <p:nvSpPr>
          <p:cNvPr id="16" name=""/>
          <p:cNvSpPr txBox="1"/>
          <p:nvPr/>
        </p:nvSpPr>
        <p:spPr>
          <a:xfrm>
            <a:off x="8058150" y="4781550"/>
            <a:ext cx="401002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前置詞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＋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名詞！</a:t>
            </a:r>
          </a:p>
        </p:txBody>
      </p:sp>
      <p:sp>
        <p:nvSpPr>
          <p:cNvPr id="1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820275" y="390525"/>
            <a:ext cx="1762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9536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1631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982325" y="4476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676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PREPOSITION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前置詞とは？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838325"/>
            <a:ext cx="612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名詞の前において、「どこで・いつ・だれと」を足すことば</a:t>
            </a:r>
          </a:p>
        </p:txBody>
      </p:sp>
      <p:sp>
        <p:nvSpPr>
          <p:cNvPr id="11" name=""/>
          <p:cNvSpPr/>
          <p:nvPr/>
        </p:nvSpPr>
        <p:spPr>
          <a:xfrm>
            <a:off x="609600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895350" y="2838450"/>
            <a:ext cx="1495425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47750" y="289560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どこで（場所）</a:t>
            </a:r>
          </a:p>
        </p:txBody>
      </p:sp>
      <p:sp>
        <p:nvSpPr>
          <p:cNvPr id="14" name=""/>
          <p:cNvSpPr txBox="1"/>
          <p:nvPr/>
        </p:nvSpPr>
        <p:spPr>
          <a:xfrm>
            <a:off x="895350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5" name=""/>
          <p:cNvSpPr txBox="1"/>
          <p:nvPr/>
        </p:nvSpPr>
        <p:spPr>
          <a:xfrm>
            <a:off x="895350" y="4095750"/>
            <a:ext cx="1933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16" name=""/>
          <p:cNvSpPr txBox="1"/>
          <p:nvPr/>
        </p:nvSpPr>
        <p:spPr>
          <a:xfrm>
            <a:off x="3371850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公園で</a:t>
            </a:r>
          </a:p>
        </p:txBody>
      </p:sp>
      <p:sp>
        <p:nvSpPr>
          <p:cNvPr id="17" name=""/>
          <p:cNvSpPr/>
          <p:nvPr/>
        </p:nvSpPr>
        <p:spPr>
          <a:xfrm>
            <a:off x="895350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895350" y="4714875"/>
            <a:ext cx="1533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home</a:t>
            </a:r>
          </a:p>
        </p:txBody>
      </p:sp>
      <p:sp>
        <p:nvSpPr>
          <p:cNvPr id="19" name=""/>
          <p:cNvSpPr txBox="1"/>
          <p:nvPr/>
        </p:nvSpPr>
        <p:spPr>
          <a:xfrm>
            <a:off x="3533775" y="47815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家で</a:t>
            </a:r>
          </a:p>
        </p:txBody>
      </p:sp>
      <p:sp>
        <p:nvSpPr>
          <p:cNvPr id="20" name=""/>
          <p:cNvSpPr/>
          <p:nvPr/>
        </p:nvSpPr>
        <p:spPr>
          <a:xfrm>
            <a:off x="895350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95350" y="5334000"/>
            <a:ext cx="2295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station</a:t>
            </a:r>
          </a:p>
        </p:txBody>
      </p:sp>
      <p:sp>
        <p:nvSpPr>
          <p:cNvPr id="22" name=""/>
          <p:cNvSpPr txBox="1"/>
          <p:nvPr/>
        </p:nvSpPr>
        <p:spPr>
          <a:xfrm>
            <a:off x="3533775" y="54006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駅で</a:t>
            </a:r>
          </a:p>
        </p:txBody>
      </p:sp>
      <p:sp>
        <p:nvSpPr>
          <p:cNvPr id="23" name=""/>
          <p:cNvSpPr/>
          <p:nvPr/>
        </p:nvSpPr>
        <p:spPr>
          <a:xfrm>
            <a:off x="433387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4619625" y="2838450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772025" y="28956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いつ（時間）</a:t>
            </a:r>
          </a:p>
        </p:txBody>
      </p:sp>
      <p:sp>
        <p:nvSpPr>
          <p:cNvPr id="26" name=""/>
          <p:cNvSpPr txBox="1"/>
          <p:nvPr/>
        </p:nvSpPr>
        <p:spPr>
          <a:xfrm>
            <a:off x="4619625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7" name=""/>
          <p:cNvSpPr txBox="1"/>
          <p:nvPr/>
        </p:nvSpPr>
        <p:spPr>
          <a:xfrm>
            <a:off x="4619625" y="4095750"/>
            <a:ext cx="137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28" name=""/>
          <p:cNvSpPr txBox="1"/>
          <p:nvPr/>
        </p:nvSpPr>
        <p:spPr>
          <a:xfrm>
            <a:off x="6991350" y="41624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夜8時に</a:t>
            </a:r>
          </a:p>
        </p:txBody>
      </p:sp>
      <p:sp>
        <p:nvSpPr>
          <p:cNvPr id="29" name=""/>
          <p:cNvSpPr/>
          <p:nvPr/>
        </p:nvSpPr>
        <p:spPr>
          <a:xfrm>
            <a:off x="461962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4619625" y="4714875"/>
            <a:ext cx="1438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noon</a:t>
            </a:r>
          </a:p>
        </p:txBody>
      </p:sp>
      <p:sp>
        <p:nvSpPr>
          <p:cNvPr id="31" name=""/>
          <p:cNvSpPr txBox="1"/>
          <p:nvPr/>
        </p:nvSpPr>
        <p:spPr>
          <a:xfrm>
            <a:off x="7086600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お昼に</a:t>
            </a:r>
          </a:p>
        </p:txBody>
      </p:sp>
      <p:sp>
        <p:nvSpPr>
          <p:cNvPr id="32" name=""/>
          <p:cNvSpPr/>
          <p:nvPr/>
        </p:nvSpPr>
        <p:spPr>
          <a:xfrm>
            <a:off x="461962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3" name=""/>
          <p:cNvSpPr txBox="1"/>
          <p:nvPr/>
        </p:nvSpPr>
        <p:spPr>
          <a:xfrm>
            <a:off x="4619625" y="5334000"/>
            <a:ext cx="1333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7:30</a:t>
            </a:r>
          </a:p>
        </p:txBody>
      </p:sp>
      <p:sp>
        <p:nvSpPr>
          <p:cNvPr id="34" name=""/>
          <p:cNvSpPr txBox="1"/>
          <p:nvPr/>
        </p:nvSpPr>
        <p:spPr>
          <a:xfrm>
            <a:off x="6991350" y="540067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7時半に</a:t>
            </a:r>
          </a:p>
        </p:txBody>
      </p:sp>
      <p:sp>
        <p:nvSpPr>
          <p:cNvPr id="35" name=""/>
          <p:cNvSpPr/>
          <p:nvPr/>
        </p:nvSpPr>
        <p:spPr>
          <a:xfrm>
            <a:off x="804862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8334375" y="2838450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486775" y="289560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だれと</a:t>
            </a:r>
          </a:p>
        </p:txBody>
      </p:sp>
      <p:sp>
        <p:nvSpPr>
          <p:cNvPr id="38" name=""/>
          <p:cNvSpPr txBox="1"/>
          <p:nvPr/>
        </p:nvSpPr>
        <p:spPr>
          <a:xfrm>
            <a:off x="8334375" y="3343275"/>
            <a:ext cx="23336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39" name=""/>
          <p:cNvSpPr txBox="1"/>
          <p:nvPr/>
        </p:nvSpPr>
        <p:spPr>
          <a:xfrm>
            <a:off x="8334375" y="4095750"/>
            <a:ext cx="259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0" name=""/>
          <p:cNvSpPr txBox="1"/>
          <p:nvPr/>
        </p:nvSpPr>
        <p:spPr>
          <a:xfrm>
            <a:off x="10810875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友達と</a:t>
            </a:r>
          </a:p>
        </p:txBody>
      </p:sp>
      <p:sp>
        <p:nvSpPr>
          <p:cNvPr id="41" name=""/>
          <p:cNvSpPr/>
          <p:nvPr/>
        </p:nvSpPr>
        <p:spPr>
          <a:xfrm>
            <a:off x="833437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2" name=""/>
          <p:cNvSpPr txBox="1"/>
          <p:nvPr/>
        </p:nvSpPr>
        <p:spPr>
          <a:xfrm>
            <a:off x="8334375" y="4714875"/>
            <a:ext cx="2457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family</a:t>
            </a:r>
          </a:p>
        </p:txBody>
      </p:sp>
      <p:sp>
        <p:nvSpPr>
          <p:cNvPr id="43" name=""/>
          <p:cNvSpPr txBox="1"/>
          <p:nvPr/>
        </p:nvSpPr>
        <p:spPr>
          <a:xfrm>
            <a:off x="10810875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家族と</a:t>
            </a:r>
          </a:p>
        </p:txBody>
      </p:sp>
      <p:sp>
        <p:nvSpPr>
          <p:cNvPr id="44" name=""/>
          <p:cNvSpPr/>
          <p:nvPr/>
        </p:nvSpPr>
        <p:spPr>
          <a:xfrm>
            <a:off x="833437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5" name=""/>
          <p:cNvSpPr txBox="1"/>
          <p:nvPr/>
        </p:nvSpPr>
        <p:spPr>
          <a:xfrm>
            <a:off x="8334375" y="5334000"/>
            <a:ext cx="1838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Scott</a:t>
            </a:r>
          </a:p>
        </p:txBody>
      </p:sp>
      <p:sp>
        <p:nvSpPr>
          <p:cNvPr id="46" name=""/>
          <p:cNvSpPr txBox="1"/>
          <p:nvPr/>
        </p:nvSpPr>
        <p:spPr>
          <a:xfrm>
            <a:off x="10163175" y="54006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スコット先生と</a:t>
            </a:r>
          </a:p>
        </p:txBody>
      </p:sp>
      <p:sp>
        <p:nvSpPr>
          <p:cNvPr id="4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324975" y="390525"/>
            <a:ext cx="22574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583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678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487025" y="447675"/>
            <a:ext cx="1400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2668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7534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つなげると、どんどん長くなる！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71675"/>
            <a:ext cx="10972800" cy="89535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857250" y="22479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19150" y="230505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1390650" y="208597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4" name=""/>
          <p:cNvSpPr txBox="1"/>
          <p:nvPr/>
        </p:nvSpPr>
        <p:spPr>
          <a:xfrm>
            <a:off x="1390650" y="2524125"/>
            <a:ext cx="8667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食べる</a:t>
            </a:r>
          </a:p>
        </p:txBody>
      </p:sp>
      <p:sp>
        <p:nvSpPr>
          <p:cNvPr id="15" name=""/>
          <p:cNvSpPr/>
          <p:nvPr/>
        </p:nvSpPr>
        <p:spPr>
          <a:xfrm>
            <a:off x="609600" y="315277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857250" y="34385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00100" y="34956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1390650" y="327660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9" name=""/>
          <p:cNvSpPr txBox="1"/>
          <p:nvPr/>
        </p:nvSpPr>
        <p:spPr>
          <a:xfrm>
            <a:off x="2705100" y="332422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0" name=""/>
          <p:cNvSpPr/>
          <p:nvPr/>
        </p:nvSpPr>
        <p:spPr>
          <a:xfrm>
            <a:off x="3009900" y="326707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162300" y="33051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2" name=""/>
          <p:cNvSpPr txBox="1"/>
          <p:nvPr/>
        </p:nvSpPr>
        <p:spPr>
          <a:xfrm>
            <a:off x="1390650" y="37147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公園で食べる</a:t>
            </a:r>
          </a:p>
        </p:txBody>
      </p:sp>
      <p:sp>
        <p:nvSpPr>
          <p:cNvPr id="23" name=""/>
          <p:cNvSpPr/>
          <p:nvPr/>
        </p:nvSpPr>
        <p:spPr>
          <a:xfrm>
            <a:off x="609600" y="4343400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857250" y="462915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00100" y="46863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6" name=""/>
          <p:cNvSpPr txBox="1"/>
          <p:nvPr/>
        </p:nvSpPr>
        <p:spPr>
          <a:xfrm>
            <a:off x="1390650" y="446722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27" name=""/>
          <p:cNvSpPr txBox="1"/>
          <p:nvPr/>
        </p:nvSpPr>
        <p:spPr>
          <a:xfrm>
            <a:off x="27051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8" name=""/>
          <p:cNvSpPr/>
          <p:nvPr/>
        </p:nvSpPr>
        <p:spPr>
          <a:xfrm>
            <a:off x="3009900" y="4457700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9" name=""/>
          <p:cNvSpPr txBox="1"/>
          <p:nvPr/>
        </p:nvSpPr>
        <p:spPr>
          <a:xfrm>
            <a:off x="3162300" y="4495800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30" name=""/>
          <p:cNvSpPr txBox="1"/>
          <p:nvPr/>
        </p:nvSpPr>
        <p:spPr>
          <a:xfrm>
            <a:off x="46863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1" name=""/>
          <p:cNvSpPr/>
          <p:nvPr/>
        </p:nvSpPr>
        <p:spPr>
          <a:xfrm>
            <a:off x="4991100" y="4457700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32" name=""/>
          <p:cNvSpPr txBox="1"/>
          <p:nvPr/>
        </p:nvSpPr>
        <p:spPr>
          <a:xfrm>
            <a:off x="5143500" y="4495800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33" name=""/>
          <p:cNvSpPr txBox="1"/>
          <p:nvPr/>
        </p:nvSpPr>
        <p:spPr>
          <a:xfrm>
            <a:off x="1390650" y="4905375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夜8時に、公園で食べる</a:t>
            </a:r>
          </a:p>
        </p:txBody>
      </p:sp>
      <p:sp>
        <p:nvSpPr>
          <p:cNvPr id="34" name=""/>
          <p:cNvSpPr/>
          <p:nvPr/>
        </p:nvSpPr>
        <p:spPr>
          <a:xfrm>
            <a:off x="609600" y="553402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857250" y="58197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790575" y="58769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7" name=""/>
          <p:cNvSpPr txBox="1"/>
          <p:nvPr/>
        </p:nvSpPr>
        <p:spPr>
          <a:xfrm>
            <a:off x="1390650" y="565785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38" name=""/>
          <p:cNvSpPr txBox="1"/>
          <p:nvPr/>
        </p:nvSpPr>
        <p:spPr>
          <a:xfrm>
            <a:off x="27051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9" name=""/>
          <p:cNvSpPr/>
          <p:nvPr/>
        </p:nvSpPr>
        <p:spPr>
          <a:xfrm>
            <a:off x="3009900" y="564832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40" name=""/>
          <p:cNvSpPr txBox="1"/>
          <p:nvPr/>
        </p:nvSpPr>
        <p:spPr>
          <a:xfrm>
            <a:off x="3162300" y="568642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41" name=""/>
          <p:cNvSpPr txBox="1"/>
          <p:nvPr/>
        </p:nvSpPr>
        <p:spPr>
          <a:xfrm>
            <a:off x="46863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2" name=""/>
          <p:cNvSpPr/>
          <p:nvPr/>
        </p:nvSpPr>
        <p:spPr>
          <a:xfrm>
            <a:off x="4991100" y="5648325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43" name=""/>
          <p:cNvSpPr txBox="1"/>
          <p:nvPr/>
        </p:nvSpPr>
        <p:spPr>
          <a:xfrm>
            <a:off x="5143500" y="5686425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44" name=""/>
          <p:cNvSpPr txBox="1"/>
          <p:nvPr/>
        </p:nvSpPr>
        <p:spPr>
          <a:xfrm>
            <a:off x="6219825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5" name=""/>
          <p:cNvSpPr/>
          <p:nvPr/>
        </p:nvSpPr>
        <p:spPr>
          <a:xfrm>
            <a:off x="6524625" y="5648325"/>
            <a:ext cx="2114550" cy="4095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46" name=""/>
          <p:cNvSpPr txBox="1"/>
          <p:nvPr/>
        </p:nvSpPr>
        <p:spPr>
          <a:xfrm>
            <a:off x="6677025" y="56864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7" name=""/>
          <p:cNvSpPr txBox="1"/>
          <p:nvPr/>
        </p:nvSpPr>
        <p:spPr>
          <a:xfrm>
            <a:off x="1390650" y="6096000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夜8時に、友達と公園で食べる</a:t>
            </a:r>
          </a:p>
        </p:txBody>
      </p:sp>
      <p:sp>
        <p:nvSpPr>
          <p:cNvPr id="4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763000" y="390525"/>
            <a:ext cx="28194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8963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910590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563225" y="447675"/>
            <a:ext cx="1314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ネイティブ版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20764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8239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 ＋ 名詞をつけて、もう一回！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52625"/>
            <a:ext cx="6667500" cy="723900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2152650"/>
            <a:ext cx="17811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＿＿</a:t>
            </a:r>
          </a:p>
        </p:txBody>
      </p:sp>
      <p:sp>
        <p:nvSpPr>
          <p:cNvPr id="12" name=""/>
          <p:cNvSpPr txBox="1"/>
          <p:nvPr/>
        </p:nvSpPr>
        <p:spPr>
          <a:xfrm>
            <a:off x="221932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3" name=""/>
          <p:cNvSpPr/>
          <p:nvPr/>
        </p:nvSpPr>
        <p:spPr>
          <a:xfrm>
            <a:off x="2581275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2733675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5" name=""/>
          <p:cNvSpPr txBox="1"/>
          <p:nvPr/>
        </p:nvSpPr>
        <p:spPr>
          <a:xfrm>
            <a:off x="3848100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4210050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7" name=""/>
          <p:cNvSpPr txBox="1"/>
          <p:nvPr/>
        </p:nvSpPr>
        <p:spPr>
          <a:xfrm>
            <a:off x="4362450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8" name=""/>
          <p:cNvSpPr txBox="1"/>
          <p:nvPr/>
        </p:nvSpPr>
        <p:spPr>
          <a:xfrm>
            <a:off x="547687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9" name=""/>
          <p:cNvSpPr/>
          <p:nvPr/>
        </p:nvSpPr>
        <p:spPr>
          <a:xfrm>
            <a:off x="5838825" y="2114550"/>
            <a:ext cx="1200150" cy="400050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991225" y="2171700"/>
            <a:ext cx="1371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609600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386715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23" name=""/>
          <p:cNvSpPr txBox="1"/>
          <p:nvPr/>
        </p:nvSpPr>
        <p:spPr>
          <a:xfrm>
            <a:off x="933450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4" name=""/>
          <p:cNvSpPr txBox="1"/>
          <p:nvPr/>
        </p:nvSpPr>
        <p:spPr>
          <a:xfrm>
            <a:off x="933450" y="4524375"/>
            <a:ext cx="2095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tomorrow?</a:t>
            </a:r>
          </a:p>
        </p:txBody>
      </p:sp>
      <p:sp>
        <p:nvSpPr>
          <p:cNvPr id="25" name=""/>
          <p:cNvSpPr txBox="1"/>
          <p:nvPr/>
        </p:nvSpPr>
        <p:spPr>
          <a:xfrm>
            <a:off x="933450" y="4991100"/>
            <a:ext cx="2009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26" name=""/>
          <p:cNvSpPr/>
          <p:nvPr/>
        </p:nvSpPr>
        <p:spPr>
          <a:xfrm>
            <a:off x="433387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 txBox="1"/>
          <p:nvPr/>
        </p:nvSpPr>
        <p:spPr>
          <a:xfrm>
            <a:off x="4657725" y="3867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28" name=""/>
          <p:cNvSpPr txBox="1"/>
          <p:nvPr/>
        </p:nvSpPr>
        <p:spPr>
          <a:xfrm>
            <a:off x="465772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9" name=""/>
          <p:cNvSpPr txBox="1"/>
          <p:nvPr/>
        </p:nvSpPr>
        <p:spPr>
          <a:xfrm>
            <a:off x="4657725" y="4524375"/>
            <a:ext cx="27717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next weekend?</a:t>
            </a:r>
          </a:p>
        </p:txBody>
      </p:sp>
      <p:sp>
        <p:nvSpPr>
          <p:cNvPr id="30" name=""/>
          <p:cNvSpPr txBox="1"/>
          <p:nvPr/>
        </p:nvSpPr>
        <p:spPr>
          <a:xfrm>
            <a:off x="4657725" y="499110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31" name=""/>
          <p:cNvSpPr/>
          <p:nvPr/>
        </p:nvSpPr>
        <p:spPr>
          <a:xfrm>
            <a:off x="804862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2" name=""/>
          <p:cNvSpPr txBox="1"/>
          <p:nvPr/>
        </p:nvSpPr>
        <p:spPr>
          <a:xfrm>
            <a:off x="8372475" y="386715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33" name=""/>
          <p:cNvSpPr txBox="1"/>
          <p:nvPr/>
        </p:nvSpPr>
        <p:spPr>
          <a:xfrm>
            <a:off x="837247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34" name=""/>
          <p:cNvSpPr txBox="1"/>
          <p:nvPr/>
        </p:nvSpPr>
        <p:spPr>
          <a:xfrm>
            <a:off x="8372475" y="4524375"/>
            <a:ext cx="2695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for Christmas?</a:t>
            </a:r>
          </a:p>
        </p:txBody>
      </p:sp>
      <p:sp>
        <p:nvSpPr>
          <p:cNvPr id="35" name=""/>
          <p:cNvSpPr txBox="1"/>
          <p:nvPr/>
        </p:nvSpPr>
        <p:spPr>
          <a:xfrm>
            <a:off x="8372475" y="49911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36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36B3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ROUND 1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09600" y="1343025"/>
            <a:ext cx="728662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-75" kern="0">
                <a:solidFill>
                  <a:srgbClr val="FFFFFF"/>
                </a:solidFill>
                <a:latin typeface="DM Sans"/>
                <a:ea typeface="DM Sans"/>
              </a:rPr>
              <a:t>CHALLENGE </a:t>
            </a:r>
            <a:pPr/>
            <a:r>
              <a:rPr sz="5700" b="1" spc="-75" kern="0">
                <a:solidFill>
                  <a:srgbClr val="FFD966"/>
                </a:solidFill>
                <a:latin typeface="DM Sans"/>
                <a:ea typeface="DM Sans"/>
              </a:rPr>
              <a:t>TIME</a:t>
            </a:r>
          </a:p>
        </p:txBody>
      </p:sp>
      <p:sp>
        <p:nvSpPr>
          <p:cNvPr id="12" name=""/>
          <p:cNvSpPr/>
          <p:nvPr/>
        </p:nvSpPr>
        <p:spPr>
          <a:xfrm>
            <a:off x="609600" y="2943225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933450" y="315277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3381375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92430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6" name=""/>
          <p:cNvSpPr/>
          <p:nvPr/>
        </p:nvSpPr>
        <p:spPr>
          <a:xfrm>
            <a:off x="93345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08585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8" name=""/>
          <p:cNvSpPr/>
          <p:nvPr/>
        </p:nvSpPr>
        <p:spPr>
          <a:xfrm>
            <a:off x="209550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24790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0" name=""/>
          <p:cNvSpPr/>
          <p:nvPr/>
        </p:nvSpPr>
        <p:spPr>
          <a:xfrm>
            <a:off x="3257550" y="4352925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409950" y="4410075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2" name=""/>
          <p:cNvSpPr/>
          <p:nvPr/>
        </p:nvSpPr>
        <p:spPr>
          <a:xfrm>
            <a:off x="8867775" y="266700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966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 txBox="1"/>
          <p:nvPr/>
        </p:nvSpPr>
        <p:spPr>
          <a:xfrm>
            <a:off x="9382125" y="328612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4" name=""/>
          <p:cNvSpPr txBox="1"/>
          <p:nvPr/>
        </p:nvSpPr>
        <p:spPr>
          <a:xfrm>
            <a:off x="9725025" y="430530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5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9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2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3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10715625" y="1371600"/>
            <a:ext cx="466725" cy="447675"/>
          </a:xfrm>
          <a:custGeom>
            <a:avLst/>
            <a:gdLst/>
            <a:ahLst/>
            <a:cxnLst/>
            <a:rect l="l" t="t" r="r" b="b"/>
            <a:pathLst>
              <a:path w="466725" h="447675">
                <a:moveTo>
                  <a:pt x="235268" y="0"/>
                </a:moveTo>
                <a:lnTo>
                  <a:pt x="300990" y="157163"/>
                </a:lnTo>
                <a:lnTo>
                  <a:pt x="470535" y="171450"/>
                </a:lnTo>
                <a:lnTo>
                  <a:pt x="340995" y="281940"/>
                </a:lnTo>
                <a:lnTo>
                  <a:pt x="381000" y="447675"/>
                </a:lnTo>
                <a:lnTo>
                  <a:pt x="235268" y="359092"/>
                </a:lnTo>
                <a:lnTo>
                  <a:pt x="89535" y="447675"/>
                </a:lnTo>
                <a:lnTo>
                  <a:pt x="129540" y="281940"/>
                </a:lnTo>
                <a:lnTo>
                  <a:pt x="0" y="171450"/>
                </a:lnTo>
                <a:lnTo>
                  <a:pt x="169545" y="157163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2" name=""/>
          <p:cNvSpPr/>
          <p:nvPr/>
        </p:nvSpPr>
        <p:spPr>
          <a:xfrm>
            <a:off x="8058150" y="2371725"/>
            <a:ext cx="238125" cy="228600"/>
          </a:xfrm>
          <a:custGeom>
            <a:avLst/>
            <a:gdLst/>
            <a:ahLst/>
            <a:cxnLst/>
            <a:rect l="l" t="t" r="r" b="b"/>
            <a:pathLst>
              <a:path w="238125" h="228600">
                <a:moveTo>
                  <a:pt x="118110" y="0"/>
                </a:moveTo>
                <a:lnTo>
                  <a:pt x="150495" y="79058"/>
                </a:lnTo>
                <a:lnTo>
                  <a:pt x="236220" y="85725"/>
                </a:lnTo>
                <a:lnTo>
                  <a:pt x="171450" y="140970"/>
                </a:lnTo>
                <a:lnTo>
                  <a:pt x="190500" y="223838"/>
                </a:lnTo>
                <a:lnTo>
                  <a:pt x="118110" y="180022"/>
                </a:lnTo>
                <a:lnTo>
                  <a:pt x="45720" y="223838"/>
                </a:lnTo>
                <a:lnTo>
                  <a:pt x="64770" y="140970"/>
                </a:lnTo>
                <a:lnTo>
                  <a:pt x="0" y="85725"/>
                </a:lnTo>
                <a:lnTo>
                  <a:pt x="85725" y="79058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3" name=""/>
          <p:cNvSpPr/>
          <p:nvPr/>
        </p:nvSpPr>
        <p:spPr>
          <a:xfrm>
            <a:off x="8258175" y="1247775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323850" h="323850">
                <a:moveTo>
                  <a:pt x="161925" y="0"/>
                </a:moveTo>
                <a:cubicBezTo>
                  <a:pt x="184785" y="139065"/>
                  <a:pt x="184785" y="139065"/>
                  <a:pt x="323850" y="161925"/>
                </a:cubicBezTo>
                <a:cubicBezTo>
                  <a:pt x="184785" y="184785"/>
                  <a:pt x="184785" y="184785"/>
                  <a:pt x="161925" y="323850"/>
                </a:cubicBezTo>
                <a:cubicBezTo>
                  <a:pt x="139065" y="184785"/>
                  <a:pt x="139065" y="184785"/>
                  <a:pt x="0" y="161925"/>
                </a:cubicBezTo>
                <a:cubicBezTo>
                  <a:pt x="139065" y="139065"/>
                  <a:pt x="139065" y="139065"/>
                  <a:pt x="1619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4" name=""/>
          <p:cNvSpPr/>
          <p:nvPr/>
        </p:nvSpPr>
        <p:spPr>
          <a:xfrm>
            <a:off x="116967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5" name=""/>
          <p:cNvSpPr/>
          <p:nvPr/>
        </p:nvSpPr>
        <p:spPr>
          <a:xfrm>
            <a:off x="7219950" y="521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7"/>
                  <a:pt x="130493" y="98107"/>
                  <a:pt x="228600" y="114300"/>
                </a:cubicBezTo>
                <a:cubicBezTo>
                  <a:pt x="130493" y="130493"/>
                  <a:pt x="130493" y="130493"/>
                  <a:pt x="114300" y="228600"/>
                </a:cubicBezTo>
                <a:cubicBezTo>
                  <a:pt x="98107" y="130493"/>
                  <a:pt x="98107" y="130493"/>
                  <a:pt x="0" y="114300"/>
                </a:cubicBezTo>
                <a:cubicBezTo>
                  <a:pt x="98107" y="98107"/>
                  <a:pt x="98107" y="98107"/>
                  <a:pt x="114300" y="0"/>
                </a:cubicBezTo>
                <a:close/>
              </a:path>
            </a:pathLst>
          </a:custGeom>
          <a:solidFill>
            <a:srgbClr val="FFD966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36B3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ROUND 2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09600" y="1343025"/>
            <a:ext cx="728662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-75" kern="0">
                <a:solidFill>
                  <a:srgbClr val="FFFFFF"/>
                </a:solidFill>
                <a:latin typeface="DM Sans"/>
                <a:ea typeface="DM Sans"/>
              </a:rPr>
              <a:t>CHALLENGE </a:t>
            </a:r>
            <a:pPr/>
            <a:r>
              <a:rPr sz="5700" b="1" spc="-75" kern="0">
                <a:solidFill>
                  <a:srgbClr val="FFD966"/>
                </a:solidFill>
                <a:latin typeface="DM Sans"/>
                <a:ea typeface="DM Sans"/>
              </a:rPr>
              <a:t>TIME</a:t>
            </a:r>
          </a:p>
        </p:txBody>
      </p:sp>
      <p:sp>
        <p:nvSpPr>
          <p:cNvPr id="12" name=""/>
          <p:cNvSpPr/>
          <p:nvPr/>
        </p:nvSpPr>
        <p:spPr>
          <a:xfrm>
            <a:off x="609600" y="2943225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933450" y="315277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3381375"/>
            <a:ext cx="7343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next weekend?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924300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16" name=""/>
          <p:cNvSpPr/>
          <p:nvPr/>
        </p:nvSpPr>
        <p:spPr>
          <a:xfrm>
            <a:off x="93345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08585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8" name=""/>
          <p:cNvSpPr/>
          <p:nvPr/>
        </p:nvSpPr>
        <p:spPr>
          <a:xfrm>
            <a:off x="209550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24790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0" name=""/>
          <p:cNvSpPr/>
          <p:nvPr/>
        </p:nvSpPr>
        <p:spPr>
          <a:xfrm>
            <a:off x="3257550" y="4352925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409950" y="4410075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2" name=""/>
          <p:cNvSpPr/>
          <p:nvPr/>
        </p:nvSpPr>
        <p:spPr>
          <a:xfrm>
            <a:off x="8867775" y="266700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966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 txBox="1"/>
          <p:nvPr/>
        </p:nvSpPr>
        <p:spPr>
          <a:xfrm>
            <a:off x="9382125" y="328612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4" name=""/>
          <p:cNvSpPr txBox="1"/>
          <p:nvPr/>
        </p:nvSpPr>
        <p:spPr>
          <a:xfrm>
            <a:off x="9725025" y="430530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5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9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2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3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10715625" y="1371600"/>
            <a:ext cx="466725" cy="447675"/>
          </a:xfrm>
          <a:custGeom>
            <a:avLst/>
            <a:gdLst/>
            <a:ahLst/>
            <a:cxnLst/>
            <a:rect l="l" t="t" r="r" b="b"/>
            <a:pathLst>
              <a:path w="466725" h="447675">
                <a:moveTo>
                  <a:pt x="235268" y="0"/>
                </a:moveTo>
                <a:lnTo>
                  <a:pt x="300990" y="157163"/>
                </a:lnTo>
                <a:lnTo>
                  <a:pt x="470535" y="171450"/>
                </a:lnTo>
                <a:lnTo>
                  <a:pt x="340995" y="281940"/>
                </a:lnTo>
                <a:lnTo>
                  <a:pt x="381000" y="447675"/>
                </a:lnTo>
                <a:lnTo>
                  <a:pt x="235268" y="359092"/>
                </a:lnTo>
                <a:lnTo>
                  <a:pt x="89535" y="447675"/>
                </a:lnTo>
                <a:lnTo>
                  <a:pt x="129540" y="281940"/>
                </a:lnTo>
                <a:lnTo>
                  <a:pt x="0" y="171450"/>
                </a:lnTo>
                <a:lnTo>
                  <a:pt x="169545" y="157163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2" name=""/>
          <p:cNvSpPr/>
          <p:nvPr/>
        </p:nvSpPr>
        <p:spPr>
          <a:xfrm>
            <a:off x="8058150" y="2371725"/>
            <a:ext cx="238125" cy="228600"/>
          </a:xfrm>
          <a:custGeom>
            <a:avLst/>
            <a:gdLst/>
            <a:ahLst/>
            <a:cxnLst/>
            <a:rect l="l" t="t" r="r" b="b"/>
            <a:pathLst>
              <a:path w="238125" h="228600">
                <a:moveTo>
                  <a:pt x="118110" y="0"/>
                </a:moveTo>
                <a:lnTo>
                  <a:pt x="150495" y="79058"/>
                </a:lnTo>
                <a:lnTo>
                  <a:pt x="236220" y="85725"/>
                </a:lnTo>
                <a:lnTo>
                  <a:pt x="171450" y="140970"/>
                </a:lnTo>
                <a:lnTo>
                  <a:pt x="190500" y="223838"/>
                </a:lnTo>
                <a:lnTo>
                  <a:pt x="118110" y="180022"/>
                </a:lnTo>
                <a:lnTo>
                  <a:pt x="45720" y="223838"/>
                </a:lnTo>
                <a:lnTo>
                  <a:pt x="64770" y="140970"/>
                </a:lnTo>
                <a:lnTo>
                  <a:pt x="0" y="85725"/>
                </a:lnTo>
                <a:lnTo>
                  <a:pt x="85725" y="79058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3" name=""/>
          <p:cNvSpPr/>
          <p:nvPr/>
        </p:nvSpPr>
        <p:spPr>
          <a:xfrm>
            <a:off x="8258175" y="1247775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323850" h="323850">
                <a:moveTo>
                  <a:pt x="161925" y="0"/>
                </a:moveTo>
                <a:cubicBezTo>
                  <a:pt x="184785" y="139065"/>
                  <a:pt x="184785" y="139065"/>
                  <a:pt x="323850" y="161925"/>
                </a:cubicBezTo>
                <a:cubicBezTo>
                  <a:pt x="184785" y="184785"/>
                  <a:pt x="184785" y="184785"/>
                  <a:pt x="161925" y="323850"/>
                </a:cubicBezTo>
                <a:cubicBezTo>
                  <a:pt x="139065" y="184785"/>
                  <a:pt x="139065" y="184785"/>
                  <a:pt x="0" y="161925"/>
                </a:cubicBezTo>
                <a:cubicBezTo>
                  <a:pt x="139065" y="139065"/>
                  <a:pt x="139065" y="139065"/>
                  <a:pt x="1619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4" name=""/>
          <p:cNvSpPr/>
          <p:nvPr/>
        </p:nvSpPr>
        <p:spPr>
          <a:xfrm>
            <a:off x="116967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5" name=""/>
          <p:cNvSpPr/>
          <p:nvPr/>
        </p:nvSpPr>
        <p:spPr>
          <a:xfrm>
            <a:off x="7219950" y="521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7"/>
                  <a:pt x="130493" y="98107"/>
                  <a:pt x="228600" y="114300"/>
                </a:cubicBezTo>
                <a:cubicBezTo>
                  <a:pt x="130493" y="130493"/>
                  <a:pt x="130493" y="130493"/>
                  <a:pt x="114300" y="228600"/>
                </a:cubicBezTo>
                <a:cubicBezTo>
                  <a:pt x="98107" y="130493"/>
                  <a:pt x="98107" y="130493"/>
                  <a:pt x="0" y="114300"/>
                </a:cubicBezTo>
                <a:cubicBezTo>
                  <a:pt x="98107" y="98107"/>
                  <a:pt x="98107" y="98107"/>
                  <a:pt x="114300" y="0"/>
                </a:cubicBezTo>
                <a:close/>
              </a:path>
            </a:pathLst>
          </a:custGeom>
          <a:solidFill>
            <a:srgbClr val="FFD966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36B3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ROUND 3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09600" y="1343025"/>
            <a:ext cx="728662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-75" kern="0">
                <a:solidFill>
                  <a:srgbClr val="FFFFFF"/>
                </a:solidFill>
                <a:latin typeface="DM Sans"/>
                <a:ea typeface="DM Sans"/>
              </a:rPr>
              <a:t>CHALLENGE </a:t>
            </a:r>
            <a:pPr/>
            <a:r>
              <a:rPr sz="5700" b="1" spc="-75" kern="0">
                <a:solidFill>
                  <a:srgbClr val="FFD966"/>
                </a:solidFill>
                <a:latin typeface="DM Sans"/>
                <a:ea typeface="DM Sans"/>
              </a:rPr>
              <a:t>TIME</a:t>
            </a:r>
          </a:p>
        </p:txBody>
      </p:sp>
      <p:sp>
        <p:nvSpPr>
          <p:cNvPr id="12" name=""/>
          <p:cNvSpPr/>
          <p:nvPr/>
        </p:nvSpPr>
        <p:spPr>
          <a:xfrm>
            <a:off x="609600" y="2943225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933450" y="315277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3381375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for Christmas?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16" name=""/>
          <p:cNvSpPr/>
          <p:nvPr/>
        </p:nvSpPr>
        <p:spPr>
          <a:xfrm>
            <a:off x="93345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08585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8" name=""/>
          <p:cNvSpPr/>
          <p:nvPr/>
        </p:nvSpPr>
        <p:spPr>
          <a:xfrm>
            <a:off x="2095500" y="4352925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247900" y="4410075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0" name=""/>
          <p:cNvSpPr/>
          <p:nvPr/>
        </p:nvSpPr>
        <p:spPr>
          <a:xfrm>
            <a:off x="3257550" y="4352925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409950" y="4410075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2" name=""/>
          <p:cNvSpPr/>
          <p:nvPr/>
        </p:nvSpPr>
        <p:spPr>
          <a:xfrm>
            <a:off x="8867775" y="266700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966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 txBox="1"/>
          <p:nvPr/>
        </p:nvSpPr>
        <p:spPr>
          <a:xfrm>
            <a:off x="9382125" y="328612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4" name=""/>
          <p:cNvSpPr txBox="1"/>
          <p:nvPr/>
        </p:nvSpPr>
        <p:spPr>
          <a:xfrm>
            <a:off x="9725025" y="430530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5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9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2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3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FD966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A2238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10715625" y="1371600"/>
            <a:ext cx="466725" cy="447675"/>
          </a:xfrm>
          <a:custGeom>
            <a:avLst/>
            <a:gdLst/>
            <a:ahLst/>
            <a:cxnLst/>
            <a:rect l="l" t="t" r="r" b="b"/>
            <a:pathLst>
              <a:path w="466725" h="447675">
                <a:moveTo>
                  <a:pt x="235268" y="0"/>
                </a:moveTo>
                <a:lnTo>
                  <a:pt x="300990" y="157163"/>
                </a:lnTo>
                <a:lnTo>
                  <a:pt x="470535" y="171450"/>
                </a:lnTo>
                <a:lnTo>
                  <a:pt x="340995" y="281940"/>
                </a:lnTo>
                <a:lnTo>
                  <a:pt x="381000" y="447675"/>
                </a:lnTo>
                <a:lnTo>
                  <a:pt x="235268" y="359092"/>
                </a:lnTo>
                <a:lnTo>
                  <a:pt x="89535" y="447675"/>
                </a:lnTo>
                <a:lnTo>
                  <a:pt x="129540" y="281940"/>
                </a:lnTo>
                <a:lnTo>
                  <a:pt x="0" y="171450"/>
                </a:lnTo>
                <a:lnTo>
                  <a:pt x="169545" y="157163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2" name=""/>
          <p:cNvSpPr/>
          <p:nvPr/>
        </p:nvSpPr>
        <p:spPr>
          <a:xfrm>
            <a:off x="8058150" y="2371725"/>
            <a:ext cx="238125" cy="228600"/>
          </a:xfrm>
          <a:custGeom>
            <a:avLst/>
            <a:gdLst/>
            <a:ahLst/>
            <a:cxnLst/>
            <a:rect l="l" t="t" r="r" b="b"/>
            <a:pathLst>
              <a:path w="238125" h="228600">
                <a:moveTo>
                  <a:pt x="118110" y="0"/>
                </a:moveTo>
                <a:lnTo>
                  <a:pt x="150495" y="79058"/>
                </a:lnTo>
                <a:lnTo>
                  <a:pt x="236220" y="85725"/>
                </a:lnTo>
                <a:lnTo>
                  <a:pt x="171450" y="140970"/>
                </a:lnTo>
                <a:lnTo>
                  <a:pt x="190500" y="223838"/>
                </a:lnTo>
                <a:lnTo>
                  <a:pt x="118110" y="180022"/>
                </a:lnTo>
                <a:lnTo>
                  <a:pt x="45720" y="223838"/>
                </a:lnTo>
                <a:lnTo>
                  <a:pt x="64770" y="140970"/>
                </a:lnTo>
                <a:lnTo>
                  <a:pt x="0" y="85725"/>
                </a:lnTo>
                <a:lnTo>
                  <a:pt x="85725" y="79058"/>
                </a:ln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43" name=""/>
          <p:cNvSpPr/>
          <p:nvPr/>
        </p:nvSpPr>
        <p:spPr>
          <a:xfrm>
            <a:off x="8258175" y="1247775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323850" h="323850">
                <a:moveTo>
                  <a:pt x="161925" y="0"/>
                </a:moveTo>
                <a:cubicBezTo>
                  <a:pt x="184785" y="139065"/>
                  <a:pt x="184785" y="139065"/>
                  <a:pt x="323850" y="161925"/>
                </a:cubicBezTo>
                <a:cubicBezTo>
                  <a:pt x="184785" y="184785"/>
                  <a:pt x="184785" y="184785"/>
                  <a:pt x="161925" y="323850"/>
                </a:cubicBezTo>
                <a:cubicBezTo>
                  <a:pt x="139065" y="184785"/>
                  <a:pt x="139065" y="184785"/>
                  <a:pt x="0" y="161925"/>
                </a:cubicBezTo>
                <a:cubicBezTo>
                  <a:pt x="139065" y="139065"/>
                  <a:pt x="139065" y="139065"/>
                  <a:pt x="1619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4" name=""/>
          <p:cNvSpPr/>
          <p:nvPr/>
        </p:nvSpPr>
        <p:spPr>
          <a:xfrm>
            <a:off x="116967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5" name=""/>
          <p:cNvSpPr/>
          <p:nvPr/>
        </p:nvSpPr>
        <p:spPr>
          <a:xfrm>
            <a:off x="7219950" y="521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7"/>
                  <a:pt x="130493" y="98107"/>
                  <a:pt x="228600" y="114300"/>
                </a:cubicBezTo>
                <a:cubicBezTo>
                  <a:pt x="130493" y="130493"/>
                  <a:pt x="130493" y="130493"/>
                  <a:pt x="114300" y="228600"/>
                </a:cubicBezTo>
                <a:cubicBezTo>
                  <a:pt x="98107" y="130493"/>
                  <a:pt x="98107" y="130493"/>
                  <a:pt x="0" y="114300"/>
                </a:cubicBezTo>
                <a:cubicBezTo>
                  <a:pt x="98107" y="98107"/>
                  <a:pt x="98107" y="98107"/>
                  <a:pt x="114300" y="0"/>
                </a:cubicBezTo>
                <a:close/>
              </a:path>
            </a:pathLst>
          </a:custGeom>
          <a:solidFill>
            <a:srgbClr val="FFD96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0201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1535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9363075" y="466725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TALK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267950" y="4476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クリスマスの雑談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04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Let's talk!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371600"/>
            <a:ext cx="6115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クリスマス、どう過ごす？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33450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33450" y="3695700"/>
            <a:ext cx="34766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アメリカ・カナダの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705350"/>
            <a:ext cx="3486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the U.S. &amp; Canada</a:t>
            </a:r>
          </a:p>
        </p:txBody>
      </p:sp>
      <p:sp>
        <p:nvSpPr>
          <p:cNvPr id="15" name=""/>
          <p:cNvSpPr/>
          <p:nvPr/>
        </p:nvSpPr>
        <p:spPr>
          <a:xfrm>
            <a:off x="43338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46577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17" name=""/>
          <p:cNvSpPr txBox="1"/>
          <p:nvPr/>
        </p:nvSpPr>
        <p:spPr>
          <a:xfrm>
            <a:off x="4657725" y="369570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日本の</a:t>
            </a:r>
          </a:p>
        </p:txBody>
      </p:sp>
      <p:sp>
        <p:nvSpPr>
          <p:cNvPr id="18" name=""/>
          <p:cNvSpPr txBox="1"/>
          <p:nvPr/>
        </p:nvSpPr>
        <p:spPr>
          <a:xfrm>
            <a:off x="4657725" y="413385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お正月</a:t>
            </a:r>
          </a:p>
        </p:txBody>
      </p:sp>
      <p:sp>
        <p:nvSpPr>
          <p:cNvPr id="19" name=""/>
          <p:cNvSpPr txBox="1"/>
          <p:nvPr/>
        </p:nvSpPr>
        <p:spPr>
          <a:xfrm>
            <a:off x="4657725" y="4705350"/>
            <a:ext cx="2333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New Year's in Japan</a:t>
            </a:r>
          </a:p>
        </p:txBody>
      </p:sp>
      <p:sp>
        <p:nvSpPr>
          <p:cNvPr id="20" name=""/>
          <p:cNvSpPr/>
          <p:nvPr/>
        </p:nvSpPr>
        <p:spPr>
          <a:xfrm>
            <a:off x="80676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83915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391525" y="3695700"/>
            <a:ext cx="31337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サンクスギビング</a:t>
            </a:r>
          </a:p>
        </p:txBody>
      </p:sp>
      <p:sp>
        <p:nvSpPr>
          <p:cNvPr id="23" name=""/>
          <p:cNvSpPr txBox="1"/>
          <p:nvPr/>
        </p:nvSpPr>
        <p:spPr>
          <a:xfrm>
            <a:off x="8391525" y="4133850"/>
            <a:ext cx="2095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（感謝祭）</a:t>
            </a:r>
          </a:p>
        </p:txBody>
      </p:sp>
      <p:sp>
        <p:nvSpPr>
          <p:cNvPr id="24" name=""/>
          <p:cNvSpPr txBox="1"/>
          <p:nvPr/>
        </p:nvSpPr>
        <p:spPr>
          <a:xfrm>
            <a:off x="8391525" y="4705350"/>
            <a:ext cx="1676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Thanksgiving</a:t>
            </a:r>
          </a:p>
        </p:txBody>
      </p:sp>
      <p:sp>
        <p:nvSpPr>
          <p:cNvPr id="2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01275" y="390525"/>
            <a:ext cx="1381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346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44175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1633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3838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＝ 〜できる</a:t>
            </a:r>
          </a:p>
        </p:txBody>
      </p:sp>
      <p:sp>
        <p:nvSpPr>
          <p:cNvPr id="10" name=""/>
          <p:cNvSpPr/>
          <p:nvPr/>
        </p:nvSpPr>
        <p:spPr>
          <a:xfrm>
            <a:off x="609600" y="2409825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1285875" y="2562225"/>
            <a:ext cx="13049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can</a:t>
            </a:r>
          </a:p>
        </p:txBody>
      </p:sp>
      <p:sp>
        <p:nvSpPr>
          <p:cNvPr id="12" name=""/>
          <p:cNvSpPr txBox="1"/>
          <p:nvPr/>
        </p:nvSpPr>
        <p:spPr>
          <a:xfrm>
            <a:off x="1343025" y="30765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可能・能力</a:t>
            </a:r>
          </a:p>
        </p:txBody>
      </p:sp>
      <p:sp>
        <p:nvSpPr>
          <p:cNvPr id="13" name=""/>
          <p:cNvSpPr txBox="1"/>
          <p:nvPr/>
        </p:nvSpPr>
        <p:spPr>
          <a:xfrm>
            <a:off x="297180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3390900" y="241935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3676650" y="257175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6" name=""/>
          <p:cNvSpPr txBox="1"/>
          <p:nvPr/>
        </p:nvSpPr>
        <p:spPr>
          <a:xfrm>
            <a:off x="4057650" y="30765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will と同じ形</a:t>
            </a:r>
          </a:p>
        </p:txBody>
      </p:sp>
      <p:sp>
        <p:nvSpPr>
          <p:cNvPr id="17" name=""/>
          <p:cNvSpPr/>
          <p:nvPr/>
        </p:nvSpPr>
        <p:spPr>
          <a:xfrm>
            <a:off x="60960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1295400" y="392430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可能（都合がつく・時間がある）</a:t>
            </a:r>
          </a:p>
        </p:txBody>
      </p:sp>
      <p:sp>
        <p:nvSpPr>
          <p:cNvPr id="19" name=""/>
          <p:cNvSpPr/>
          <p:nvPr/>
        </p:nvSpPr>
        <p:spPr>
          <a:xfrm>
            <a:off x="91440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57250" y="398145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1" name=""/>
          <p:cNvSpPr txBox="1"/>
          <p:nvPr/>
        </p:nvSpPr>
        <p:spPr>
          <a:xfrm>
            <a:off x="914400" y="4362450"/>
            <a:ext cx="2924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talk now.</a:t>
            </a:r>
          </a:p>
        </p:txBody>
      </p:sp>
      <p:sp>
        <p:nvSpPr>
          <p:cNvPr id="22" name=""/>
          <p:cNvSpPr txBox="1"/>
          <p:nvPr/>
        </p:nvSpPr>
        <p:spPr>
          <a:xfrm>
            <a:off x="914400" y="48291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今なら話せるよ</a:t>
            </a:r>
          </a:p>
        </p:txBody>
      </p:sp>
      <p:sp>
        <p:nvSpPr>
          <p:cNvPr id="23" name=""/>
          <p:cNvSpPr/>
          <p:nvPr/>
        </p:nvSpPr>
        <p:spPr>
          <a:xfrm>
            <a:off x="619125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能力（自分ができること）</a:t>
            </a:r>
          </a:p>
        </p:txBody>
      </p:sp>
      <p:sp>
        <p:nvSpPr>
          <p:cNvPr id="25" name=""/>
          <p:cNvSpPr/>
          <p:nvPr/>
        </p:nvSpPr>
        <p:spPr>
          <a:xfrm>
            <a:off x="649605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6419850" y="398145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6496050" y="4362450"/>
            <a:ext cx="23336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swim.</a:t>
            </a:r>
          </a:p>
        </p:txBody>
      </p:sp>
      <p:sp>
        <p:nvSpPr>
          <p:cNvPr id="28" name=""/>
          <p:cNvSpPr txBox="1"/>
          <p:nvPr/>
        </p:nvSpPr>
        <p:spPr>
          <a:xfrm>
            <a:off x="6496050" y="482917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泳げるよ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1543050" y="5543550"/>
            <a:ext cx="5038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Scott先生のあとについて、声に出してみよう！</a:t>
            </a:r>
          </a:p>
        </p:txBody>
      </p:sp>
      <p:sp>
        <p:nvSpPr>
          <p:cNvPr id="30" name=""/>
          <p:cNvSpPr/>
          <p:nvPr/>
        </p:nvSpPr>
        <p:spPr>
          <a:xfrm>
            <a:off x="609600" y="5524500"/>
            <a:ext cx="80010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742950" y="5572125"/>
            <a:ext cx="9620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REPEAT</a:t>
            </a:r>
          </a:p>
        </p:txBody>
      </p:sp>
      <p:sp>
        <p:nvSpPr>
          <p:cNvPr id="3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734550" y="390525"/>
            <a:ext cx="1847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8679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077450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と 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WILL vs CAN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6172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can、なにが違う？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942975" y="2762250"/>
            <a:ext cx="11239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2" name=""/>
          <p:cNvSpPr/>
          <p:nvPr/>
        </p:nvSpPr>
        <p:spPr>
          <a:xfrm>
            <a:off x="174307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87642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意志</a:t>
            </a:r>
          </a:p>
        </p:txBody>
      </p:sp>
      <p:sp>
        <p:nvSpPr>
          <p:cNvPr id="14" name=""/>
          <p:cNvSpPr txBox="1"/>
          <p:nvPr/>
        </p:nvSpPr>
        <p:spPr>
          <a:xfrm>
            <a:off x="942975" y="34099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「やります！！」</a:t>
            </a:r>
          </a:p>
        </p:txBody>
      </p:sp>
      <p:sp>
        <p:nvSpPr>
          <p:cNvPr id="15" name=""/>
          <p:cNvSpPr/>
          <p:nvPr/>
        </p:nvSpPr>
        <p:spPr>
          <a:xfrm>
            <a:off x="94297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942975" y="41529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17" name=""/>
          <p:cNvSpPr txBox="1"/>
          <p:nvPr/>
        </p:nvSpPr>
        <p:spPr>
          <a:xfrm>
            <a:off x="94297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明日行きます！</a:t>
            </a:r>
          </a:p>
        </p:txBody>
      </p:sp>
      <p:sp>
        <p:nvSpPr>
          <p:cNvPr id="18" name=""/>
          <p:cNvSpPr/>
          <p:nvPr/>
        </p:nvSpPr>
        <p:spPr>
          <a:xfrm>
            <a:off x="5753100" y="3438525"/>
            <a:ext cx="685800" cy="6858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5772150" y="3648075"/>
            <a:ext cx="647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VS</a:t>
            </a:r>
          </a:p>
        </p:txBody>
      </p:sp>
      <p:sp>
        <p:nvSpPr>
          <p:cNvPr id="20" name=""/>
          <p:cNvSpPr/>
          <p:nvPr/>
        </p:nvSpPr>
        <p:spPr>
          <a:xfrm>
            <a:off x="661035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7DBDEB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6943725" y="2762250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C6496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22" name=""/>
          <p:cNvSpPr/>
          <p:nvPr/>
        </p:nvSpPr>
        <p:spPr>
          <a:xfrm>
            <a:off x="782002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5337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C6496"/>
                </a:solidFill>
                <a:latin typeface="Noto Sans JP"/>
                <a:ea typeface="Noto Sans JP"/>
              </a:rPr>
              <a:t>可能</a:t>
            </a:r>
          </a:p>
        </p:txBody>
      </p:sp>
      <p:sp>
        <p:nvSpPr>
          <p:cNvPr id="24" name=""/>
          <p:cNvSpPr txBox="1"/>
          <p:nvPr/>
        </p:nvSpPr>
        <p:spPr>
          <a:xfrm>
            <a:off x="6943725" y="34099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「時間空いてるよ〜」</a:t>
            </a:r>
          </a:p>
        </p:txBody>
      </p:sp>
      <p:sp>
        <p:nvSpPr>
          <p:cNvPr id="25" name=""/>
          <p:cNvSpPr/>
          <p:nvPr/>
        </p:nvSpPr>
        <p:spPr>
          <a:xfrm>
            <a:off x="694372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6943725" y="4152900"/>
            <a:ext cx="3819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27" name=""/>
          <p:cNvSpPr txBox="1"/>
          <p:nvPr/>
        </p:nvSpPr>
        <p:spPr>
          <a:xfrm>
            <a:off x="694372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明日行けるよ〜</a:t>
            </a:r>
          </a:p>
        </p:txBody>
      </p:sp>
      <p:sp>
        <p:nvSpPr>
          <p:cNvPr id="28" name=""/>
          <p:cNvSpPr/>
          <p:nvPr/>
        </p:nvSpPr>
        <p:spPr>
          <a:xfrm>
            <a:off x="609600" y="5819775"/>
            <a:ext cx="10972800" cy="619125"/>
          </a:xfrm>
          <a:prstGeom prst="roundRect">
            <a:avLst>
              <a:gd name="adj" fmla="val 30769"/>
            </a:avLst>
          </a:prstGeom>
          <a:solidFill>
            <a:srgbClr val="F052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2914650" y="5953125"/>
            <a:ext cx="6362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Noto Sans JP"/>
                <a:ea typeface="Noto Sans JP"/>
              </a:rPr>
              <a:t>意味はほぼ同じ！ ニュアンスが少し変わるだけ</a:t>
            </a:r>
          </a:p>
        </p:txBody>
      </p:sp>
      <p:sp>
        <p:nvSpPr>
          <p:cNvPr id="30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15475" y="390525"/>
            <a:ext cx="20669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6488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858375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＆ 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2124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INSTANT ENGLISH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6762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で、瞬間英作文！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838325"/>
            <a:ext cx="4410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日本語を見たら、5秒で英語にしてみよう</a:t>
            </a:r>
          </a:p>
        </p:txBody>
      </p:sp>
      <p:sp>
        <p:nvSpPr>
          <p:cNvPr id="11" name=""/>
          <p:cNvSpPr/>
          <p:nvPr/>
        </p:nvSpPr>
        <p:spPr>
          <a:xfrm>
            <a:off x="609600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58140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752850"/>
            <a:ext cx="18478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71487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5" name=""/>
          <p:cNvSpPr/>
          <p:nvPr/>
        </p:nvSpPr>
        <p:spPr>
          <a:xfrm>
            <a:off x="433387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4657725" y="358140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3752850"/>
            <a:ext cx="16954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8" name=""/>
          <p:cNvSpPr txBox="1"/>
          <p:nvPr/>
        </p:nvSpPr>
        <p:spPr>
          <a:xfrm>
            <a:off x="4657725" y="4714875"/>
            <a:ext cx="2209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9" name=""/>
          <p:cNvSpPr/>
          <p:nvPr/>
        </p:nvSpPr>
        <p:spPr>
          <a:xfrm>
            <a:off x="804862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8372475" y="35814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21" name=""/>
          <p:cNvSpPr txBox="1"/>
          <p:nvPr/>
        </p:nvSpPr>
        <p:spPr>
          <a:xfrm>
            <a:off x="8372475" y="3752850"/>
            <a:ext cx="18669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22" name=""/>
          <p:cNvSpPr txBox="1"/>
          <p:nvPr/>
        </p:nvSpPr>
        <p:spPr>
          <a:xfrm>
            <a:off x="8372475" y="4714875"/>
            <a:ext cx="22574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2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8" name=""/>
          <p:cNvSpPr txBox="1"/>
          <p:nvPr/>
        </p:nvSpPr>
        <p:spPr>
          <a:xfrm>
            <a:off x="5619750" y="21145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9" name=""/>
          <p:cNvSpPr txBox="1"/>
          <p:nvPr/>
        </p:nvSpPr>
        <p:spPr>
          <a:xfrm>
            <a:off x="4848225" y="2238375"/>
            <a:ext cx="3219450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0" name=""/>
          <p:cNvSpPr txBox="1"/>
          <p:nvPr/>
        </p:nvSpPr>
        <p:spPr>
          <a:xfrm>
            <a:off x="4219575" y="4057650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4800600" y="4781550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〜できる・〜行けるよ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2" name=""/>
          <p:cNvSpPr txBox="1"/>
          <p:nvPr/>
        </p:nvSpPr>
        <p:spPr>
          <a:xfrm>
            <a:off x="3067050" y="3886200"/>
            <a:ext cx="72961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for lunch tomorrow.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648075" y="3581400"/>
            <a:ext cx="59817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200650" y="34766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457450" y="3886200"/>
            <a:ext cx="87058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meet you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station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8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419600" y="34766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047750" y="3886200"/>
            <a:ext cx="119538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camping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524250" y="3581400"/>
            <a:ext cx="62579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153025" y="3476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248025" y="3886200"/>
            <a:ext cx="68865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speak a little English.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886075" y="3886200"/>
            <a:ext cx="7734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run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you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8" name=""/>
          <p:cNvSpPr txBox="1"/>
          <p:nvPr/>
        </p:nvSpPr>
        <p:spPr>
          <a:xfrm>
            <a:off x="5600700" y="2114550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9" name=""/>
          <p:cNvSpPr txBox="1"/>
          <p:nvPr/>
        </p:nvSpPr>
        <p:spPr>
          <a:xfrm>
            <a:off x="4991100" y="2238375"/>
            <a:ext cx="288607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0" name=""/>
          <p:cNvSpPr txBox="1"/>
          <p:nvPr/>
        </p:nvSpPr>
        <p:spPr>
          <a:xfrm>
            <a:off x="4200525" y="4057650"/>
            <a:ext cx="4705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4895850" y="4781550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〜するよ・〜します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76425" y="3886200"/>
            <a:ext cx="10058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watch a movie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home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tomorrow.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924050" y="3581400"/>
            <a:ext cx="99441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0" y="34766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19325" y="3886200"/>
            <a:ext cx="9258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eat dinner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7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1813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86000" y="3590925"/>
            <a:ext cx="91154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beach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sister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4191000" y="4181475"/>
            <a:ext cx="38100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this weekend.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809750" y="3581400"/>
            <a:ext cx="102012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24375" y="347662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28850" y="3886200"/>
            <a:ext cx="92487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study English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a cafe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tonight.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390775" y="3581400"/>
            <a:ext cx="88773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733925" y="34766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019300" y="3886200"/>
            <a:ext cx="9705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spend Christmas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8" name=""/>
          <p:cNvSpPr txBox="1"/>
          <p:nvPr/>
        </p:nvSpPr>
        <p:spPr>
          <a:xfrm>
            <a:off x="5600700" y="21145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9" name=""/>
          <p:cNvSpPr txBox="1"/>
          <p:nvPr/>
        </p:nvSpPr>
        <p:spPr>
          <a:xfrm>
            <a:off x="4829175" y="2238375"/>
            <a:ext cx="324802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10" name=""/>
          <p:cNvSpPr txBox="1"/>
          <p:nvPr/>
        </p:nvSpPr>
        <p:spPr>
          <a:xfrm>
            <a:off x="4143375" y="4057650"/>
            <a:ext cx="4838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11" name=""/>
          <p:cNvSpPr txBox="1"/>
          <p:nvPr/>
        </p:nvSpPr>
        <p:spPr>
          <a:xfrm>
            <a:off x="5086350" y="4781550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どっちを使う？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352800" y="3581400"/>
            <a:ext cx="66579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95875" y="34766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219450" y="3886200"/>
            <a:ext cx="69532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station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3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933575" y="3886200"/>
            <a:ext cx="99155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gym tomorrow morning.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48025" y="3581400"/>
            <a:ext cx="69056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790950" y="3886200"/>
            <a:ext cx="56388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call you tonight.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762125" y="3581400"/>
            <a:ext cx="103155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1485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76475" y="3590925"/>
            <a:ext cx="76390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 algn="ctr"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have a BBQ </a:t>
            </a:r>
            <a:pPr algn="ctr"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beach</a:t>
            </a:r>
          </a:p>
        </p:txBody>
      </p:sp>
      <p:sp>
        <p:nvSpPr>
          <p:cNvPr id="13" name=""/>
          <p:cNvSpPr txBox="1"/>
          <p:nvPr/>
        </p:nvSpPr>
        <p:spPr>
          <a:xfrm>
            <a:off x="2838450" y="4181475"/>
            <a:ext cx="78295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095500" y="3581400"/>
            <a:ext cx="95440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629150" y="3181350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695575" y="3590925"/>
            <a:ext cx="81629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relax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my parents' house</a:t>
            </a:r>
          </a:p>
        </p:txBody>
      </p:sp>
      <p:sp>
        <p:nvSpPr>
          <p:cNvPr id="13" name=""/>
          <p:cNvSpPr txBox="1"/>
          <p:nvPr/>
        </p:nvSpPr>
        <p:spPr>
          <a:xfrm>
            <a:off x="3905250" y="4181475"/>
            <a:ext cx="4371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over New Year's.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3743325"/>
            <a:ext cx="24193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will と can、今日から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40576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どんどん使ってみてね！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10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2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4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2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2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2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