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9" Type="http://schemas.openxmlformats.org/officeDocument/2006/relationships/presProps" Target="presProps.xml"/><Relationship Id="rId5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2028825" y="2838450"/>
            <a:ext cx="969645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126" kern="0">
                <a:solidFill>
                  <a:srgbClr val="1A2238"/>
                </a:solidFill>
                <a:latin typeface="Noto Sans JP"/>
                <a:ea typeface="Noto Sans JP"/>
              </a:rPr>
              <a:t>塊で覚える日常英会話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15252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4486275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495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33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28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4010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181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6573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267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305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57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a new phone.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829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studying abroad next year.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1146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15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try the new cafe this weekend.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48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41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ramen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53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something sweet tonight.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8959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96012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486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that movie.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9720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620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clean my room, but I haven't had time.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2943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96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went to the movies.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66687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7DBDEB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133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09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638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486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3019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2962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38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48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have lunch together?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496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It's raining, so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a movie at home today?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19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248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8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sit anywhere.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38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22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comment anytime if you have any questions.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305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29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5910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say sorry.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86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296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 it all if you're full.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5812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286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143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my mood.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67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the price, but I'll probably buy it.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53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324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that's right.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3439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yet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can make it to tomorrow's party.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982325" y="4572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7335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0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257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90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333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3295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600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323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029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53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153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867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wake you up.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291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10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hurt your feelings. I'm so sorry.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0010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19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falling asleep.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171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85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 only went to look, but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three things.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24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191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home early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7150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be on a diet, but...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86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4810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67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getting up early.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829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still not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crowded trains.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67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57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deciding.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0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always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understanding fast English.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96600" y="457200"/>
            <a:ext cx="11334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8478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2562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5908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2867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457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3276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800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343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hate it.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239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I'm busy. I'm just not in the mood today.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957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210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419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it's cold.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286375"/>
            <a:ext cx="427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543550"/>
            <a:ext cx="4714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You lived there for 10 years?</a:t>
            </a:r>
          </a:p>
        </p:txBody>
      </p:sp>
      <p:sp>
        <p:nvSpPr>
          <p:cNvPr id="37" name=""/>
          <p:cNvSpPr txBox="1"/>
          <p:nvPr/>
        </p:nvSpPr>
        <p:spPr>
          <a:xfrm>
            <a:off x="2600325" y="5915025"/>
            <a:ext cx="5762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your English is so good!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915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speak English fluently.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9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with you, but I have to work that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57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667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2099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waiting.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866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eating the same thing every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677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610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this really good?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4104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time going by so fast lately?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3743325"/>
            <a:ext cx="29527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今日のフレーズ、まずは1つ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4057650"/>
            <a:ext cx="30384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実際の会話で使ってみてね。</a:t>
            </a:r>
          </a:p>
        </p:txBody>
      </p:sp>
      <p:sp>
        <p:nvSpPr>
          <p:cNvPr id="8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10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2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4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2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2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2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