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9" Type="http://schemas.openxmlformats.org/officeDocument/2006/relationships/presProps" Target="presProps.xml"/><Relationship Id="rId51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F4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2192000" cy="285750"/>
          </a:xfrm>
          <a:custGeom>
            <a:avLst/>
            <a:gdLst/>
            <a:ahLst/>
            <a:cxnLst/>
            <a:rect l="l" t="t" r="r" b="b"/>
            <a:pathLst>
              <a:path w="12192000" h="285750">
                <a:moveTo>
                  <a:pt x="0" y="0"/>
                </a:moveTo>
                <a:lnTo>
                  <a:pt x="12192000" y="0"/>
                </a:lnTo>
                <a:lnTo>
                  <a:pt x="12192000" y="285750"/>
                </a:lnTo>
                <a:lnTo>
                  <a:pt x="0" y="285750"/>
                </a:lnTo>
                <a:close/>
              </a:path>
            </a:pathLst>
          </a:custGeom>
          <a:solidFill>
            <a:srgbClr val="24488A"/>
          </a:solidFill>
          <a:ln/>
        </p:spPr>
      </p:sp>
      <p:sp>
        <p:nvSpPr>
          <p:cNvPr id="3" name=""/>
          <p:cNvSpPr/>
          <p:nvPr/>
        </p:nvSpPr>
        <p:spPr>
          <a:xfrm>
            <a:off x="171450" y="85725"/>
            <a:ext cx="11887200" cy="114300"/>
          </a:xfrm>
          <a:custGeom>
            <a:avLst/>
            <a:gdLst/>
            <a:ahLst/>
            <a:cxnLst/>
            <a:rect l="l" t="t" r="r" b="b"/>
            <a:pathLst>
              <a:path w="11887200" h="114300">
                <a:moveTo>
                  <a:pt x="0" y="0"/>
                </a:moveTo>
                <a:lnTo>
                  <a:pt x="114300" y="0"/>
                </a:lnTo>
                <a:lnTo>
                  <a:pt x="114300" y="114300"/>
                </a:lnTo>
                <a:lnTo>
                  <a:pt x="0" y="114300"/>
                </a:lnTo>
                <a:close/>
                <a:moveTo>
                  <a:pt x="152400" y="0"/>
                </a:moveTo>
                <a:lnTo>
                  <a:pt x="266700" y="0"/>
                </a:lnTo>
                <a:lnTo>
                  <a:pt x="266700" y="114300"/>
                </a:lnTo>
                <a:lnTo>
                  <a:pt x="152400" y="114300"/>
                </a:lnTo>
                <a:close/>
                <a:moveTo>
                  <a:pt x="304800" y="0"/>
                </a:moveTo>
                <a:lnTo>
                  <a:pt x="419100" y="0"/>
                </a:lnTo>
                <a:lnTo>
                  <a:pt x="419100" y="114300"/>
                </a:lnTo>
                <a:lnTo>
                  <a:pt x="304800" y="114300"/>
                </a:lnTo>
                <a:close/>
                <a:moveTo>
                  <a:pt x="457200" y="0"/>
                </a:moveTo>
                <a:lnTo>
                  <a:pt x="571500" y="0"/>
                </a:lnTo>
                <a:lnTo>
                  <a:pt x="571500" y="114300"/>
                </a:lnTo>
                <a:lnTo>
                  <a:pt x="457200" y="114300"/>
                </a:lnTo>
                <a:close/>
                <a:moveTo>
                  <a:pt x="609600" y="0"/>
                </a:moveTo>
                <a:lnTo>
                  <a:pt x="723900" y="0"/>
                </a:lnTo>
                <a:lnTo>
                  <a:pt x="723900" y="114300"/>
                </a:lnTo>
                <a:lnTo>
                  <a:pt x="609600" y="114300"/>
                </a:lnTo>
                <a:close/>
                <a:moveTo>
                  <a:pt x="952500" y="0"/>
                </a:moveTo>
                <a:lnTo>
                  <a:pt x="1066800" y="0"/>
                </a:lnTo>
                <a:lnTo>
                  <a:pt x="1066800" y="114300"/>
                </a:lnTo>
                <a:lnTo>
                  <a:pt x="952500" y="114300"/>
                </a:lnTo>
                <a:close/>
                <a:moveTo>
                  <a:pt x="1104900" y="0"/>
                </a:moveTo>
                <a:lnTo>
                  <a:pt x="1219200" y="0"/>
                </a:lnTo>
                <a:lnTo>
                  <a:pt x="1219200" y="114300"/>
                </a:lnTo>
                <a:lnTo>
                  <a:pt x="1104900" y="114300"/>
                </a:lnTo>
                <a:close/>
                <a:moveTo>
                  <a:pt x="1257300" y="0"/>
                </a:moveTo>
                <a:lnTo>
                  <a:pt x="1371600" y="0"/>
                </a:lnTo>
                <a:lnTo>
                  <a:pt x="1371600" y="114300"/>
                </a:lnTo>
                <a:lnTo>
                  <a:pt x="1257300" y="114300"/>
                </a:lnTo>
                <a:close/>
                <a:moveTo>
                  <a:pt x="1409700" y="0"/>
                </a:moveTo>
                <a:lnTo>
                  <a:pt x="1524000" y="0"/>
                </a:lnTo>
                <a:lnTo>
                  <a:pt x="1524000" y="114300"/>
                </a:lnTo>
                <a:lnTo>
                  <a:pt x="1409700" y="114300"/>
                </a:lnTo>
                <a:close/>
                <a:moveTo>
                  <a:pt x="1752600" y="0"/>
                </a:moveTo>
                <a:lnTo>
                  <a:pt x="1866900" y="0"/>
                </a:lnTo>
                <a:lnTo>
                  <a:pt x="1866900" y="114300"/>
                </a:lnTo>
                <a:lnTo>
                  <a:pt x="1752600" y="114300"/>
                </a:lnTo>
                <a:close/>
                <a:moveTo>
                  <a:pt x="1905000" y="0"/>
                </a:moveTo>
                <a:lnTo>
                  <a:pt x="2019300" y="0"/>
                </a:lnTo>
                <a:lnTo>
                  <a:pt x="2019300" y="114300"/>
                </a:lnTo>
                <a:lnTo>
                  <a:pt x="1905000" y="114300"/>
                </a:lnTo>
                <a:close/>
                <a:moveTo>
                  <a:pt x="2057400" y="0"/>
                </a:moveTo>
                <a:lnTo>
                  <a:pt x="2171700" y="0"/>
                </a:lnTo>
                <a:lnTo>
                  <a:pt x="2171700" y="114300"/>
                </a:lnTo>
                <a:lnTo>
                  <a:pt x="2057400" y="114300"/>
                </a:lnTo>
                <a:close/>
                <a:moveTo>
                  <a:pt x="2209800" y="0"/>
                </a:moveTo>
                <a:lnTo>
                  <a:pt x="2324100" y="0"/>
                </a:lnTo>
                <a:lnTo>
                  <a:pt x="2324100" y="114300"/>
                </a:lnTo>
                <a:lnTo>
                  <a:pt x="2209800" y="114300"/>
                </a:lnTo>
                <a:close/>
                <a:moveTo>
                  <a:pt x="2362200" y="0"/>
                </a:moveTo>
                <a:lnTo>
                  <a:pt x="2476500" y="0"/>
                </a:lnTo>
                <a:lnTo>
                  <a:pt x="2476500" y="114300"/>
                </a:lnTo>
                <a:lnTo>
                  <a:pt x="2362200" y="114300"/>
                </a:lnTo>
                <a:close/>
                <a:moveTo>
                  <a:pt x="2705100" y="0"/>
                </a:moveTo>
                <a:lnTo>
                  <a:pt x="2819400" y="0"/>
                </a:lnTo>
                <a:lnTo>
                  <a:pt x="2819400" y="114300"/>
                </a:lnTo>
                <a:lnTo>
                  <a:pt x="2705100" y="114300"/>
                </a:lnTo>
                <a:close/>
                <a:moveTo>
                  <a:pt x="2857500" y="0"/>
                </a:moveTo>
                <a:lnTo>
                  <a:pt x="2971800" y="0"/>
                </a:lnTo>
                <a:lnTo>
                  <a:pt x="2971800" y="114300"/>
                </a:lnTo>
                <a:lnTo>
                  <a:pt x="2857500" y="114300"/>
                </a:lnTo>
                <a:close/>
                <a:moveTo>
                  <a:pt x="3009900" y="0"/>
                </a:moveTo>
                <a:lnTo>
                  <a:pt x="3124200" y="0"/>
                </a:lnTo>
                <a:lnTo>
                  <a:pt x="3124200" y="114300"/>
                </a:lnTo>
                <a:lnTo>
                  <a:pt x="3009900" y="114300"/>
                </a:lnTo>
                <a:close/>
                <a:moveTo>
                  <a:pt x="3162300" y="0"/>
                </a:moveTo>
                <a:lnTo>
                  <a:pt x="3276600" y="0"/>
                </a:lnTo>
                <a:lnTo>
                  <a:pt x="3276600" y="114300"/>
                </a:lnTo>
                <a:lnTo>
                  <a:pt x="3162300" y="114300"/>
                </a:lnTo>
                <a:close/>
                <a:moveTo>
                  <a:pt x="3505200" y="0"/>
                </a:moveTo>
                <a:lnTo>
                  <a:pt x="3619500" y="0"/>
                </a:lnTo>
                <a:lnTo>
                  <a:pt x="3619500" y="114300"/>
                </a:lnTo>
                <a:lnTo>
                  <a:pt x="3505200" y="114300"/>
                </a:lnTo>
                <a:close/>
                <a:moveTo>
                  <a:pt x="3657600" y="0"/>
                </a:moveTo>
                <a:lnTo>
                  <a:pt x="3771900" y="0"/>
                </a:lnTo>
                <a:lnTo>
                  <a:pt x="3771900" y="114300"/>
                </a:lnTo>
                <a:lnTo>
                  <a:pt x="3657600" y="114300"/>
                </a:lnTo>
                <a:close/>
                <a:moveTo>
                  <a:pt x="3810000" y="0"/>
                </a:moveTo>
                <a:lnTo>
                  <a:pt x="3924300" y="0"/>
                </a:lnTo>
                <a:lnTo>
                  <a:pt x="3924300" y="114300"/>
                </a:lnTo>
                <a:lnTo>
                  <a:pt x="3810000" y="114300"/>
                </a:lnTo>
                <a:close/>
                <a:moveTo>
                  <a:pt x="3962400" y="0"/>
                </a:moveTo>
                <a:lnTo>
                  <a:pt x="4076700" y="0"/>
                </a:lnTo>
                <a:lnTo>
                  <a:pt x="4076700" y="114300"/>
                </a:lnTo>
                <a:lnTo>
                  <a:pt x="3962400" y="114300"/>
                </a:lnTo>
                <a:close/>
                <a:moveTo>
                  <a:pt x="4114800" y="0"/>
                </a:moveTo>
                <a:lnTo>
                  <a:pt x="4229100" y="0"/>
                </a:lnTo>
                <a:lnTo>
                  <a:pt x="4229100" y="114300"/>
                </a:lnTo>
                <a:lnTo>
                  <a:pt x="4114800" y="114300"/>
                </a:lnTo>
                <a:close/>
                <a:moveTo>
                  <a:pt x="4457700" y="0"/>
                </a:moveTo>
                <a:lnTo>
                  <a:pt x="4572000" y="0"/>
                </a:lnTo>
                <a:lnTo>
                  <a:pt x="4572000" y="114300"/>
                </a:lnTo>
                <a:lnTo>
                  <a:pt x="4457700" y="114300"/>
                </a:lnTo>
                <a:close/>
                <a:moveTo>
                  <a:pt x="4610100" y="0"/>
                </a:moveTo>
                <a:lnTo>
                  <a:pt x="4724400" y="0"/>
                </a:lnTo>
                <a:lnTo>
                  <a:pt x="4724400" y="114300"/>
                </a:lnTo>
                <a:lnTo>
                  <a:pt x="4610100" y="114300"/>
                </a:lnTo>
                <a:close/>
                <a:moveTo>
                  <a:pt x="4762500" y="0"/>
                </a:moveTo>
                <a:lnTo>
                  <a:pt x="4876800" y="0"/>
                </a:lnTo>
                <a:lnTo>
                  <a:pt x="4876800" y="114300"/>
                </a:lnTo>
                <a:lnTo>
                  <a:pt x="4762500" y="114300"/>
                </a:lnTo>
                <a:close/>
                <a:moveTo>
                  <a:pt x="4914900" y="0"/>
                </a:moveTo>
                <a:lnTo>
                  <a:pt x="5029200" y="0"/>
                </a:lnTo>
                <a:lnTo>
                  <a:pt x="5029200" y="114300"/>
                </a:lnTo>
                <a:lnTo>
                  <a:pt x="4914900" y="114300"/>
                </a:lnTo>
                <a:close/>
                <a:moveTo>
                  <a:pt x="5257800" y="0"/>
                </a:moveTo>
                <a:lnTo>
                  <a:pt x="5372100" y="0"/>
                </a:lnTo>
                <a:lnTo>
                  <a:pt x="5372100" y="114300"/>
                </a:lnTo>
                <a:lnTo>
                  <a:pt x="5257800" y="114300"/>
                </a:lnTo>
                <a:close/>
                <a:moveTo>
                  <a:pt x="5410200" y="0"/>
                </a:moveTo>
                <a:lnTo>
                  <a:pt x="5524500" y="0"/>
                </a:lnTo>
                <a:lnTo>
                  <a:pt x="5524500" y="114300"/>
                </a:lnTo>
                <a:lnTo>
                  <a:pt x="5410200" y="114300"/>
                </a:lnTo>
                <a:close/>
                <a:moveTo>
                  <a:pt x="5562600" y="0"/>
                </a:moveTo>
                <a:lnTo>
                  <a:pt x="5676900" y="0"/>
                </a:lnTo>
                <a:lnTo>
                  <a:pt x="5676900" y="114300"/>
                </a:lnTo>
                <a:lnTo>
                  <a:pt x="5562600" y="114300"/>
                </a:lnTo>
                <a:close/>
                <a:moveTo>
                  <a:pt x="5715000" y="0"/>
                </a:moveTo>
                <a:lnTo>
                  <a:pt x="5829300" y="0"/>
                </a:lnTo>
                <a:lnTo>
                  <a:pt x="5829300" y="114300"/>
                </a:lnTo>
                <a:lnTo>
                  <a:pt x="5715000" y="114300"/>
                </a:lnTo>
                <a:close/>
                <a:moveTo>
                  <a:pt x="5867400" y="0"/>
                </a:moveTo>
                <a:lnTo>
                  <a:pt x="5981700" y="0"/>
                </a:lnTo>
                <a:lnTo>
                  <a:pt x="5981700" y="114300"/>
                </a:lnTo>
                <a:lnTo>
                  <a:pt x="5867400" y="114300"/>
                </a:lnTo>
                <a:close/>
                <a:moveTo>
                  <a:pt x="6210300" y="0"/>
                </a:moveTo>
                <a:lnTo>
                  <a:pt x="6324600" y="0"/>
                </a:lnTo>
                <a:lnTo>
                  <a:pt x="6324600" y="114300"/>
                </a:lnTo>
                <a:lnTo>
                  <a:pt x="6210300" y="114300"/>
                </a:lnTo>
                <a:close/>
                <a:moveTo>
                  <a:pt x="6362700" y="0"/>
                </a:moveTo>
                <a:lnTo>
                  <a:pt x="6477000" y="0"/>
                </a:lnTo>
                <a:lnTo>
                  <a:pt x="6477000" y="114300"/>
                </a:lnTo>
                <a:lnTo>
                  <a:pt x="6362700" y="114300"/>
                </a:lnTo>
                <a:close/>
                <a:moveTo>
                  <a:pt x="6515100" y="0"/>
                </a:moveTo>
                <a:lnTo>
                  <a:pt x="6629400" y="0"/>
                </a:lnTo>
                <a:lnTo>
                  <a:pt x="6629400" y="114300"/>
                </a:lnTo>
                <a:lnTo>
                  <a:pt x="6515100" y="114300"/>
                </a:lnTo>
                <a:close/>
                <a:moveTo>
                  <a:pt x="6667500" y="0"/>
                </a:moveTo>
                <a:lnTo>
                  <a:pt x="6781800" y="0"/>
                </a:lnTo>
                <a:lnTo>
                  <a:pt x="6781800" y="114300"/>
                </a:lnTo>
                <a:lnTo>
                  <a:pt x="6667500" y="114300"/>
                </a:lnTo>
                <a:close/>
                <a:moveTo>
                  <a:pt x="7010400" y="0"/>
                </a:moveTo>
                <a:lnTo>
                  <a:pt x="7124700" y="0"/>
                </a:lnTo>
                <a:lnTo>
                  <a:pt x="7124700" y="114300"/>
                </a:lnTo>
                <a:lnTo>
                  <a:pt x="7010400" y="114300"/>
                </a:lnTo>
                <a:close/>
                <a:moveTo>
                  <a:pt x="7162800" y="0"/>
                </a:moveTo>
                <a:lnTo>
                  <a:pt x="7277100" y="0"/>
                </a:lnTo>
                <a:lnTo>
                  <a:pt x="7277100" y="114300"/>
                </a:lnTo>
                <a:lnTo>
                  <a:pt x="7162800" y="114300"/>
                </a:lnTo>
                <a:close/>
                <a:moveTo>
                  <a:pt x="7315200" y="0"/>
                </a:moveTo>
                <a:lnTo>
                  <a:pt x="7429500" y="0"/>
                </a:lnTo>
                <a:lnTo>
                  <a:pt x="7429500" y="114300"/>
                </a:lnTo>
                <a:lnTo>
                  <a:pt x="7315200" y="114300"/>
                </a:lnTo>
                <a:close/>
                <a:moveTo>
                  <a:pt x="7467600" y="0"/>
                </a:moveTo>
                <a:lnTo>
                  <a:pt x="7581900" y="0"/>
                </a:lnTo>
                <a:lnTo>
                  <a:pt x="7581900" y="114300"/>
                </a:lnTo>
                <a:lnTo>
                  <a:pt x="7467600" y="114300"/>
                </a:lnTo>
                <a:close/>
                <a:moveTo>
                  <a:pt x="7620000" y="0"/>
                </a:moveTo>
                <a:lnTo>
                  <a:pt x="7734300" y="0"/>
                </a:lnTo>
                <a:lnTo>
                  <a:pt x="7734300" y="114300"/>
                </a:lnTo>
                <a:lnTo>
                  <a:pt x="7620000" y="114300"/>
                </a:lnTo>
                <a:close/>
                <a:moveTo>
                  <a:pt x="7962900" y="0"/>
                </a:moveTo>
                <a:lnTo>
                  <a:pt x="8077200" y="0"/>
                </a:lnTo>
                <a:lnTo>
                  <a:pt x="8077200" y="114300"/>
                </a:lnTo>
                <a:lnTo>
                  <a:pt x="7962900" y="114300"/>
                </a:lnTo>
                <a:close/>
                <a:moveTo>
                  <a:pt x="8115300" y="0"/>
                </a:moveTo>
                <a:lnTo>
                  <a:pt x="8229600" y="0"/>
                </a:lnTo>
                <a:lnTo>
                  <a:pt x="8229600" y="114300"/>
                </a:lnTo>
                <a:lnTo>
                  <a:pt x="8115300" y="114300"/>
                </a:lnTo>
                <a:close/>
                <a:moveTo>
                  <a:pt x="8267700" y="0"/>
                </a:moveTo>
                <a:lnTo>
                  <a:pt x="8382000" y="0"/>
                </a:lnTo>
                <a:lnTo>
                  <a:pt x="8382000" y="114300"/>
                </a:lnTo>
                <a:lnTo>
                  <a:pt x="8267700" y="114300"/>
                </a:lnTo>
                <a:close/>
                <a:moveTo>
                  <a:pt x="8420100" y="0"/>
                </a:moveTo>
                <a:lnTo>
                  <a:pt x="8534400" y="0"/>
                </a:lnTo>
                <a:lnTo>
                  <a:pt x="8534400" y="114300"/>
                </a:lnTo>
                <a:lnTo>
                  <a:pt x="8420100" y="114300"/>
                </a:lnTo>
                <a:close/>
                <a:moveTo>
                  <a:pt x="8763000" y="0"/>
                </a:moveTo>
                <a:lnTo>
                  <a:pt x="8877300" y="0"/>
                </a:lnTo>
                <a:lnTo>
                  <a:pt x="8877300" y="114300"/>
                </a:lnTo>
                <a:lnTo>
                  <a:pt x="8763000" y="114300"/>
                </a:lnTo>
                <a:close/>
                <a:moveTo>
                  <a:pt x="8915400" y="0"/>
                </a:moveTo>
                <a:lnTo>
                  <a:pt x="9029700" y="0"/>
                </a:lnTo>
                <a:lnTo>
                  <a:pt x="9029700" y="114300"/>
                </a:lnTo>
                <a:lnTo>
                  <a:pt x="8915400" y="114300"/>
                </a:lnTo>
                <a:close/>
                <a:moveTo>
                  <a:pt x="9067800" y="0"/>
                </a:moveTo>
                <a:lnTo>
                  <a:pt x="9182100" y="0"/>
                </a:lnTo>
                <a:lnTo>
                  <a:pt x="9182100" y="114300"/>
                </a:lnTo>
                <a:lnTo>
                  <a:pt x="9067800" y="114300"/>
                </a:lnTo>
                <a:close/>
                <a:moveTo>
                  <a:pt x="9220200" y="0"/>
                </a:moveTo>
                <a:lnTo>
                  <a:pt x="9334500" y="0"/>
                </a:lnTo>
                <a:lnTo>
                  <a:pt x="9334500" y="114300"/>
                </a:lnTo>
                <a:lnTo>
                  <a:pt x="9220200" y="114300"/>
                </a:lnTo>
                <a:close/>
                <a:moveTo>
                  <a:pt x="9372600" y="0"/>
                </a:moveTo>
                <a:lnTo>
                  <a:pt x="9486900" y="0"/>
                </a:lnTo>
                <a:lnTo>
                  <a:pt x="9486900" y="114300"/>
                </a:lnTo>
                <a:lnTo>
                  <a:pt x="9372600" y="114300"/>
                </a:lnTo>
                <a:close/>
                <a:moveTo>
                  <a:pt x="9715500" y="0"/>
                </a:moveTo>
                <a:lnTo>
                  <a:pt x="9829800" y="0"/>
                </a:lnTo>
                <a:lnTo>
                  <a:pt x="9829800" y="114300"/>
                </a:lnTo>
                <a:lnTo>
                  <a:pt x="9715500" y="114300"/>
                </a:lnTo>
                <a:close/>
                <a:moveTo>
                  <a:pt x="9867900" y="0"/>
                </a:moveTo>
                <a:lnTo>
                  <a:pt x="9982200" y="0"/>
                </a:lnTo>
                <a:lnTo>
                  <a:pt x="9982200" y="114300"/>
                </a:lnTo>
                <a:lnTo>
                  <a:pt x="9867900" y="114300"/>
                </a:lnTo>
                <a:close/>
                <a:moveTo>
                  <a:pt x="10020300" y="0"/>
                </a:moveTo>
                <a:lnTo>
                  <a:pt x="10134600" y="0"/>
                </a:lnTo>
                <a:lnTo>
                  <a:pt x="10134600" y="114300"/>
                </a:lnTo>
                <a:lnTo>
                  <a:pt x="10020300" y="114300"/>
                </a:lnTo>
                <a:close/>
                <a:moveTo>
                  <a:pt x="10172700" y="0"/>
                </a:moveTo>
                <a:lnTo>
                  <a:pt x="10287000" y="0"/>
                </a:lnTo>
                <a:lnTo>
                  <a:pt x="10287000" y="114300"/>
                </a:lnTo>
                <a:lnTo>
                  <a:pt x="10172700" y="114300"/>
                </a:lnTo>
                <a:close/>
                <a:moveTo>
                  <a:pt x="10515600" y="0"/>
                </a:moveTo>
                <a:lnTo>
                  <a:pt x="10629900" y="0"/>
                </a:lnTo>
                <a:lnTo>
                  <a:pt x="10629900" y="114300"/>
                </a:lnTo>
                <a:lnTo>
                  <a:pt x="10515600" y="114300"/>
                </a:lnTo>
                <a:close/>
                <a:moveTo>
                  <a:pt x="10668000" y="0"/>
                </a:moveTo>
                <a:lnTo>
                  <a:pt x="10782300" y="0"/>
                </a:lnTo>
                <a:lnTo>
                  <a:pt x="10782300" y="114300"/>
                </a:lnTo>
                <a:lnTo>
                  <a:pt x="10668000" y="114300"/>
                </a:lnTo>
                <a:close/>
                <a:moveTo>
                  <a:pt x="10820400" y="0"/>
                </a:moveTo>
                <a:lnTo>
                  <a:pt x="10934700" y="0"/>
                </a:lnTo>
                <a:lnTo>
                  <a:pt x="10934700" y="114300"/>
                </a:lnTo>
                <a:lnTo>
                  <a:pt x="10820400" y="114300"/>
                </a:lnTo>
                <a:close/>
                <a:moveTo>
                  <a:pt x="10972800" y="0"/>
                </a:moveTo>
                <a:lnTo>
                  <a:pt x="11087100" y="0"/>
                </a:lnTo>
                <a:lnTo>
                  <a:pt x="11087100" y="114300"/>
                </a:lnTo>
                <a:lnTo>
                  <a:pt x="10972800" y="114300"/>
                </a:lnTo>
                <a:close/>
                <a:moveTo>
                  <a:pt x="11125200" y="0"/>
                </a:moveTo>
                <a:lnTo>
                  <a:pt x="11239500" y="0"/>
                </a:lnTo>
                <a:lnTo>
                  <a:pt x="11239500" y="114300"/>
                </a:lnTo>
                <a:lnTo>
                  <a:pt x="11125200" y="114300"/>
                </a:lnTo>
                <a:close/>
                <a:moveTo>
                  <a:pt x="11468100" y="0"/>
                </a:moveTo>
                <a:lnTo>
                  <a:pt x="11582400" y="0"/>
                </a:lnTo>
                <a:lnTo>
                  <a:pt x="11582400" y="114300"/>
                </a:lnTo>
                <a:lnTo>
                  <a:pt x="11468100" y="114300"/>
                </a:lnTo>
                <a:close/>
                <a:moveTo>
                  <a:pt x="11620500" y="0"/>
                </a:moveTo>
                <a:lnTo>
                  <a:pt x="11734800" y="0"/>
                </a:lnTo>
                <a:lnTo>
                  <a:pt x="11734800" y="114300"/>
                </a:lnTo>
                <a:lnTo>
                  <a:pt x="11620500" y="114300"/>
                </a:lnTo>
                <a:close/>
                <a:moveTo>
                  <a:pt x="11772900" y="0"/>
                </a:moveTo>
                <a:lnTo>
                  <a:pt x="11887200" y="0"/>
                </a:lnTo>
                <a:lnTo>
                  <a:pt x="11887200" y="114300"/>
                </a:lnTo>
                <a:lnTo>
                  <a:pt x="11772900" y="1143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" name=""/>
          <p:cNvSpPr/>
          <p:nvPr/>
        </p:nvSpPr>
        <p:spPr>
          <a:xfrm>
            <a:off x="10439400" y="342900"/>
            <a:ext cx="1447800" cy="1447800"/>
          </a:xfrm>
          <a:custGeom>
            <a:avLst/>
            <a:gdLst/>
            <a:ahLst/>
            <a:cxnLst/>
            <a:rect l="l" t="t" r="r" b="b"/>
            <a:pathLst>
              <a:path w="1447800" h="1447800">
                <a:moveTo>
                  <a:pt x="1447800" y="723900"/>
                </a:moveTo>
                <a:cubicBezTo>
                  <a:pt x="1447800" y="1123950"/>
                  <a:pt x="1123950" y="1447800"/>
                  <a:pt x="723900" y="1447800"/>
                </a:cubicBezTo>
                <a:cubicBezTo>
                  <a:pt x="323850" y="1447800"/>
                  <a:pt x="0" y="1123950"/>
                  <a:pt x="0" y="723900"/>
                </a:cubicBezTo>
                <a:cubicBezTo>
                  <a:pt x="0" y="323850"/>
                  <a:pt x="323850" y="0"/>
                  <a:pt x="723900" y="0"/>
                </a:cubicBezTo>
                <a:cubicBezTo>
                  <a:pt x="1123950" y="0"/>
                  <a:pt x="1447800" y="323850"/>
                  <a:pt x="1447800" y="723900"/>
                </a:cubicBezTo>
                <a:close/>
              </a:path>
            </a:pathLst>
          </a:custGeom>
          <a:solidFill>
            <a:srgbClr val="FFF0B8"/>
          </a:solidFill>
          <a:ln/>
        </p:spPr>
      </p:sp>
      <p:sp>
        <p:nvSpPr>
          <p:cNvPr id="5" name=""/>
          <p:cNvSpPr/>
          <p:nvPr/>
        </p:nvSpPr>
        <p:spPr>
          <a:xfrm>
            <a:off x="10668000" y="571500"/>
            <a:ext cx="990600" cy="990600"/>
          </a:xfrm>
          <a:custGeom>
            <a:avLst/>
            <a:gdLst/>
            <a:ahLst/>
            <a:cxnLst/>
            <a:rect l="l" t="t" r="r" b="b"/>
            <a:pathLst>
              <a:path w="990600" h="990600">
                <a:moveTo>
                  <a:pt x="990600" y="495300"/>
                </a:moveTo>
                <a:cubicBezTo>
                  <a:pt x="990600" y="768667"/>
                  <a:pt x="768668" y="990600"/>
                  <a:pt x="495300" y="990600"/>
                </a:cubicBezTo>
                <a:cubicBezTo>
                  <a:pt x="221932" y="990600"/>
                  <a:pt x="0" y="768667"/>
                  <a:pt x="0" y="495300"/>
                </a:cubicBezTo>
                <a:cubicBezTo>
                  <a:pt x="0" y="221932"/>
                  <a:pt x="221932" y="0"/>
                  <a:pt x="495300" y="0"/>
                </a:cubicBezTo>
                <a:cubicBezTo>
                  <a:pt x="768668" y="0"/>
                  <a:pt x="990600" y="221932"/>
                  <a:pt x="990600" y="495300"/>
                </a:cubicBezTo>
                <a:close/>
              </a:path>
            </a:pathLst>
          </a:custGeom>
          <a:solidFill>
            <a:srgbClr val="FFD24A"/>
          </a:solidFill>
          <a:ln/>
        </p:spPr>
      </p:sp>
      <p:sp>
        <p:nvSpPr>
          <p:cNvPr id="6" name=""/>
          <p:cNvSpPr/>
          <p:nvPr/>
        </p:nvSpPr>
        <p:spPr>
          <a:xfrm>
            <a:off x="876300" y="742950"/>
            <a:ext cx="1162050" cy="723900"/>
          </a:xfrm>
          <a:custGeom>
            <a:avLst/>
            <a:gdLst/>
            <a:ahLst/>
            <a:cxnLst/>
            <a:rect l="l" t="t" r="r" b="b"/>
            <a:pathLst>
              <a:path w="1162050" h="723900">
                <a:moveTo>
                  <a:pt x="495300" y="476250"/>
                </a:moveTo>
                <a:cubicBezTo>
                  <a:pt x="495300" y="613410"/>
                  <a:pt x="384810" y="723900"/>
                  <a:pt x="247650" y="723900"/>
                </a:cubicBezTo>
                <a:cubicBezTo>
                  <a:pt x="110490" y="723900"/>
                  <a:pt x="0" y="613410"/>
                  <a:pt x="0" y="476250"/>
                </a:cubicBezTo>
                <a:cubicBezTo>
                  <a:pt x="0" y="339090"/>
                  <a:pt x="110490" y="228600"/>
                  <a:pt x="247650" y="228600"/>
                </a:cubicBezTo>
                <a:cubicBezTo>
                  <a:pt x="384810" y="228600"/>
                  <a:pt x="495300" y="339090"/>
                  <a:pt x="495300" y="476250"/>
                </a:cubicBezTo>
                <a:close/>
                <a:moveTo>
                  <a:pt x="895350" y="323850"/>
                </a:moveTo>
                <a:cubicBezTo>
                  <a:pt x="895350" y="502920"/>
                  <a:pt x="750570" y="647700"/>
                  <a:pt x="571500" y="647700"/>
                </a:cubicBezTo>
                <a:cubicBezTo>
                  <a:pt x="392430" y="647700"/>
                  <a:pt x="247650" y="502920"/>
                  <a:pt x="247650" y="323850"/>
                </a:cubicBezTo>
                <a:cubicBezTo>
                  <a:pt x="247650" y="144780"/>
                  <a:pt x="392430" y="0"/>
                  <a:pt x="571500" y="0"/>
                </a:cubicBezTo>
                <a:cubicBezTo>
                  <a:pt x="750570" y="0"/>
                  <a:pt x="895350" y="144780"/>
                  <a:pt x="895350" y="323850"/>
                </a:cubicBezTo>
                <a:close/>
                <a:moveTo>
                  <a:pt x="1162050" y="495300"/>
                </a:moveTo>
                <a:cubicBezTo>
                  <a:pt x="1162050" y="621983"/>
                  <a:pt x="1060133" y="723900"/>
                  <a:pt x="933450" y="723900"/>
                </a:cubicBezTo>
                <a:cubicBezTo>
                  <a:pt x="806767" y="723900"/>
                  <a:pt x="704850" y="621983"/>
                  <a:pt x="704850" y="495300"/>
                </a:cubicBezTo>
                <a:cubicBezTo>
                  <a:pt x="704850" y="368618"/>
                  <a:pt x="806767" y="266700"/>
                  <a:pt x="933450" y="266700"/>
                </a:cubicBezTo>
                <a:cubicBezTo>
                  <a:pt x="1060133" y="266700"/>
                  <a:pt x="1162050" y="368618"/>
                  <a:pt x="1162050" y="49530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"/>
          <p:cNvSpPr/>
          <p:nvPr/>
        </p:nvSpPr>
        <p:spPr>
          <a:xfrm>
            <a:off x="8686800" y="552450"/>
            <a:ext cx="838200" cy="495300"/>
          </a:xfrm>
          <a:custGeom>
            <a:avLst/>
            <a:gdLst/>
            <a:ahLst/>
            <a:cxnLst/>
            <a:rect l="l" t="t" r="r" b="b"/>
            <a:pathLst>
              <a:path w="838200" h="495300">
                <a:moveTo>
                  <a:pt x="342900" y="323850"/>
                </a:moveTo>
                <a:cubicBezTo>
                  <a:pt x="342900" y="418148"/>
                  <a:pt x="265747" y="495300"/>
                  <a:pt x="171450" y="495300"/>
                </a:cubicBezTo>
                <a:cubicBezTo>
                  <a:pt x="77153" y="495300"/>
                  <a:pt x="0" y="418148"/>
                  <a:pt x="0" y="323850"/>
                </a:cubicBezTo>
                <a:cubicBezTo>
                  <a:pt x="0" y="229552"/>
                  <a:pt x="77153" y="152400"/>
                  <a:pt x="171450" y="152400"/>
                </a:cubicBezTo>
                <a:cubicBezTo>
                  <a:pt x="265747" y="152400"/>
                  <a:pt x="342900" y="229552"/>
                  <a:pt x="342900" y="323850"/>
                </a:cubicBezTo>
                <a:close/>
                <a:moveTo>
                  <a:pt x="647700" y="228600"/>
                </a:moveTo>
                <a:cubicBezTo>
                  <a:pt x="647700" y="355282"/>
                  <a:pt x="545782" y="457200"/>
                  <a:pt x="419100" y="457200"/>
                </a:cubicBezTo>
                <a:cubicBezTo>
                  <a:pt x="292418" y="457200"/>
                  <a:pt x="190500" y="355282"/>
                  <a:pt x="190500" y="228600"/>
                </a:cubicBezTo>
                <a:cubicBezTo>
                  <a:pt x="190500" y="101918"/>
                  <a:pt x="292418" y="0"/>
                  <a:pt x="419100" y="0"/>
                </a:cubicBezTo>
                <a:cubicBezTo>
                  <a:pt x="545782" y="0"/>
                  <a:pt x="647700" y="101918"/>
                  <a:pt x="647700" y="228600"/>
                </a:cubicBezTo>
                <a:close/>
                <a:moveTo>
                  <a:pt x="838200" y="342900"/>
                </a:moveTo>
                <a:cubicBezTo>
                  <a:pt x="838200" y="426720"/>
                  <a:pt x="769620" y="495300"/>
                  <a:pt x="685800" y="495300"/>
                </a:cubicBezTo>
                <a:cubicBezTo>
                  <a:pt x="601980" y="495300"/>
                  <a:pt x="533400" y="426720"/>
                  <a:pt x="533400" y="342900"/>
                </a:cubicBezTo>
                <a:cubicBezTo>
                  <a:pt x="533400" y="259080"/>
                  <a:pt x="601980" y="190500"/>
                  <a:pt x="685800" y="190500"/>
                </a:cubicBezTo>
                <a:cubicBezTo>
                  <a:pt x="769620" y="190500"/>
                  <a:pt x="838200" y="259080"/>
                  <a:pt x="838200" y="34290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8" name=""/>
          <p:cNvSpPr/>
          <p:nvPr/>
        </p:nvSpPr>
        <p:spPr>
          <a:xfrm>
            <a:off x="0" y="4629150"/>
            <a:ext cx="12192000" cy="2228850"/>
          </a:xfrm>
          <a:custGeom>
            <a:avLst/>
            <a:gdLst/>
            <a:ahLst/>
            <a:cxnLst/>
            <a:rect l="l" t="t" r="r" b="b"/>
            <a:pathLst>
              <a:path w="12192000" h="2228850">
                <a:moveTo>
                  <a:pt x="0" y="133350"/>
                </a:moveTo>
                <a:cubicBezTo>
                  <a:pt x="1524000" y="0"/>
                  <a:pt x="3048000" y="266700"/>
                  <a:pt x="4572000" y="133350"/>
                </a:cubicBezTo>
                <a:cubicBezTo>
                  <a:pt x="6096000" y="0"/>
                  <a:pt x="7620000" y="266700"/>
                  <a:pt x="9144000" y="133350"/>
                </a:cubicBezTo>
                <a:cubicBezTo>
                  <a:pt x="10668000" y="0"/>
                  <a:pt x="11430000" y="266700"/>
                  <a:pt x="12192000" y="133350"/>
                </a:cubicBezTo>
                <a:lnTo>
                  <a:pt x="12192000" y="2228850"/>
                </a:lnTo>
                <a:lnTo>
                  <a:pt x="0" y="2228850"/>
                </a:lnTo>
                <a:close/>
              </a:path>
            </a:pathLst>
          </a:custGeom>
          <a:solidFill>
            <a:srgbClr val="86D9E6"/>
          </a:solidFill>
          <a:ln/>
        </p:spPr>
      </p:sp>
      <p:sp>
        <p:nvSpPr>
          <p:cNvPr id="9" name=""/>
          <p:cNvSpPr/>
          <p:nvPr/>
        </p:nvSpPr>
        <p:spPr>
          <a:xfrm>
            <a:off x="0" y="5276850"/>
            <a:ext cx="12192000" cy="1581150"/>
          </a:xfrm>
          <a:custGeom>
            <a:avLst/>
            <a:gdLst/>
            <a:ahLst/>
            <a:cxnLst/>
            <a:rect l="l" t="t" r="r" b="b"/>
            <a:pathLst>
              <a:path w="12192000" h="1581150">
                <a:moveTo>
                  <a:pt x="0" y="114300"/>
                </a:moveTo>
                <a:cubicBezTo>
                  <a:pt x="1524000" y="0"/>
                  <a:pt x="3048000" y="228600"/>
                  <a:pt x="4572000" y="114300"/>
                </a:cubicBezTo>
                <a:cubicBezTo>
                  <a:pt x="6096000" y="0"/>
                  <a:pt x="7620000" y="228600"/>
                  <a:pt x="9144000" y="114300"/>
                </a:cubicBezTo>
                <a:cubicBezTo>
                  <a:pt x="10668000" y="0"/>
                  <a:pt x="11430000" y="228600"/>
                  <a:pt x="12192000" y="114300"/>
                </a:cubicBezTo>
                <a:lnTo>
                  <a:pt x="12192000" y="1581150"/>
                </a:lnTo>
                <a:lnTo>
                  <a:pt x="0" y="1581150"/>
                </a:lnTo>
                <a:close/>
              </a:path>
            </a:pathLst>
          </a:custGeom>
          <a:solidFill>
            <a:srgbClr val="2AB3CB"/>
          </a:solidFill>
          <a:ln/>
        </p:spPr>
      </p:sp>
      <p:sp>
        <p:nvSpPr>
          <p:cNvPr id="10" name=""/>
          <p:cNvSpPr/>
          <p:nvPr/>
        </p:nvSpPr>
        <p:spPr>
          <a:xfrm>
            <a:off x="0" y="6019800"/>
            <a:ext cx="12192000" cy="838200"/>
          </a:xfrm>
          <a:custGeom>
            <a:avLst/>
            <a:gdLst/>
            <a:ahLst/>
            <a:cxnLst/>
            <a:rect l="l" t="t" r="r" b="b"/>
            <a:pathLst>
              <a:path w="12192000" h="838200">
                <a:moveTo>
                  <a:pt x="0" y="76200"/>
                </a:moveTo>
                <a:cubicBezTo>
                  <a:pt x="1524000" y="0"/>
                  <a:pt x="3048000" y="152400"/>
                  <a:pt x="4572000" y="76200"/>
                </a:cubicBezTo>
                <a:cubicBezTo>
                  <a:pt x="6096000" y="0"/>
                  <a:pt x="7620000" y="152400"/>
                  <a:pt x="9144000" y="76200"/>
                </a:cubicBezTo>
                <a:cubicBezTo>
                  <a:pt x="10668000" y="0"/>
                  <a:pt x="11430000" y="152400"/>
                  <a:pt x="12192000" y="76200"/>
                </a:cubicBezTo>
                <a:lnTo>
                  <a:pt x="12192000" y="838200"/>
                </a:lnTo>
                <a:lnTo>
                  <a:pt x="0" y="83820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1" name=""/>
          <p:cNvSpPr/>
          <p:nvPr/>
        </p:nvSpPr>
        <p:spPr>
          <a:xfrm>
            <a:off x="0" y="6096000"/>
            <a:ext cx="12192000" cy="762000"/>
          </a:xfrm>
          <a:custGeom>
            <a:avLst/>
            <a:gdLst/>
            <a:ahLst/>
            <a:cxnLst/>
            <a:rect l="l" t="t" r="r" b="b"/>
            <a:pathLst>
              <a:path w="12192000" h="762000">
                <a:moveTo>
                  <a:pt x="0" y="76200"/>
                </a:moveTo>
                <a:cubicBezTo>
                  <a:pt x="1524000" y="0"/>
                  <a:pt x="3048000" y="152400"/>
                  <a:pt x="4572000" y="76200"/>
                </a:cubicBezTo>
                <a:cubicBezTo>
                  <a:pt x="6096000" y="0"/>
                  <a:pt x="7620000" y="152400"/>
                  <a:pt x="9144000" y="76200"/>
                </a:cubicBezTo>
                <a:cubicBezTo>
                  <a:pt x="10668000" y="0"/>
                  <a:pt x="11430000" y="152400"/>
                  <a:pt x="12192000" y="76200"/>
                </a:cubicBezTo>
                <a:lnTo>
                  <a:pt x="12192000" y="762000"/>
                </a:lnTo>
                <a:lnTo>
                  <a:pt x="0" y="762000"/>
                </a:lnTo>
                <a:close/>
              </a:path>
            </a:pathLst>
          </a:custGeom>
          <a:solidFill>
            <a:srgbClr val="FBE8C4"/>
          </a:solidFill>
          <a:ln/>
        </p:spPr>
      </p:sp>
      <p:sp>
        <p:nvSpPr>
          <p:cNvPr id="12" name=""/>
          <p:cNvSpPr/>
          <p:nvPr/>
        </p:nvSpPr>
        <p:spPr>
          <a:xfrm>
            <a:off x="11125200" y="4038600"/>
            <a:ext cx="609600" cy="2819400"/>
          </a:xfrm>
          <a:custGeom>
            <a:avLst/>
            <a:gdLst/>
            <a:ahLst/>
            <a:cxnLst/>
            <a:rect l="l" t="t" r="r" b="b"/>
            <a:pathLst>
              <a:path w="609600" h="2819400">
                <a:moveTo>
                  <a:pt x="361950" y="2819400"/>
                </a:moveTo>
                <a:cubicBezTo>
                  <a:pt x="266700" y="1771650"/>
                  <a:pt x="171450" y="723900"/>
                  <a:pt x="0" y="0"/>
                </a:cubicBezTo>
                <a:lnTo>
                  <a:pt x="152400" y="19050"/>
                </a:lnTo>
                <a:cubicBezTo>
                  <a:pt x="323850" y="723900"/>
                  <a:pt x="514350" y="1771650"/>
                  <a:pt x="609600" y="2819400"/>
                </a:cubicBezTo>
                <a:close/>
              </a:path>
            </a:pathLst>
          </a:custGeom>
          <a:solidFill>
            <a:srgbClr val="A8743F"/>
          </a:solidFill>
          <a:ln/>
        </p:spPr>
      </p:sp>
      <p:sp>
        <p:nvSpPr>
          <p:cNvPr id="13" name=""/>
          <p:cNvSpPr/>
          <p:nvPr/>
        </p:nvSpPr>
        <p:spPr>
          <a:xfrm>
            <a:off x="10248900" y="3590925"/>
            <a:ext cx="952500" cy="533400"/>
          </a:xfrm>
          <a:custGeom>
            <a:avLst/>
            <a:gdLst/>
            <a:ahLst/>
            <a:cxnLst/>
            <a:rect l="l" t="t" r="r" b="b"/>
            <a:pathLst>
              <a:path w="952500" h="533400">
                <a:moveTo>
                  <a:pt x="948690" y="446722"/>
                </a:moveTo>
                <a:cubicBezTo>
                  <a:pt x="732472" y="155257"/>
                  <a:pt x="305752" y="0"/>
                  <a:pt x="0" y="100965"/>
                </a:cubicBezTo>
                <a:cubicBezTo>
                  <a:pt x="168592" y="375285"/>
                  <a:pt x="595313" y="531495"/>
                  <a:pt x="948690" y="446722"/>
                </a:cubicBezTo>
                <a:close/>
              </a:path>
            </a:pathLst>
          </a:custGeom>
          <a:solidFill>
            <a:srgbClr val="2E9E64"/>
          </a:solidFill>
          <a:ln/>
        </p:spPr>
      </p:sp>
      <p:sp>
        <p:nvSpPr>
          <p:cNvPr id="14" name=""/>
          <p:cNvSpPr/>
          <p:nvPr/>
        </p:nvSpPr>
        <p:spPr>
          <a:xfrm>
            <a:off x="10487025" y="3324225"/>
            <a:ext cx="714375" cy="714375"/>
          </a:xfrm>
          <a:custGeom>
            <a:avLst/>
            <a:gdLst/>
            <a:ahLst/>
            <a:cxnLst/>
            <a:rect l="l" t="t" r="r" b="b"/>
            <a:pathLst>
              <a:path w="714375" h="714375">
                <a:moveTo>
                  <a:pt x="714375" y="714375"/>
                </a:moveTo>
                <a:cubicBezTo>
                  <a:pt x="641985" y="359092"/>
                  <a:pt x="320040" y="37147"/>
                  <a:pt x="0" y="0"/>
                </a:cubicBezTo>
                <a:cubicBezTo>
                  <a:pt x="37148" y="320040"/>
                  <a:pt x="359093" y="641985"/>
                  <a:pt x="714375" y="714375"/>
                </a:cubicBezTo>
                <a:close/>
              </a:path>
            </a:pathLst>
          </a:custGeom>
          <a:solidFill>
            <a:srgbClr val="23824F"/>
          </a:solidFill>
          <a:ln/>
        </p:spPr>
      </p:sp>
      <p:sp>
        <p:nvSpPr>
          <p:cNvPr id="15" name=""/>
          <p:cNvSpPr/>
          <p:nvPr/>
        </p:nvSpPr>
        <p:spPr>
          <a:xfrm>
            <a:off x="10810875" y="3067050"/>
            <a:ext cx="504825" cy="971550"/>
          </a:xfrm>
          <a:custGeom>
            <a:avLst/>
            <a:gdLst/>
            <a:ahLst/>
            <a:cxnLst/>
            <a:rect l="l" t="t" r="r" b="b"/>
            <a:pathLst>
              <a:path w="504825" h="971550">
                <a:moveTo>
                  <a:pt x="389573" y="975360"/>
                </a:moveTo>
                <a:cubicBezTo>
                  <a:pt x="504825" y="630555"/>
                  <a:pt x="386715" y="192405"/>
                  <a:pt x="128588" y="0"/>
                </a:cubicBezTo>
                <a:cubicBezTo>
                  <a:pt x="0" y="295275"/>
                  <a:pt x="118110" y="734377"/>
                  <a:pt x="389573" y="975360"/>
                </a:cubicBezTo>
                <a:close/>
              </a:path>
            </a:pathLst>
          </a:custGeom>
          <a:solidFill>
            <a:srgbClr val="2E9E64"/>
          </a:solidFill>
          <a:ln/>
        </p:spPr>
      </p:sp>
      <p:sp>
        <p:nvSpPr>
          <p:cNvPr id="16" name=""/>
          <p:cNvSpPr/>
          <p:nvPr/>
        </p:nvSpPr>
        <p:spPr>
          <a:xfrm>
            <a:off x="11115675" y="3086100"/>
            <a:ext cx="533400" cy="952500"/>
          </a:xfrm>
          <a:custGeom>
            <a:avLst/>
            <a:gdLst/>
            <a:ahLst/>
            <a:cxnLst/>
            <a:rect l="l" t="t" r="r" b="b"/>
            <a:pathLst>
              <a:path w="533400" h="952500">
                <a:moveTo>
                  <a:pt x="84773" y="948690"/>
                </a:moveTo>
                <a:cubicBezTo>
                  <a:pt x="376238" y="732473"/>
                  <a:pt x="531495" y="305753"/>
                  <a:pt x="430530" y="0"/>
                </a:cubicBezTo>
                <a:cubicBezTo>
                  <a:pt x="156210" y="168593"/>
                  <a:pt x="0" y="595313"/>
                  <a:pt x="84773" y="948690"/>
                </a:cubicBezTo>
                <a:close/>
              </a:path>
            </a:pathLst>
          </a:custGeom>
          <a:solidFill>
            <a:srgbClr val="23824F"/>
          </a:solidFill>
          <a:ln/>
        </p:spPr>
      </p:sp>
      <p:sp>
        <p:nvSpPr>
          <p:cNvPr id="17" name=""/>
          <p:cNvSpPr/>
          <p:nvPr/>
        </p:nvSpPr>
        <p:spPr>
          <a:xfrm>
            <a:off x="11201400" y="3390900"/>
            <a:ext cx="771525" cy="647700"/>
          </a:xfrm>
          <a:custGeom>
            <a:avLst/>
            <a:gdLst/>
            <a:ahLst/>
            <a:cxnLst/>
            <a:rect l="l" t="t" r="r" b="b"/>
            <a:pathLst>
              <a:path w="771525" h="647700">
                <a:moveTo>
                  <a:pt x="0" y="648653"/>
                </a:moveTo>
                <a:cubicBezTo>
                  <a:pt x="360998" y="606743"/>
                  <a:pt x="708660" y="315278"/>
                  <a:pt x="773430" y="0"/>
                </a:cubicBezTo>
                <a:cubicBezTo>
                  <a:pt x="451485" y="8573"/>
                  <a:pt x="103823" y="300990"/>
                  <a:pt x="0" y="648653"/>
                </a:cubicBezTo>
                <a:close/>
              </a:path>
            </a:pathLst>
          </a:custGeom>
          <a:solidFill>
            <a:srgbClr val="2E9E64"/>
          </a:solidFill>
          <a:ln/>
        </p:spPr>
      </p:sp>
      <p:sp>
        <p:nvSpPr>
          <p:cNvPr id="18" name=""/>
          <p:cNvSpPr/>
          <p:nvPr/>
        </p:nvSpPr>
        <p:spPr>
          <a:xfrm>
            <a:off x="11201400" y="3714750"/>
            <a:ext cx="990600" cy="476250"/>
          </a:xfrm>
          <a:custGeom>
            <a:avLst/>
            <a:gdLst/>
            <a:ahLst/>
            <a:cxnLst/>
            <a:rect l="l" t="t" r="r" b="b"/>
            <a:pathLst>
              <a:path w="990600" h="476250">
                <a:moveTo>
                  <a:pt x="0" y="328613"/>
                </a:moveTo>
                <a:cubicBezTo>
                  <a:pt x="333375" y="473392"/>
                  <a:pt x="780098" y="394335"/>
                  <a:pt x="994410" y="153353"/>
                </a:cubicBezTo>
                <a:cubicBezTo>
                  <a:pt x="710565" y="0"/>
                  <a:pt x="263843" y="79058"/>
                  <a:pt x="0" y="328613"/>
                </a:cubicBezTo>
                <a:close/>
              </a:path>
            </a:pathLst>
          </a:custGeom>
          <a:solidFill>
            <a:srgbClr val="23824F"/>
          </a:solidFill>
          <a:ln/>
        </p:spPr>
      </p:sp>
      <p:sp>
        <p:nvSpPr>
          <p:cNvPr id="19" name=""/>
          <p:cNvSpPr/>
          <p:nvPr/>
        </p:nvSpPr>
        <p:spPr>
          <a:xfrm>
            <a:off x="11201400" y="3952875"/>
            <a:ext cx="952500" cy="533400"/>
          </a:xfrm>
          <a:custGeom>
            <a:avLst/>
            <a:gdLst/>
            <a:ahLst/>
            <a:cxnLst/>
            <a:rect l="l" t="t" r="r" b="b"/>
            <a:pathLst>
              <a:path w="952500" h="533400">
                <a:moveTo>
                  <a:pt x="0" y="84772"/>
                </a:moveTo>
                <a:cubicBezTo>
                  <a:pt x="216218" y="376238"/>
                  <a:pt x="642938" y="531495"/>
                  <a:pt x="948690" y="430530"/>
                </a:cubicBezTo>
                <a:cubicBezTo>
                  <a:pt x="780098" y="156210"/>
                  <a:pt x="353377" y="0"/>
                  <a:pt x="0" y="84772"/>
                </a:cubicBezTo>
                <a:close/>
              </a:path>
            </a:pathLst>
          </a:custGeom>
          <a:solidFill>
            <a:srgbClr val="2E9E64"/>
          </a:solidFill>
          <a:ln/>
        </p:spPr>
      </p:sp>
      <p:sp>
        <p:nvSpPr>
          <p:cNvPr id="20" name=""/>
          <p:cNvSpPr/>
          <p:nvPr/>
        </p:nvSpPr>
        <p:spPr>
          <a:xfrm>
            <a:off x="4352925" y="559117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40970" y="106680"/>
                  <a:pt x="140970" y="106680"/>
                  <a:pt x="247650" y="123825"/>
                </a:cubicBezTo>
                <a:cubicBezTo>
                  <a:pt x="140970" y="140970"/>
                  <a:pt x="140970" y="140970"/>
                  <a:pt x="123825" y="247650"/>
                </a:cubicBezTo>
                <a:cubicBezTo>
                  <a:pt x="106680" y="140970"/>
                  <a:pt x="106680" y="140970"/>
                  <a:pt x="0" y="123825"/>
                </a:cubicBezTo>
                <a:cubicBezTo>
                  <a:pt x="106680" y="106680"/>
                  <a:pt x="106680" y="106680"/>
                  <a:pt x="123825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1" name=""/>
          <p:cNvSpPr/>
          <p:nvPr/>
        </p:nvSpPr>
        <p:spPr>
          <a:xfrm>
            <a:off x="6486525" y="5838825"/>
            <a:ext cx="171450" cy="171450"/>
          </a:xfrm>
          <a:custGeom>
            <a:avLst/>
            <a:gdLst/>
            <a:ahLst/>
            <a:cxnLst/>
            <a:rect l="l" t="t" r="r" b="b"/>
            <a:pathLst>
              <a:path w="171450" h="171450">
                <a:moveTo>
                  <a:pt x="85725" y="0"/>
                </a:moveTo>
                <a:cubicBezTo>
                  <a:pt x="98107" y="73343"/>
                  <a:pt x="98107" y="73343"/>
                  <a:pt x="171450" y="85725"/>
                </a:cubicBezTo>
                <a:cubicBezTo>
                  <a:pt x="98107" y="98107"/>
                  <a:pt x="98107" y="98107"/>
                  <a:pt x="85725" y="171450"/>
                </a:cubicBezTo>
                <a:cubicBezTo>
                  <a:pt x="73343" y="98107"/>
                  <a:pt x="73343" y="98107"/>
                  <a:pt x="0" y="85725"/>
                </a:cubicBezTo>
                <a:cubicBezTo>
                  <a:pt x="73343" y="73343"/>
                  <a:pt x="73343" y="73343"/>
                  <a:pt x="85725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2" name=""/>
          <p:cNvSpPr/>
          <p:nvPr/>
        </p:nvSpPr>
        <p:spPr>
          <a:xfrm>
            <a:off x="8086725" y="55721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104775" y="0"/>
                </a:moveTo>
                <a:cubicBezTo>
                  <a:pt x="119062" y="90488"/>
                  <a:pt x="119062" y="90488"/>
                  <a:pt x="209550" y="104775"/>
                </a:cubicBezTo>
                <a:cubicBezTo>
                  <a:pt x="119062" y="119062"/>
                  <a:pt x="119062" y="119062"/>
                  <a:pt x="104775" y="209550"/>
                </a:cubicBezTo>
                <a:cubicBezTo>
                  <a:pt x="90488" y="119062"/>
                  <a:pt x="90488" y="119062"/>
                  <a:pt x="0" y="104775"/>
                </a:cubicBezTo>
                <a:cubicBezTo>
                  <a:pt x="90488" y="90488"/>
                  <a:pt x="90488" y="90488"/>
                  <a:pt x="104775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2190750" y="1647825"/>
            <a:ext cx="7810500" cy="3524250"/>
          </a:xfrm>
          <a:prstGeom prst="roundRect">
            <a:avLst>
              <a:gd name="adj" fmla="val 1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/>
          <p:nvPr/>
        </p:nvSpPr>
        <p:spPr>
          <a:xfrm>
            <a:off x="3009900" y="3133725"/>
            <a:ext cx="6172200" cy="381000"/>
          </a:xfrm>
          <a:prstGeom prst="roundRect">
            <a:avLst>
              <a:gd name="adj" fmla="val 30000"/>
            </a:avLst>
          </a:prstGeom>
          <a:solidFill>
            <a:srgbClr val="FFD966"/>
          </a:solidFill>
          <a:ln/>
        </p:spPr>
      </p:sp>
      <p:sp>
        <p:nvSpPr>
          <p:cNvPr id="25" name=""/>
          <p:cNvSpPr txBox="1"/>
          <p:nvPr/>
        </p:nvSpPr>
        <p:spPr>
          <a:xfrm>
            <a:off x="3143250" y="2076450"/>
            <a:ext cx="7134225" cy="16573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9000" b="1" spc="360" kern="0">
                <a:solidFill>
                  <a:srgbClr val="1A2238"/>
                </a:solidFill>
                <a:latin typeface="Noto Sans JP"/>
                <a:ea typeface="Noto Sans JP"/>
              </a:rPr>
              <a:t>塊で覚える</a:t>
            </a:r>
          </a:p>
        </p:txBody>
      </p:sp>
      <p:sp>
        <p:nvSpPr>
          <p:cNvPr id="26" name=""/>
          <p:cNvSpPr/>
          <p:nvPr/>
        </p:nvSpPr>
        <p:spPr>
          <a:xfrm>
            <a:off x="3838575" y="3800475"/>
            <a:ext cx="4524375" cy="800100"/>
          </a:xfrm>
          <a:prstGeom prst="roundRect">
            <a:avLst>
              <a:gd name="adj" fmla="val 50000"/>
            </a:avLst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4257675" y="3914775"/>
            <a:ext cx="458152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 spc="240" kern="0">
                <a:solidFill>
                  <a:srgbClr val="FFFFFF"/>
                </a:solidFill>
                <a:latin typeface="Noto Sans JP"/>
                <a:ea typeface="Noto Sans JP"/>
              </a:rPr>
              <a:t>日常英会話フレーズ</a:t>
            </a:r>
          </a:p>
        </p:txBody>
      </p:sp>
      <p:sp>
        <p:nvSpPr>
          <p:cNvPr id="28" name=""/>
          <p:cNvSpPr/>
          <p:nvPr/>
        </p:nvSpPr>
        <p:spPr>
          <a:xfrm>
            <a:off x="1390650" y="4905375"/>
            <a:ext cx="857250" cy="609600"/>
          </a:xfrm>
          <a:custGeom>
            <a:avLst/>
            <a:gdLst/>
            <a:ahLst/>
            <a:cxnLst/>
            <a:rect l="l" t="t" r="r" b="b"/>
            <a:pathLst>
              <a:path w="857250" h="609600">
                <a:moveTo>
                  <a:pt x="859155" y="139065"/>
                </a:moveTo>
                <a:cubicBezTo>
                  <a:pt x="516255" y="0"/>
                  <a:pt x="129540" y="140970"/>
                  <a:pt x="0" y="451485"/>
                </a:cubicBezTo>
                <a:cubicBezTo>
                  <a:pt x="299085" y="606743"/>
                  <a:pt x="685800" y="465772"/>
                  <a:pt x="859155" y="139065"/>
                </a:cubicBezTo>
                <a:close/>
              </a:path>
            </a:pathLst>
          </a:custGeom>
          <a:solidFill>
            <a:srgbClr val="2E9E64"/>
          </a:solidFill>
          <a:ln/>
        </p:spPr>
      </p:sp>
      <p:sp>
        <p:nvSpPr>
          <p:cNvPr id="29" name=""/>
          <p:cNvSpPr/>
          <p:nvPr/>
        </p:nvSpPr>
        <p:spPr>
          <a:xfrm>
            <a:off x="1581150" y="4505325"/>
            <a:ext cx="666750" cy="590550"/>
          </a:xfrm>
          <a:custGeom>
            <a:avLst/>
            <a:gdLst/>
            <a:ahLst/>
            <a:cxnLst/>
            <a:rect l="l" t="t" r="r" b="b"/>
            <a:pathLst>
              <a:path w="666750" h="590550">
                <a:moveTo>
                  <a:pt x="670560" y="540067"/>
                </a:moveTo>
                <a:cubicBezTo>
                  <a:pt x="600075" y="211455"/>
                  <a:pt x="298133" y="0"/>
                  <a:pt x="0" y="70485"/>
                </a:cubicBezTo>
                <a:cubicBezTo>
                  <a:pt x="36195" y="375285"/>
                  <a:pt x="338137" y="586740"/>
                  <a:pt x="670560" y="540067"/>
                </a:cubicBezTo>
                <a:close/>
              </a:path>
            </a:pathLst>
          </a:custGeom>
          <a:solidFill>
            <a:srgbClr val="23824F"/>
          </a:solidFill>
          <a:ln/>
        </p:spPr>
      </p:sp>
      <p:sp>
        <p:nvSpPr>
          <p:cNvPr id="30" name=""/>
          <p:cNvSpPr/>
          <p:nvPr/>
        </p:nvSpPr>
        <p:spPr>
          <a:xfrm>
            <a:off x="1905000" y="4352925"/>
            <a:ext cx="781050" cy="695325"/>
          </a:xfrm>
          <a:custGeom>
            <a:avLst/>
            <a:gdLst/>
            <a:ahLst/>
            <a:cxnLst/>
            <a:rect l="l" t="t" r="r" b="b"/>
            <a:pathLst>
              <a:path w="781050" h="695325">
                <a:moveTo>
                  <a:pt x="344805" y="697230"/>
                </a:moveTo>
                <a:cubicBezTo>
                  <a:pt x="721042" y="673417"/>
                  <a:pt x="782002" y="114300"/>
                  <a:pt x="447675" y="115252"/>
                </a:cubicBezTo>
                <a:cubicBezTo>
                  <a:pt x="133350" y="0"/>
                  <a:pt x="0" y="546735"/>
                  <a:pt x="344805" y="697230"/>
                </a:cubicBezTo>
                <a:close/>
              </a:path>
            </a:pathLst>
          </a:custGeom>
          <a:solidFill>
            <a:srgbClr val="E8364E"/>
          </a:solidFill>
          <a:ln/>
        </p:spPr>
      </p:sp>
      <p:sp>
        <p:nvSpPr>
          <p:cNvPr id="31" name=""/>
          <p:cNvSpPr/>
          <p:nvPr/>
        </p:nvSpPr>
        <p:spPr>
          <a:xfrm>
            <a:off x="2247900" y="4629150"/>
            <a:ext cx="685800" cy="771525"/>
          </a:xfrm>
          <a:custGeom>
            <a:avLst/>
            <a:gdLst/>
            <a:ahLst/>
            <a:cxnLst/>
            <a:rect l="l" t="t" r="r" b="b"/>
            <a:pathLst>
              <a:path w="685800" h="771525">
                <a:moveTo>
                  <a:pt x="0" y="417195"/>
                </a:moveTo>
                <a:cubicBezTo>
                  <a:pt x="139065" y="767715"/>
                  <a:pt x="689610" y="653415"/>
                  <a:pt x="584835" y="335280"/>
                </a:cubicBezTo>
                <a:cubicBezTo>
                  <a:pt x="597217" y="0"/>
                  <a:pt x="37148" y="41910"/>
                  <a:pt x="0" y="417195"/>
                </a:cubicBezTo>
                <a:close/>
              </a:path>
            </a:pathLst>
          </a:custGeom>
          <a:solidFill>
            <a:srgbClr val="E8364E"/>
          </a:solidFill>
          <a:ln/>
        </p:spPr>
      </p:sp>
      <p:sp>
        <p:nvSpPr>
          <p:cNvPr id="32" name=""/>
          <p:cNvSpPr/>
          <p:nvPr/>
        </p:nvSpPr>
        <p:spPr>
          <a:xfrm>
            <a:off x="1962150" y="4972050"/>
            <a:ext cx="876300" cy="809625"/>
          </a:xfrm>
          <a:custGeom>
            <a:avLst/>
            <a:gdLst/>
            <a:ahLst/>
            <a:cxnLst/>
            <a:rect l="l" t="t" r="r" b="b"/>
            <a:pathLst>
              <a:path w="876300" h="809625">
                <a:moveTo>
                  <a:pt x="290513" y="80962"/>
                </a:moveTo>
                <a:cubicBezTo>
                  <a:pt x="0" y="320993"/>
                  <a:pt x="279083" y="809625"/>
                  <a:pt x="549592" y="611505"/>
                </a:cubicBezTo>
                <a:cubicBezTo>
                  <a:pt x="871538" y="520065"/>
                  <a:pt x="658178" y="0"/>
                  <a:pt x="290513" y="80962"/>
                </a:cubicBezTo>
                <a:close/>
              </a:path>
            </a:pathLst>
          </a:custGeom>
          <a:solidFill>
            <a:srgbClr val="E8364E"/>
          </a:solidFill>
          <a:ln/>
        </p:spPr>
      </p:sp>
      <p:sp>
        <p:nvSpPr>
          <p:cNvPr id="33" name=""/>
          <p:cNvSpPr/>
          <p:nvPr/>
        </p:nvSpPr>
        <p:spPr>
          <a:xfrm>
            <a:off x="1552575" y="4848225"/>
            <a:ext cx="885825" cy="885825"/>
          </a:xfrm>
          <a:custGeom>
            <a:avLst/>
            <a:gdLst/>
            <a:ahLst/>
            <a:cxnLst/>
            <a:rect l="l" t="t" r="r" b="b"/>
            <a:pathLst>
              <a:path w="885825" h="885825">
                <a:moveTo>
                  <a:pt x="696277" y="201930"/>
                </a:moveTo>
                <a:cubicBezTo>
                  <a:pt x="378142" y="0"/>
                  <a:pt x="0" y="416242"/>
                  <a:pt x="271463" y="612458"/>
                </a:cubicBezTo>
                <a:cubicBezTo>
                  <a:pt x="458152" y="890587"/>
                  <a:pt x="886778" y="526733"/>
                  <a:pt x="696277" y="201930"/>
                </a:cubicBezTo>
                <a:close/>
              </a:path>
            </a:pathLst>
          </a:custGeom>
          <a:solidFill>
            <a:srgbClr val="E8364E"/>
          </a:solidFill>
          <a:ln/>
        </p:spPr>
      </p:sp>
      <p:sp>
        <p:nvSpPr>
          <p:cNvPr id="34" name=""/>
          <p:cNvSpPr/>
          <p:nvPr/>
        </p:nvSpPr>
        <p:spPr>
          <a:xfrm>
            <a:off x="1524000" y="4448175"/>
            <a:ext cx="819150" cy="876300"/>
          </a:xfrm>
          <a:custGeom>
            <a:avLst/>
            <a:gdLst/>
            <a:ahLst/>
            <a:cxnLst/>
            <a:rect l="l" t="t" r="r" b="b"/>
            <a:pathLst>
              <a:path w="819150" h="876300">
                <a:moveTo>
                  <a:pt x="728663" y="596265"/>
                </a:moveTo>
                <a:cubicBezTo>
                  <a:pt x="822008" y="231458"/>
                  <a:pt x="309562" y="0"/>
                  <a:pt x="207645" y="319088"/>
                </a:cubicBezTo>
                <a:cubicBezTo>
                  <a:pt x="0" y="581978"/>
                  <a:pt x="478155" y="878205"/>
                  <a:pt x="728663" y="596265"/>
                </a:cubicBezTo>
                <a:close/>
              </a:path>
            </a:pathLst>
          </a:custGeom>
          <a:solidFill>
            <a:srgbClr val="E8364E"/>
          </a:solidFill>
          <a:ln/>
        </p:spPr>
      </p:sp>
      <p:sp>
        <p:nvSpPr>
          <p:cNvPr id="35" name=""/>
          <p:cNvSpPr/>
          <p:nvPr/>
        </p:nvSpPr>
        <p:spPr>
          <a:xfrm>
            <a:off x="2133600" y="4933950"/>
            <a:ext cx="238125" cy="238125"/>
          </a:xfrm>
          <a:custGeom>
            <a:avLst/>
            <a:gdLst/>
            <a:ahLst/>
            <a:cxnLst/>
            <a:rect l="l" t="t" r="r" b="b"/>
            <a:pathLst>
              <a:path w="238125" h="238125">
                <a:moveTo>
                  <a:pt x="236220" y="118110"/>
                </a:moveTo>
                <a:cubicBezTo>
                  <a:pt x="236220" y="182880"/>
                  <a:pt x="182880" y="236220"/>
                  <a:pt x="118110" y="236220"/>
                </a:cubicBezTo>
                <a:cubicBezTo>
                  <a:pt x="53340" y="236220"/>
                  <a:pt x="0" y="182880"/>
                  <a:pt x="0" y="118110"/>
                </a:cubicBezTo>
                <a:cubicBezTo>
                  <a:pt x="0" y="53340"/>
                  <a:pt x="53340" y="0"/>
                  <a:pt x="118110" y="0"/>
                </a:cubicBezTo>
                <a:cubicBezTo>
                  <a:pt x="182880" y="0"/>
                  <a:pt x="236220" y="53340"/>
                  <a:pt x="236220" y="118110"/>
                </a:cubicBezTo>
                <a:close/>
              </a:path>
            </a:pathLst>
          </a:custGeom>
          <a:solidFill>
            <a:srgbClr val="B5173A"/>
          </a:solidFill>
          <a:ln/>
        </p:spPr>
      </p:sp>
      <p:sp>
        <p:nvSpPr>
          <p:cNvPr id="36" name=""/>
          <p:cNvSpPr/>
          <p:nvPr/>
        </p:nvSpPr>
        <p:spPr>
          <a:xfrm>
            <a:off x="2247900" y="4724400"/>
            <a:ext cx="342900" cy="333375"/>
          </a:xfrm>
          <a:custGeom>
            <a:avLst/>
            <a:gdLst/>
            <a:ahLst/>
            <a:cxnLst/>
            <a:rect l="l" t="t" r="r" b="b"/>
            <a:pathLst>
              <a:path w="342900" h="333375">
                <a:moveTo>
                  <a:pt x="0" y="328613"/>
                </a:moveTo>
                <a:cubicBezTo>
                  <a:pt x="122873" y="251460"/>
                  <a:pt x="275272" y="103822"/>
                  <a:pt x="340042" y="0"/>
                </a:cubicBezTo>
                <a:cubicBezTo>
                  <a:pt x="234315" y="60960"/>
                  <a:pt x="81915" y="208597"/>
                  <a:pt x="0" y="328613"/>
                </a:cubicBezTo>
                <a:close/>
              </a:path>
            </a:pathLst>
          </a:custGeom>
          <a:solidFill>
            <a:srgbClr val="B5173A"/>
          </a:solidFill>
          <a:ln/>
        </p:spPr>
      </p:sp>
      <p:sp>
        <p:nvSpPr>
          <p:cNvPr id="37" name=""/>
          <p:cNvSpPr/>
          <p:nvPr/>
        </p:nvSpPr>
        <p:spPr>
          <a:xfrm>
            <a:off x="2533650" y="4667250"/>
            <a:ext cx="104775" cy="104775"/>
          </a:xfrm>
          <a:custGeom>
            <a:avLst/>
            <a:gdLst/>
            <a:ahLst/>
            <a:cxnLst/>
            <a:rect l="l" t="t" r="r" b="b"/>
            <a:pathLst>
              <a:path w="104775" h="104775">
                <a:moveTo>
                  <a:pt x="106680" y="52388"/>
                </a:moveTo>
                <a:cubicBezTo>
                  <a:pt x="106680" y="81915"/>
                  <a:pt x="82867" y="105728"/>
                  <a:pt x="53340" y="105728"/>
                </a:cubicBezTo>
                <a:cubicBezTo>
                  <a:pt x="23812" y="105728"/>
                  <a:pt x="0" y="81915"/>
                  <a:pt x="0" y="52388"/>
                </a:cubicBezTo>
                <a:cubicBezTo>
                  <a:pt x="0" y="23812"/>
                  <a:pt x="23812" y="0"/>
                  <a:pt x="53340" y="0"/>
                </a:cubicBezTo>
                <a:cubicBezTo>
                  <a:pt x="82867" y="0"/>
                  <a:pt x="106680" y="23812"/>
                  <a:pt x="106680" y="52388"/>
                </a:cubicBezTo>
                <a:close/>
              </a:path>
            </a:pathLst>
          </a:custGeom>
          <a:solidFill>
            <a:srgbClr val="FFD24A"/>
          </a:solidFill>
          <a:ln/>
        </p:spPr>
      </p:sp>
      <p:sp>
        <p:nvSpPr>
          <p:cNvPr id="38" name=""/>
          <p:cNvSpPr/>
          <p:nvPr/>
        </p:nvSpPr>
        <p:spPr>
          <a:xfrm>
            <a:off x="9448800" y="1304925"/>
            <a:ext cx="571500" cy="419100"/>
          </a:xfrm>
          <a:custGeom>
            <a:avLst/>
            <a:gdLst/>
            <a:ahLst/>
            <a:cxnLst/>
            <a:rect l="l" t="t" r="r" b="b"/>
            <a:pathLst>
              <a:path w="571500" h="419100">
                <a:moveTo>
                  <a:pt x="572453" y="317183"/>
                </a:moveTo>
                <a:cubicBezTo>
                  <a:pt x="459105" y="93345"/>
                  <a:pt x="201930" y="0"/>
                  <a:pt x="0" y="108585"/>
                </a:cubicBezTo>
                <a:cubicBezTo>
                  <a:pt x="83820" y="321945"/>
                  <a:pt x="341947" y="415290"/>
                  <a:pt x="572453" y="317183"/>
                </a:cubicBezTo>
                <a:close/>
              </a:path>
            </a:pathLst>
          </a:custGeom>
          <a:solidFill>
            <a:srgbClr val="2E9E64"/>
          </a:solidFill>
          <a:ln/>
        </p:spPr>
      </p:sp>
      <p:sp>
        <p:nvSpPr>
          <p:cNvPr id="39" name=""/>
          <p:cNvSpPr/>
          <p:nvPr/>
        </p:nvSpPr>
        <p:spPr>
          <a:xfrm>
            <a:off x="9715500" y="1162050"/>
            <a:ext cx="523875" cy="457200"/>
          </a:xfrm>
          <a:custGeom>
            <a:avLst/>
            <a:gdLst/>
            <a:ahLst/>
            <a:cxnLst/>
            <a:rect l="l" t="t" r="r" b="b"/>
            <a:pathLst>
              <a:path w="523875" h="457200">
                <a:moveTo>
                  <a:pt x="307657" y="458152"/>
                </a:moveTo>
                <a:cubicBezTo>
                  <a:pt x="522922" y="345757"/>
                  <a:pt x="412432" y="0"/>
                  <a:pt x="215265" y="88582"/>
                </a:cubicBezTo>
                <a:cubicBezTo>
                  <a:pt x="0" y="102870"/>
                  <a:pt x="64770" y="460057"/>
                  <a:pt x="307657" y="458152"/>
                </a:cubicBezTo>
                <a:close/>
              </a:path>
            </a:pathLst>
          </a:custGeom>
          <a:solidFill>
            <a:srgbClr val="FF6F91"/>
          </a:solidFill>
          <a:ln/>
        </p:spPr>
      </p:sp>
      <p:sp>
        <p:nvSpPr>
          <p:cNvPr id="40" name=""/>
          <p:cNvSpPr/>
          <p:nvPr/>
        </p:nvSpPr>
        <p:spPr>
          <a:xfrm>
            <a:off x="9944100" y="1219200"/>
            <a:ext cx="542925" cy="571500"/>
          </a:xfrm>
          <a:custGeom>
            <a:avLst/>
            <a:gdLst/>
            <a:ahLst/>
            <a:cxnLst/>
            <a:rect l="l" t="t" r="r" b="b"/>
            <a:pathLst>
              <a:path w="542925" h="571500">
                <a:moveTo>
                  <a:pt x="77152" y="401955"/>
                </a:moveTo>
                <a:cubicBezTo>
                  <a:pt x="250507" y="572453"/>
                  <a:pt x="544830" y="360045"/>
                  <a:pt x="400050" y="200025"/>
                </a:cubicBezTo>
                <a:cubicBezTo>
                  <a:pt x="320040" y="0"/>
                  <a:pt x="0" y="171450"/>
                  <a:pt x="77152" y="401955"/>
                </a:cubicBezTo>
                <a:close/>
              </a:path>
            </a:pathLst>
          </a:custGeom>
          <a:solidFill>
            <a:srgbClr val="FF6F91"/>
          </a:solidFill>
          <a:ln/>
        </p:spPr>
      </p:sp>
      <p:sp>
        <p:nvSpPr>
          <p:cNvPr id="41" name=""/>
          <p:cNvSpPr/>
          <p:nvPr/>
        </p:nvSpPr>
        <p:spPr>
          <a:xfrm>
            <a:off x="9915525" y="1476375"/>
            <a:ext cx="561975" cy="581025"/>
          </a:xfrm>
          <a:custGeom>
            <a:avLst/>
            <a:gdLst/>
            <a:ahLst/>
            <a:cxnLst/>
            <a:rect l="l" t="t" r="r" b="b"/>
            <a:pathLst>
              <a:path w="561975" h="581025">
                <a:moveTo>
                  <a:pt x="107632" y="143827"/>
                </a:moveTo>
                <a:cubicBezTo>
                  <a:pt x="0" y="361950"/>
                  <a:pt x="292418" y="576262"/>
                  <a:pt x="399097" y="388620"/>
                </a:cubicBezTo>
                <a:cubicBezTo>
                  <a:pt x="565785" y="250507"/>
                  <a:pt x="302895" y="0"/>
                  <a:pt x="107632" y="143827"/>
                </a:cubicBezTo>
                <a:close/>
              </a:path>
            </a:pathLst>
          </a:custGeom>
          <a:solidFill>
            <a:srgbClr val="FF6F91"/>
          </a:solidFill>
          <a:ln/>
        </p:spPr>
      </p:sp>
      <p:sp>
        <p:nvSpPr>
          <p:cNvPr id="42" name=""/>
          <p:cNvSpPr/>
          <p:nvPr/>
        </p:nvSpPr>
        <p:spPr>
          <a:xfrm>
            <a:off x="9667875" y="1581150"/>
            <a:ext cx="552450" cy="504825"/>
          </a:xfrm>
          <a:custGeom>
            <a:avLst/>
            <a:gdLst/>
            <a:ahLst/>
            <a:cxnLst/>
            <a:rect l="l" t="t" r="r" b="b"/>
            <a:pathLst>
              <a:path w="552450" h="504825">
                <a:moveTo>
                  <a:pt x="354330" y="35242"/>
                </a:moveTo>
                <a:cubicBezTo>
                  <a:pt x="114300" y="0"/>
                  <a:pt x="0" y="343852"/>
                  <a:pt x="211455" y="388620"/>
                </a:cubicBezTo>
                <a:cubicBezTo>
                  <a:pt x="394335" y="503872"/>
                  <a:pt x="551498" y="177165"/>
                  <a:pt x="354330" y="35242"/>
                </a:cubicBezTo>
                <a:close/>
              </a:path>
            </a:pathLst>
          </a:custGeom>
          <a:solidFill>
            <a:srgbClr val="FF6F91"/>
          </a:solidFill>
          <a:ln/>
        </p:spPr>
      </p:sp>
      <p:sp>
        <p:nvSpPr>
          <p:cNvPr id="43" name=""/>
          <p:cNvSpPr/>
          <p:nvPr/>
        </p:nvSpPr>
        <p:spPr>
          <a:xfrm>
            <a:off x="9591675" y="1381125"/>
            <a:ext cx="428625" cy="476250"/>
          </a:xfrm>
          <a:custGeom>
            <a:avLst/>
            <a:gdLst/>
            <a:ahLst/>
            <a:cxnLst/>
            <a:rect l="l" t="t" r="r" b="b"/>
            <a:pathLst>
              <a:path w="428625" h="476250">
                <a:moveTo>
                  <a:pt x="432435" y="240983"/>
                </a:moveTo>
                <a:cubicBezTo>
                  <a:pt x="391478" y="953"/>
                  <a:pt x="29528" y="0"/>
                  <a:pt x="52388" y="214313"/>
                </a:cubicBezTo>
                <a:cubicBezTo>
                  <a:pt x="0" y="423862"/>
                  <a:pt x="359092" y="472440"/>
                  <a:pt x="432435" y="240983"/>
                </a:cubicBezTo>
                <a:close/>
              </a:path>
            </a:pathLst>
          </a:custGeom>
          <a:solidFill>
            <a:srgbClr val="FF6F91"/>
          </a:solidFill>
          <a:ln/>
        </p:spPr>
      </p:sp>
      <p:sp>
        <p:nvSpPr>
          <p:cNvPr id="44" name=""/>
          <p:cNvSpPr/>
          <p:nvPr/>
        </p:nvSpPr>
        <p:spPr>
          <a:xfrm>
            <a:off x="9944100" y="15430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110"/>
                  <a:pt x="118110" y="152400"/>
                  <a:pt x="76200" y="152400"/>
                </a:cubicBezTo>
                <a:cubicBezTo>
                  <a:pt x="34290" y="152400"/>
                  <a:pt x="0" y="118110"/>
                  <a:pt x="0" y="76200"/>
                </a:cubicBezTo>
                <a:cubicBezTo>
                  <a:pt x="0" y="34290"/>
                  <a:pt x="34290" y="0"/>
                  <a:pt x="76200" y="0"/>
                </a:cubicBezTo>
                <a:cubicBezTo>
                  <a:pt x="118110" y="0"/>
                  <a:pt x="152400" y="34290"/>
                  <a:pt x="152400" y="76200"/>
                </a:cubicBezTo>
                <a:close/>
              </a:path>
            </a:pathLst>
          </a:custGeom>
          <a:solidFill>
            <a:srgbClr val="D63A6A"/>
          </a:solidFill>
          <a:ln/>
        </p:spPr>
      </p:sp>
      <p:sp>
        <p:nvSpPr>
          <p:cNvPr id="45" name=""/>
          <p:cNvSpPr/>
          <p:nvPr/>
        </p:nvSpPr>
        <p:spPr>
          <a:xfrm>
            <a:off x="10020300" y="1333500"/>
            <a:ext cx="114300" cy="285750"/>
          </a:xfrm>
          <a:custGeom>
            <a:avLst/>
            <a:gdLst/>
            <a:ahLst/>
            <a:cxnLst/>
            <a:rect l="l" t="t" r="r" b="b"/>
            <a:pathLst>
              <a:path w="114300" h="285750">
                <a:moveTo>
                  <a:pt x="0" y="282892"/>
                </a:moveTo>
                <a:cubicBezTo>
                  <a:pt x="52388" y="204787"/>
                  <a:pt x="102870" y="78105"/>
                  <a:pt x="114300" y="0"/>
                </a:cubicBezTo>
                <a:cubicBezTo>
                  <a:pt x="67627" y="63817"/>
                  <a:pt x="16193" y="190500"/>
                  <a:pt x="0" y="282892"/>
                </a:cubicBezTo>
                <a:close/>
              </a:path>
            </a:pathLst>
          </a:custGeom>
          <a:solidFill>
            <a:srgbClr val="D63A6A"/>
          </a:solidFill>
          <a:ln/>
        </p:spPr>
      </p:sp>
      <p:sp>
        <p:nvSpPr>
          <p:cNvPr id="46" name=""/>
          <p:cNvSpPr/>
          <p:nvPr/>
        </p:nvSpPr>
        <p:spPr>
          <a:xfrm>
            <a:off x="10096500" y="1304925"/>
            <a:ext cx="66675" cy="66675"/>
          </a:xfrm>
          <a:custGeom>
            <a:avLst/>
            <a:gdLst/>
            <a:ahLst/>
            <a:cxnLst/>
            <a:rect l="l" t="t" r="r" b="b"/>
            <a:pathLst>
              <a:path w="66675" h="66675">
                <a:moveTo>
                  <a:pt x="68580" y="34290"/>
                </a:moveTo>
                <a:cubicBezTo>
                  <a:pt x="68580" y="53340"/>
                  <a:pt x="53340" y="68580"/>
                  <a:pt x="34290" y="68580"/>
                </a:cubicBezTo>
                <a:cubicBezTo>
                  <a:pt x="15240" y="68580"/>
                  <a:pt x="0" y="53340"/>
                  <a:pt x="0" y="34290"/>
                </a:cubicBezTo>
                <a:cubicBezTo>
                  <a:pt x="0" y="15240"/>
                  <a:pt x="15240" y="0"/>
                  <a:pt x="34290" y="0"/>
                </a:cubicBezTo>
                <a:cubicBezTo>
                  <a:pt x="53340" y="0"/>
                  <a:pt x="68580" y="15240"/>
                  <a:pt x="68580" y="34290"/>
                </a:cubicBezTo>
                <a:close/>
              </a:path>
            </a:pathLst>
          </a:custGeom>
          <a:solidFill>
            <a:srgbClr val="FFD24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877550" y="457200"/>
            <a:ext cx="1152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No.01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05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152525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9DB4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4486275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581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01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34956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thinking of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2143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〜しようかなと思ってる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619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02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933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can't wait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2152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〜するのが楽しみすぎる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6286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03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in the mood for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〜の気分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04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4010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I've been meaning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2305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ずっと〜しようと思ってた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05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4181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It's been a while since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6573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〜するの久しぶり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2486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820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915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3440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91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thinking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〜しようかなと思ってる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861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moving.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95825" y="2524125"/>
            <a:ext cx="2571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引っ越そうかなと思ってる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438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の後ろは「~ing」。まだ迷い中の「〜しようかな」に！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62674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新しいスマホ買おうかなと思ってる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534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来年留学しようかなと思ってる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2486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820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915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3440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91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thinking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〜しようかなと思ってる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861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moving.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95825" y="2524125"/>
            <a:ext cx="2571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引っ越そうかなと思ってる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438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の後ろは「~ing」。まだ迷い中の「〜しようかな」に！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3305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新しいスマホ買おうかなと思ってる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8578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buying a new phone.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来年留学しようかなと思ってる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68294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studying abroad next year.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9150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2485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344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48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can't wait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〜するのが楽しみすぎる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28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see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38675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会えるの楽しみ！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600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の後ろは「動詞の原形」。ワクワクが止まらない「早く〜したい！」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9527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早く食べたい！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週末に新しいカフェ行くの楽しみすぎる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9150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2485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344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48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can't wait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〜するのが楽しみすぎる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28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see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38675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会えるの楽しみ！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600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の後ろは「動詞の原形」。ワクワクが止まらない「早く〜したい！」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早く食べたい！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1146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eat!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週末に新しいカフェ行くの楽しみすぎる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3152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try the new cafe this weekend.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81975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153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248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in the mood for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657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〜の気分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 movie.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57800" y="252412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映画見たい気分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286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for の後ろは「名詞」。食べたいもの・したいことの「〜な気分」！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0481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今日はラーメンの気分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181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今夜はなんか甘いものの気分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81975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153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248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in the mood for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657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〜の気分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 movie.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57800" y="252412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映画見たい気分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286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for の後ろは「名詞」。食べたいもの・したいことの「〜な気分」！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今日はラーメンの気分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4102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ramen today.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2762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今夜はなんか甘いものの気分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353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something sweet tonight.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678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486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I've been meaning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672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ずっと〜しようと思ってた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910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call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76875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ずっと電話しようと思ってたの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の後ろは「動詞の原形」。思ってるのにまだできてない「ずっと〜しようと」！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8959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ずっとその映画見ようと思ってた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96012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ずっと部屋を片付けようと思ってるけど、時間がなくて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678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486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I've been meaning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672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ずっと〜しようと思ってた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910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call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76875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ずっと電話しようと思ってたの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の後ろは「動詞の原形」。思ってるのにまだできてない「ずっと〜しようと」！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3124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ずっとその映画見ようと思ってた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6486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watch that movie.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9720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ずっと部屋を片付けようと思ってるけど、時間がなくて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9620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clean my room, but I haven't had time.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77350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81915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been a while since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過去形の文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〜するの久しぶり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6101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been a while since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we talked.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5848350" y="2524125"/>
            <a:ext cx="2019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話すの久しぶりだね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010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since の後ろは「過去形の文」。It's been a while! だけでも「久しぶり！」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久しぶり！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9340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映画館に行くの、すごく久しぶり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77350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81915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been a while since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過去形の文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〜するの久しぶり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6101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been a while since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we talked.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5848350" y="2524125"/>
            <a:ext cx="2019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話すの久しぶりだね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010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since の後ろは「過去形の文」。It's been a while! だけでも「久しぶり！」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久しぶり！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2943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been a while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!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133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映画館に行くの、すごく久しぶり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0961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been a while since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 went to the movies.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877550" y="457200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No.06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10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666875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7DBDEB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3562350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06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3133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Why don't we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1990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〜しない？（お誘い）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6096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07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638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Feel free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遠慮なく〜してね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08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3486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You don't have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〜しなくていいよ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09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3019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It depends on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〜次第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581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10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29622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not sure if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990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〜かどうか分からない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0579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Why don't we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〜しない？（お誘い）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take a break?</a:t>
            </a:r>
          </a:p>
        </p:txBody>
      </p:sp>
      <p:sp>
        <p:nvSpPr>
          <p:cNvPr id="17" name=""/>
          <p:cNvSpPr txBox="1"/>
          <p:nvPr/>
        </p:nvSpPr>
        <p:spPr>
          <a:xfrm>
            <a:off x="526732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ちょっと休憩しない？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153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we の後ろは「動詞の原形」。「なんで〜しないの？」じゃなく「〜しようよ」のお誘い！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4386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一緒にランチ行かない？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9340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雨だし、今日は家で映画見ない？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0579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Why don't we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〜しない？（お誘い）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take a break?</a:t>
            </a:r>
          </a:p>
        </p:txBody>
      </p:sp>
      <p:sp>
        <p:nvSpPr>
          <p:cNvPr id="17" name=""/>
          <p:cNvSpPr txBox="1"/>
          <p:nvPr/>
        </p:nvSpPr>
        <p:spPr>
          <a:xfrm>
            <a:off x="526732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ちょっと休憩しない？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153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we の後ろは「動詞の原形」。「なんで〜しないの？」じゃなく「〜しようよ」のお誘い！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390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一緒にランチ行かない？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848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have lunch together?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133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雨だし、今日は家で映画見ない？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94964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It's raining, so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watch a movie at home today?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582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91550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011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916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34700" y="381000"/>
            <a:ext cx="1095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0482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Feel free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遠慮なく〜してね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400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ask.</a:t>
            </a:r>
          </a:p>
        </p:txBody>
      </p:sp>
      <p:sp>
        <p:nvSpPr>
          <p:cNvPr id="17" name=""/>
          <p:cNvSpPr txBox="1"/>
          <p:nvPr/>
        </p:nvSpPr>
        <p:spPr>
          <a:xfrm>
            <a:off x="3924300" y="25241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気軽に聞いてね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の後ろは「動詞の原形」。相手が遠慮しないように「どうぞ気軽に〜してね」！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419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好きなところに座ってね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5248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質問があったら、いつでも気軽にコメントしてね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582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91550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011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916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34700" y="381000"/>
            <a:ext cx="1095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0482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Feel free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遠慮なく〜してね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400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ask.</a:t>
            </a:r>
          </a:p>
        </p:txBody>
      </p:sp>
      <p:sp>
        <p:nvSpPr>
          <p:cNvPr id="17" name=""/>
          <p:cNvSpPr txBox="1"/>
          <p:nvPr/>
        </p:nvSpPr>
        <p:spPr>
          <a:xfrm>
            <a:off x="3924300" y="25241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気軽に聞いてね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の後ろは「動詞の原形」。相手が遠慮しないように「どうぞ気軽に〜してね」！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381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好きなところに座ってね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286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sit anywhere.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438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質問があったら、いつでも気軽にコメントしてね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92202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comment anytime if you have any questions.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72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You don't have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527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〜しなくていいよ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181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pay.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00575" y="2524125"/>
            <a:ext cx="1819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払わなくていいよ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496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have to の後ろは「動詞の原形」。「〜するな」じゃなく「しなくてOK」の意味！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33051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謝らなくていいよ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294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お腹いっぱいなら全部食べなくていいよ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72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You don't have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527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〜しなくていいよ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181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pay.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00575" y="2524125"/>
            <a:ext cx="1819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払わなくていいよ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496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have to の後ろは「動詞の原形」。「〜するな」じゃなく「しなくてOK」の意味！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819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謝らなくていいよ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5910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say sorry.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86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お腹いっぱいなら全部食べなくていいよ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62960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eat it all if you're full.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8197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 depends on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333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〜次第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876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weather.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00650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天気次第かな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0102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on の後ろは「名詞」。It depends. だけでも「場合によるね」！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5812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気分次第かな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6286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値段次第だけど、たぶん買うと思う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8197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 depends on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333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〜次第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876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weather.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00650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天気次第かな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0102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on の後ろは「名詞」。It depends. だけでも「場合によるね」！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気分次第かな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1433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my mood.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314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値段次第だけど、たぶん買うと思う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6676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the price, but I'll probably buy it.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058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391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487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6297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864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not sure if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〜かどうか分からない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909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not sure if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he's coming.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3397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彼が来るか分からない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72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if の後ろは「文」。この if は「もし」じゃなく「〜かどうか」！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153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それで合ってるか分からない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明日の飲み会、行けるかまだ分からない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058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391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487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6297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864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not sure if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〜かどうか分からない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909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not sure if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he's coming.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3397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彼が来るか分からない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72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if の後ろは「文」。この if は「もし」じゃなく「〜かどうか」！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752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それで合ってるか分からない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324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not sure if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that's right.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明日の飲み会、行けるかまだ分からない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3439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not sure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yet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 can make it to tomorrow's party.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982325" y="4572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No.11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15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733550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8A57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3562350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504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11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32575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didn't mean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2305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〜するつもりじゃなかった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552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12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990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ended up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2152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結局〜することになった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552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13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3333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supposed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3295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〜することになってる／本当は〜のはず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14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2600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used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13239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〜に慣れてる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15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4029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have a hard time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〜するのに苦労する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915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7249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9344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7250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68050" y="38100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2960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didn't mean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76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〜するつもりじゃなかった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81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scare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24450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驚かせるつもりじゃなかったの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191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の後ろは「動詞の原形」。わざとじゃないときの「そんなつもりじゃ…」！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5530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起こすつもりじゃなかったんだ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5153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傷つけるつもりじゃなかったの、本当にごめんね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915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7249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9344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7250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68050" y="38100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2960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didn't mean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76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〜するつもりじゃなかった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81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scare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24450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驚かせるつもりじゃなかったの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191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の後ろは「動詞の原形」。わざとじゃないときの「そんなつもりじゃ…」！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起こすつもりじゃなかったんだ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8672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wake you up.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4291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傷つけるつもりじゃなかったの、本当にごめんね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6104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hurt your feelings. I'm so sorry.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678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10900" y="381000"/>
            <a:ext cx="1000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7626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ended up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結局〜することになった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480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staying home.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000625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結局家にいた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876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up の後ろは「~ing」。予定とちがって「結局〜しちゃった」！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9527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結局寝ちゃった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0010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見るだけのつもりが、結局3つも買っちゃった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678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10900" y="381000"/>
            <a:ext cx="1000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7626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ended up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結局〜することになった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480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staying home.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000625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結局家にいた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876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up の後ろは「~ing」。予定とちがって「結局〜しちゃった」！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結局寝ちゃった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2195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falling asleep.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171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見るだけのつもりが、結局3つも買っちゃった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858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I only went to look, but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buying three things.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09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4579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supposed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62388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〜することになってる／本当は〜のはず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81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meet him at 6.</a:t>
            </a:r>
          </a:p>
        </p:txBody>
      </p:sp>
      <p:sp>
        <p:nvSpPr>
          <p:cNvPr id="17" name=""/>
          <p:cNvSpPr txBox="1"/>
          <p:nvPr/>
        </p:nvSpPr>
        <p:spPr>
          <a:xfrm>
            <a:off x="5638800" y="2524125"/>
            <a:ext cx="28670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6時に彼と会うことになってる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963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の後ろは「動詞の原形」。予定や決まりの「〜することになってる」。「本当は〜のはず」にも！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534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今日は早く帰ることになってる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9245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本当はダイエット中なんだけど…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09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4579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supposed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62388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〜することになってる／本当は〜のはず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81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meet him at 6.</a:t>
            </a:r>
          </a:p>
        </p:txBody>
      </p:sp>
      <p:sp>
        <p:nvSpPr>
          <p:cNvPr id="17" name=""/>
          <p:cNvSpPr txBox="1"/>
          <p:nvPr/>
        </p:nvSpPr>
        <p:spPr>
          <a:xfrm>
            <a:off x="5638800" y="2524125"/>
            <a:ext cx="28670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6時に彼と会うことになってる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963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の後ろは「動詞の原形」。予定や決まりの「〜することになってる」。「本当は〜のはず」にも！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今日は早く帰ることになってる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6191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go home early today.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133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本当はダイエット中なんだけど…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57150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be on a diet, but...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28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used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3050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〜に慣れてる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095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used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it.</a:t>
            </a:r>
          </a:p>
        </p:txBody>
      </p:sp>
      <p:sp>
        <p:nvSpPr>
          <p:cNvPr id="17" name=""/>
          <p:cNvSpPr txBox="1"/>
          <p:nvPr/>
        </p:nvSpPr>
        <p:spPr>
          <a:xfrm>
            <a:off x="3657600" y="2524125"/>
            <a:ext cx="1447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もう慣れてる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524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の後ろは「~ing／名詞」。to なのに原形じゃない！ I used to（昔は〜）とまちがえないで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36861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早起きには慣れてる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48101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満員電車にはまだ慣れない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28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used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3050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〜に慣れてる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095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used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it.</a:t>
            </a:r>
          </a:p>
        </p:txBody>
      </p:sp>
      <p:sp>
        <p:nvSpPr>
          <p:cNvPr id="17" name=""/>
          <p:cNvSpPr txBox="1"/>
          <p:nvPr/>
        </p:nvSpPr>
        <p:spPr>
          <a:xfrm>
            <a:off x="3657600" y="2524125"/>
            <a:ext cx="1447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もう慣れてる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524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の後ろは「~ing／名詞」。to なのに原形じゃない！ I used to（昔は〜）とまちがえないで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009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早起きには慣れてる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667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used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getting up early.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2581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満員電車にはまだ慣れない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5829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still not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used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crowded trains.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867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have a hard time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〜するのに苦労する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338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have a hard time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waking up.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29250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朝起きるのが苦手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2675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time の後ろは「~ing」。to＋原形にしないよう注意！「〜するのにひと苦労」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0671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なかなか決められない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速い英語を聞き取るのにいつも苦労する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867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have a hard time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〜するのに苦労する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338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have a hard time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waking up.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29250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朝起きるのが苦手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2675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time の後ろは「~ing」。to＋原形にしないよう注意！「〜するのにひと苦労」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なかなか決められない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6577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have a hard time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deciding.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速い英語を聞き取るのにいつも苦労する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6201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always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have a hard time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understanding fast English.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896600" y="457200"/>
            <a:ext cx="11334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No.16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20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847850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3562350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16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2562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It's not like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2143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別に〜ってわけじゃない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17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5908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No wonder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どうりで〜なわけだ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18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2867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wish I could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〜できたらいいのに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19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2457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sick of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〜にもううんざり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619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20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3276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Is it just me, or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990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私だけ？〜じゃない？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867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not like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別に〜ってわけじゃない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0575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I'm angry.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495800" y="2524125"/>
            <a:ext cx="2752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別に怒ってるわけじゃないよ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1436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like の後ろは「文」。誤解をといて「別に〜ってわけじゃない」！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800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別に嫌いなわけじゃないよ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8868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別に忙しいわけじゃないけど、今日は気が乗らない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867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not like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別に〜ってわけじゃない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0575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I'm angry.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495800" y="2524125"/>
            <a:ext cx="2752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別に怒ってるわけじゃないよ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1436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like の後ろは「文」。誤解をといて「別に〜ってわけじゃない」！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571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別に嫌いなわけじゃないよ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3432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 hate it.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619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別に忙しいわけじゃないけど、今日は気が乗らない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2391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I'm busy. I'm just not in the mood today.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774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1020425" y="381000"/>
            <a:ext cx="990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No wonder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どうりで〜なわけだ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400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you're tired.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4791075" y="2524125"/>
            <a:ext cx="2381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どうりで疲れてるわけだ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467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No wonder の後ろは「文」。理由が分かって「どうりで！」と納得！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36957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どうりで寒いわけだ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2105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10年住んでたの？どうりで英語が上手なわけだ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774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1020425" y="381000"/>
            <a:ext cx="990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No wonder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どうりで〜なわけだ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400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you're tired.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4791075" y="2524125"/>
            <a:ext cx="2381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どうりで疲れてるわけだ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467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No wonder の後ろは「文」。理由が分かって「どうりで！」と納得！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019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どうりで寒いわけだ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4194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it's cold.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286375"/>
            <a:ext cx="427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10年住んでたの？どうりで英語が上手なわけだ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543550"/>
            <a:ext cx="47148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You lived there for 10 years?</a:t>
            </a:r>
          </a:p>
        </p:txBody>
      </p:sp>
      <p:sp>
        <p:nvSpPr>
          <p:cNvPr id="37" name=""/>
          <p:cNvSpPr txBox="1"/>
          <p:nvPr/>
        </p:nvSpPr>
        <p:spPr>
          <a:xfrm>
            <a:off x="2600325" y="5915025"/>
            <a:ext cx="57626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your English is so good!</a:t>
            </a:r>
          </a:p>
        </p:txBody>
      </p:sp>
      <p:sp>
        <p:nvSpPr>
          <p:cNvPr id="38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5054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wish I could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〜できたらいいのに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09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 longer.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4972050" y="2524125"/>
            <a:ext cx="2581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もっといられたらいいのに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6106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could の後ろは「動詞の原形」。叶わない願いの「〜できたらなぁ」。やんわり断るときにも！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181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英語がペラペラ話せたらなぁ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8868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一緒に行けたらいいんだけど、その日は仕事なんだ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5054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wish I could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〜できたらいいのに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09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 longer.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4972050" y="2524125"/>
            <a:ext cx="2581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もっといられたらいいのに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6106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could の後ろは「動詞の原形」。叶わない願いの「〜できたらなぁ」。やんわり断るときにも！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762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英語がペラペラ話せたらなぁ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9150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speak English fluently.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619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一緒に行けたらいいんだけど、その日は仕事なんだ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6296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go with you, but I have to work that day.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6577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sick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〜にもううんざり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7908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rain.</a:t>
            </a:r>
          </a:p>
        </p:txBody>
      </p:sp>
      <p:sp>
        <p:nvSpPr>
          <p:cNvPr id="17" name=""/>
          <p:cNvSpPr txBox="1"/>
          <p:nvPr/>
        </p:nvSpPr>
        <p:spPr>
          <a:xfrm>
            <a:off x="4267200" y="2524125"/>
            <a:ext cx="2009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雨にはもううんざり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848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の後ろは「~ing／名詞」。sick は「病気」じゃなく「もう飽き飽き！」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0576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待つのはもううんざり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6667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毎日同じものを食べるのはもう飽きた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6577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sick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〜にもううんざり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7908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rain.</a:t>
            </a:r>
          </a:p>
        </p:txBody>
      </p:sp>
      <p:sp>
        <p:nvSpPr>
          <p:cNvPr id="17" name=""/>
          <p:cNvSpPr txBox="1"/>
          <p:nvPr/>
        </p:nvSpPr>
        <p:spPr>
          <a:xfrm>
            <a:off x="4267200" y="2524125"/>
            <a:ext cx="2009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雨にはもううんざり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848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の後ろは「~ing／名詞」。sick は「病気」じゃなく「もう飽き飽き！」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待つのはもううんざり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2099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waiting.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505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毎日同じものを食べるのはもう飽きた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0866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eating the same thing every day.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391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725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820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5726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20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3436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Is it just me, 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4001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疑問文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18122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私だけ？〜じゃない？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910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is it hot in here?</a:t>
            </a:r>
          </a:p>
        </p:txBody>
      </p:sp>
      <p:sp>
        <p:nvSpPr>
          <p:cNvPr id="17" name=""/>
          <p:cNvSpPr txBox="1"/>
          <p:nvPr/>
        </p:nvSpPr>
        <p:spPr>
          <a:xfrm>
            <a:off x="5648325" y="2524125"/>
            <a:ext cx="2390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私だけ？ここ暑くない？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245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or の後ろは「疑問文」。「私だけ？」と軽く共感を求める一言！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6192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Questions</a:t>
            </a:r>
          </a:p>
        </p:txBody>
      </p:sp>
      <p:sp>
        <p:nvSpPr>
          <p:cNvPr id="23" name=""/>
          <p:cNvSpPr txBox="1"/>
          <p:nvPr/>
        </p:nvSpPr>
        <p:spPr>
          <a:xfrm>
            <a:off x="2171700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6677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私だけ？これめっちゃおいしくない？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気のせい？最近時間たつの早すぎない？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391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725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820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5726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20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3436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Is it just me, 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4001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疑問文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18122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私だけ？〜じゃない？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910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is it hot in here?</a:t>
            </a:r>
          </a:p>
        </p:txBody>
      </p:sp>
      <p:sp>
        <p:nvSpPr>
          <p:cNvPr id="17" name=""/>
          <p:cNvSpPr txBox="1"/>
          <p:nvPr/>
        </p:nvSpPr>
        <p:spPr>
          <a:xfrm>
            <a:off x="5648325" y="2524125"/>
            <a:ext cx="2390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私だけ？ここ暑くない？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245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or の後ろは「疑問文」。「私だけ？」と軽く共感を求める一言！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3505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私だけ？これめっちゃおいしくない？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610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is this really good?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気のせい？最近時間たつの早すぎない？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4104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is time going by so fast lately?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609600" y="2171700"/>
            <a:ext cx="4781550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C23B12"/>
                </a:solidFill>
                <a:latin typeface="Caveat"/>
                <a:ea typeface="Caveat"/>
              </a:rPr>
              <a:t>Thank you for joining!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27813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おつかれさまでした！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3743325"/>
            <a:ext cx="29527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今日のフレーズ、まずは1つ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4057650"/>
            <a:ext cx="30384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実際の会話で使ってみてね。</a:t>
            </a:r>
          </a:p>
        </p:txBody>
      </p:sp>
      <p:sp>
        <p:nvSpPr>
          <p:cNvPr id="8" name=""/>
          <p:cNvSpPr/>
          <p:nvPr/>
        </p:nvSpPr>
        <p:spPr>
          <a:xfrm>
            <a:off x="609600" y="4619625"/>
            <a:ext cx="15144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00100" y="46958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チャンネル登録</a:t>
            </a:r>
          </a:p>
        </p:txBody>
      </p:sp>
      <p:sp>
        <p:nvSpPr>
          <p:cNvPr id="10" name=""/>
          <p:cNvSpPr/>
          <p:nvPr/>
        </p:nvSpPr>
        <p:spPr>
          <a:xfrm>
            <a:off x="2219325" y="4619625"/>
            <a:ext cx="8667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2409825" y="46958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高評価</a:t>
            </a:r>
          </a:p>
        </p:txBody>
      </p:sp>
      <p:sp>
        <p:nvSpPr>
          <p:cNvPr id="12" name=""/>
          <p:cNvSpPr/>
          <p:nvPr/>
        </p:nvSpPr>
        <p:spPr>
          <a:xfrm>
            <a:off x="3181350" y="4619625"/>
            <a:ext cx="20002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3371850" y="4695825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感想をコメントしてね</a:t>
            </a:r>
          </a:p>
        </p:txBody>
      </p:sp>
      <p:sp>
        <p:nvSpPr>
          <p:cNvPr id="14" name=""/>
          <p:cNvSpPr/>
          <p:nvPr/>
        </p:nvSpPr>
        <p:spPr>
          <a:xfrm>
            <a:off x="7524750" y="1143000"/>
            <a:ext cx="3810000" cy="3810000"/>
          </a:xfrm>
          <a:prstGeom prst="roundRect">
            <a:avLst>
              <a:gd name="adj" fmla="val 24000"/>
            </a:avLst>
          </a:prstGeom>
          <a:solidFill>
            <a:srgbClr val="F0521E"/>
          </a:solidFill>
          <a:ln/>
        </p:spPr>
      </p:sp>
      <p:sp>
        <p:nvSpPr>
          <p:cNvPr id="1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10248900" y="1828800"/>
            <a:ext cx="685800" cy="114300"/>
          </a:xfrm>
          <a:custGeom>
            <a:avLst/>
            <a:gdLst/>
            <a:ahLst/>
            <a:cxnLst/>
            <a:rect l="l" t="t" r="r" b="b"/>
            <a:pathLst>
              <a:path w="685800" h="114300">
                <a:moveTo>
                  <a:pt x="0" y="114300"/>
                </a:moveTo>
                <a:lnTo>
                  <a:pt x="685800" y="114300"/>
                </a:lnTo>
                <a:lnTo>
                  <a:pt x="685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0" y="80962"/>
                </a:moveTo>
                <a:lnTo>
                  <a:pt x="484823" y="565785"/>
                </a:lnTo>
                <a:lnTo>
                  <a:pt x="565785" y="484822"/>
                </a:lnTo>
                <a:lnTo>
                  <a:pt x="8096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1" name=""/>
          <p:cNvSpPr/>
          <p:nvPr/>
        </p:nvSpPr>
        <p:spPr>
          <a:xfrm>
            <a:off x="10534650" y="1543050"/>
            <a:ext cx="114300" cy="685800"/>
          </a:xfrm>
          <a:custGeom>
            <a:avLst/>
            <a:gdLst/>
            <a:ahLst/>
            <a:cxnLst/>
            <a:rect l="l" t="t" r="r" b="b"/>
            <a:pathLst>
              <a:path w="114300" h="685800">
                <a:moveTo>
                  <a:pt x="0" y="0"/>
                </a:moveTo>
                <a:lnTo>
                  <a:pt x="0" y="685800"/>
                </a:lnTo>
                <a:lnTo>
                  <a:pt x="114300" y="685800"/>
                </a:lnTo>
                <a:lnTo>
                  <a:pt x="11430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2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484823" y="0"/>
                </a:moveTo>
                <a:lnTo>
                  <a:pt x="0" y="484822"/>
                </a:lnTo>
                <a:lnTo>
                  <a:pt x="80962" y="565785"/>
                </a:lnTo>
                <a:lnTo>
                  <a:pt x="565785" y="8096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6572250" y="3143250"/>
            <a:ext cx="43815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6877050" y="3390900"/>
            <a:ext cx="13716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NEXT LIVE</a:t>
            </a:r>
          </a:p>
        </p:txBody>
      </p:sp>
      <p:sp>
        <p:nvSpPr>
          <p:cNvPr id="25" name=""/>
          <p:cNvSpPr txBox="1"/>
          <p:nvPr/>
        </p:nvSpPr>
        <p:spPr>
          <a:xfrm>
            <a:off x="6877050" y="3695700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次回のライブも</a:t>
            </a:r>
          </a:p>
        </p:txBody>
      </p:sp>
      <p:sp>
        <p:nvSpPr>
          <p:cNvPr id="26" name=""/>
          <p:cNvSpPr txBox="1"/>
          <p:nvPr/>
        </p:nvSpPr>
        <p:spPr>
          <a:xfrm>
            <a:off x="6877050" y="4086225"/>
            <a:ext cx="21812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お楽しみに！</a:t>
            </a:r>
          </a:p>
        </p:txBody>
      </p:sp>
      <p:sp>
        <p:nvSpPr>
          <p:cNvPr id="27" name=""/>
          <p:cNvSpPr/>
          <p:nvPr/>
        </p:nvSpPr>
        <p:spPr>
          <a:xfrm>
            <a:off x="6877050" y="4619625"/>
            <a:ext cx="37719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28" name=""/>
          <p:cNvSpPr txBox="1"/>
          <p:nvPr/>
        </p:nvSpPr>
        <p:spPr>
          <a:xfrm>
            <a:off x="6877050" y="4733925"/>
            <a:ext cx="27241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See you next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